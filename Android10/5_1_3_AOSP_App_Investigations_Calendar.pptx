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504" r:id="rId3"/>
    <p:sldId id="408" r:id="rId4"/>
    <p:sldId id="451" r:id="rId5"/>
    <p:sldId id="448" r:id="rId6"/>
    <p:sldId id="505" r:id="rId7"/>
    <p:sldId id="410" r:id="rId8"/>
    <p:sldId id="411" r:id="rId9"/>
    <p:sldId id="412" r:id="rId10"/>
    <p:sldId id="511" r:id="rId11"/>
    <p:sldId id="508" r:id="rId12"/>
    <p:sldId id="507" r:id="rId13"/>
    <p:sldId id="509" r:id="rId14"/>
    <p:sldId id="498" r:id="rId15"/>
    <p:sldId id="499" r:id="rId16"/>
    <p:sldId id="500" r:id="rId17"/>
    <p:sldId id="501" r:id="rId18"/>
    <p:sldId id="502" r:id="rId19"/>
    <p:sldId id="503" r:id="rId20"/>
    <p:sldId id="449" r:id="rId21"/>
    <p:sldId id="51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ifeng Xu" initials="WX" lastIdx="3" clrIdx="0">
    <p:extLst>
      <p:ext uri="{19B8F6BF-5375-455C-9EA6-DF929625EA0E}">
        <p15:presenceInfo xmlns:p15="http://schemas.microsoft.com/office/powerpoint/2012/main" userId="Weifeng X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AEAE"/>
    <a:srgbClr val="AB51D6"/>
    <a:srgbClr val="FF9A00"/>
    <a:srgbClr val="D81E00"/>
    <a:srgbClr val="00AAD6"/>
    <a:srgbClr val="318EFD"/>
    <a:srgbClr val="007DB5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9CFF70-A104-4BE5-B7AF-E221F0BC4D16}" v="14" dt="2025-10-25T13:32:28.14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34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leen Kaur" userId="S::id65ns02@ubalt.edu::9f7fc1d6-ab67-473f-ba46-e98f6ce2049b" providerId="AD" clId="Web-{67B787B8-8A6D-FBEE-A12C-F06AA421CBB5}"/>
    <pc:docChg chg="modSld">
      <pc:chgData name="Harleen Kaur" userId="S::id65ns02@ubalt.edu::9f7fc1d6-ab67-473f-ba46-e98f6ce2049b" providerId="AD" clId="Web-{67B787B8-8A6D-FBEE-A12C-F06AA421CBB5}" dt="2021-07-11T21:48:38.207" v="31" actId="14100"/>
      <pc:docMkLst>
        <pc:docMk/>
      </pc:docMkLst>
      <pc:sldChg chg="addSp delSp modSp">
        <pc:chgData name="Harleen Kaur" userId="S::id65ns02@ubalt.edu::9f7fc1d6-ab67-473f-ba46-e98f6ce2049b" providerId="AD" clId="Web-{67B787B8-8A6D-FBEE-A12C-F06AA421CBB5}" dt="2021-07-11T21:46:40.168" v="16"/>
        <pc:sldMkLst>
          <pc:docMk/>
          <pc:sldMk cId="1318968879" sldId="401"/>
        </pc:sldMkLst>
      </pc:sldChg>
      <pc:sldChg chg="delSp modSp">
        <pc:chgData name="Harleen Kaur" userId="S::id65ns02@ubalt.edu::9f7fc1d6-ab67-473f-ba46-e98f6ce2049b" providerId="AD" clId="Web-{67B787B8-8A6D-FBEE-A12C-F06AA421CBB5}" dt="2021-07-11T21:47:44.312" v="28" actId="1076"/>
        <pc:sldMkLst>
          <pc:docMk/>
          <pc:sldMk cId="2072083871" sldId="402"/>
        </pc:sldMkLst>
      </pc:sldChg>
      <pc:sldChg chg="addSp delSp modSp">
        <pc:chgData name="Harleen Kaur" userId="S::id65ns02@ubalt.edu::9f7fc1d6-ab67-473f-ba46-e98f6ce2049b" providerId="AD" clId="Web-{67B787B8-8A6D-FBEE-A12C-F06AA421CBB5}" dt="2021-07-11T21:48:38.207" v="31" actId="14100"/>
        <pc:sldMkLst>
          <pc:docMk/>
          <pc:sldMk cId="1124496874" sldId="407"/>
        </pc:sldMkLst>
      </pc:sldChg>
      <pc:sldChg chg="addSp modSp">
        <pc:chgData name="Harleen Kaur" userId="S::id65ns02@ubalt.edu::9f7fc1d6-ab67-473f-ba46-e98f6ce2049b" providerId="AD" clId="Web-{67B787B8-8A6D-FBEE-A12C-F06AA421CBB5}" dt="2021-07-11T21:45:24.678" v="6" actId="14100"/>
        <pc:sldMkLst>
          <pc:docMk/>
          <pc:sldMk cId="961075764" sldId="416"/>
        </pc:sldMkLst>
      </pc:sldChg>
      <pc:sldChg chg="addSp modSp">
        <pc:chgData name="Harleen Kaur" userId="S::id65ns02@ubalt.edu::9f7fc1d6-ab67-473f-ba46-e98f6ce2049b" providerId="AD" clId="Web-{67B787B8-8A6D-FBEE-A12C-F06AA421CBB5}" dt="2021-07-11T21:47:12.467" v="22" actId="14100"/>
        <pc:sldMkLst>
          <pc:docMk/>
          <pc:sldMk cId="2156609810" sldId="439"/>
        </pc:sldMkLst>
      </pc:sldChg>
    </pc:docChg>
  </pc:docChgLst>
  <pc:docChgLst>
    <pc:chgData name="Harleen Kaur" userId="S::id65ns02@ubalt.edu::9f7fc1d6-ab67-473f-ba46-e98f6ce2049b" providerId="AD" clId="Web-{468CF9A0-7826-F6A2-453E-BF85142DAAA1}"/>
    <pc:docChg chg="addSld modSld">
      <pc:chgData name="Harleen Kaur" userId="S::id65ns02@ubalt.edu::9f7fc1d6-ab67-473f-ba46-e98f6ce2049b" providerId="AD" clId="Web-{468CF9A0-7826-F6A2-453E-BF85142DAAA1}" dt="2021-07-15T13:02:52.826" v="650"/>
      <pc:docMkLst>
        <pc:docMk/>
      </pc:docMkLst>
      <pc:sldChg chg="addSp delSp modSp">
        <pc:chgData name="Harleen Kaur" userId="S::id65ns02@ubalt.edu::9f7fc1d6-ab67-473f-ba46-e98f6ce2049b" providerId="AD" clId="Web-{468CF9A0-7826-F6A2-453E-BF85142DAAA1}" dt="2021-07-15T12:36:27.750" v="646" actId="20577"/>
        <pc:sldMkLst>
          <pc:docMk/>
          <pc:sldMk cId="3306337535" sldId="419"/>
        </pc:sldMkLst>
      </pc:sldChg>
      <pc:sldChg chg="modSp">
        <pc:chgData name="Harleen Kaur" userId="S::id65ns02@ubalt.edu::9f7fc1d6-ab67-473f-ba46-e98f6ce2049b" providerId="AD" clId="Web-{468CF9A0-7826-F6A2-453E-BF85142DAAA1}" dt="2021-07-15T12:41:39.190" v="647" actId="20577"/>
        <pc:sldMkLst>
          <pc:docMk/>
          <pc:sldMk cId="2609955097" sldId="437"/>
        </pc:sldMkLst>
      </pc:sldChg>
      <pc:sldChg chg="modSp">
        <pc:chgData name="Harleen Kaur" userId="S::id65ns02@ubalt.edu::9f7fc1d6-ab67-473f-ba46-e98f6ce2049b" providerId="AD" clId="Web-{468CF9A0-7826-F6A2-453E-BF85142DAAA1}" dt="2021-07-14T18:21:28.224" v="103" actId="20577"/>
        <pc:sldMkLst>
          <pc:docMk/>
          <pc:sldMk cId="2869426348" sldId="438"/>
        </pc:sldMkLst>
      </pc:sldChg>
      <pc:sldChg chg="modSp">
        <pc:chgData name="Harleen Kaur" userId="S::id65ns02@ubalt.edu::9f7fc1d6-ab67-473f-ba46-e98f6ce2049b" providerId="AD" clId="Web-{468CF9A0-7826-F6A2-453E-BF85142DAAA1}" dt="2021-07-14T18:06:41.149" v="37" actId="20577"/>
        <pc:sldMkLst>
          <pc:docMk/>
          <pc:sldMk cId="2156609810" sldId="439"/>
        </pc:sldMkLst>
      </pc:sldChg>
      <pc:sldChg chg="modSp">
        <pc:chgData name="Harleen Kaur" userId="S::id65ns02@ubalt.edu::9f7fc1d6-ab67-473f-ba46-e98f6ce2049b" providerId="AD" clId="Web-{468CF9A0-7826-F6A2-453E-BF85142DAAA1}" dt="2021-07-14T18:33:36.154" v="438" actId="20577"/>
        <pc:sldMkLst>
          <pc:docMk/>
          <pc:sldMk cId="1049910314" sldId="441"/>
        </pc:sldMkLst>
      </pc:sldChg>
      <pc:sldChg chg="modSp">
        <pc:chgData name="Harleen Kaur" userId="S::id65ns02@ubalt.edu::9f7fc1d6-ab67-473f-ba46-e98f6ce2049b" providerId="AD" clId="Web-{468CF9A0-7826-F6A2-453E-BF85142DAAA1}" dt="2021-07-15T12:47:59.352" v="649" actId="20577"/>
        <pc:sldMkLst>
          <pc:docMk/>
          <pc:sldMk cId="2956052182" sldId="444"/>
        </pc:sldMkLst>
      </pc:sldChg>
      <pc:sldChg chg="modSp">
        <pc:chgData name="Harleen Kaur" userId="S::id65ns02@ubalt.edu::9f7fc1d6-ab67-473f-ba46-e98f6ce2049b" providerId="AD" clId="Web-{468CF9A0-7826-F6A2-453E-BF85142DAAA1}" dt="2021-07-14T18:50:42.094" v="632" actId="20577"/>
        <pc:sldMkLst>
          <pc:docMk/>
          <pc:sldMk cId="2349952390" sldId="448"/>
        </pc:sldMkLst>
      </pc:sldChg>
      <pc:sldChg chg="modSp new">
        <pc:chgData name="Harleen Kaur" userId="S::id65ns02@ubalt.edu::9f7fc1d6-ab67-473f-ba46-e98f6ce2049b" providerId="AD" clId="Web-{468CF9A0-7826-F6A2-453E-BF85142DAAA1}" dt="2021-07-14T18:32:42.043" v="432" actId="20577"/>
        <pc:sldMkLst>
          <pc:docMk/>
          <pc:sldMk cId="3650743699" sldId="450"/>
        </pc:sldMkLst>
      </pc:sldChg>
      <pc:sldChg chg="addSp modSp new">
        <pc:chgData name="Harleen Kaur" userId="S::id65ns02@ubalt.edu::9f7fc1d6-ab67-473f-ba46-e98f6ce2049b" providerId="AD" clId="Web-{468CF9A0-7826-F6A2-453E-BF85142DAAA1}" dt="2021-07-15T13:02:52.826" v="650"/>
        <pc:sldMkLst>
          <pc:docMk/>
          <pc:sldMk cId="1438349411" sldId="451"/>
        </pc:sldMkLst>
      </pc:sldChg>
    </pc:docChg>
  </pc:docChgLst>
  <pc:docChgLst>
    <pc:chgData name="Harleen Kaur" userId="S::id65ns02@ubalt.edu::9f7fc1d6-ab67-473f-ba46-e98f6ce2049b" providerId="AD" clId="Web-{E6DF0878-2776-F2C9-2FF3-C4D4952BF6BD}"/>
    <pc:docChg chg="addSld delSld modSld sldOrd">
      <pc:chgData name="Harleen Kaur" userId="S::id65ns02@ubalt.edu::9f7fc1d6-ab67-473f-ba46-e98f6ce2049b" providerId="AD" clId="Web-{E6DF0878-2776-F2C9-2FF3-C4D4952BF6BD}" dt="2021-07-29T23:42:09.924" v="629"/>
      <pc:docMkLst>
        <pc:docMk/>
      </pc:docMkLst>
      <pc:sldChg chg="del">
        <pc:chgData name="Harleen Kaur" userId="S::id65ns02@ubalt.edu::9f7fc1d6-ab67-473f-ba46-e98f6ce2049b" providerId="AD" clId="Web-{E6DF0878-2776-F2C9-2FF3-C4D4952BF6BD}" dt="2021-07-29T23:42:03.720" v="626"/>
        <pc:sldMkLst>
          <pc:docMk/>
          <pc:sldMk cId="4098661029" sldId="363"/>
        </pc:sldMkLst>
      </pc:sldChg>
      <pc:sldChg chg="addSp delSp modSp ord">
        <pc:chgData name="Harleen Kaur" userId="S::id65ns02@ubalt.edu::9f7fc1d6-ab67-473f-ba46-e98f6ce2049b" providerId="AD" clId="Web-{E6DF0878-2776-F2C9-2FF3-C4D4952BF6BD}" dt="2021-07-29T23:04:27.440" v="188" actId="20577"/>
        <pc:sldMkLst>
          <pc:docMk/>
          <pc:sldMk cId="2008758297" sldId="389"/>
        </pc:sldMkLst>
      </pc:sldChg>
      <pc:sldChg chg="addSp delSp modSp ord">
        <pc:chgData name="Harleen Kaur" userId="S::id65ns02@ubalt.edu::9f7fc1d6-ab67-473f-ba46-e98f6ce2049b" providerId="AD" clId="Web-{E6DF0878-2776-F2C9-2FF3-C4D4952BF6BD}" dt="2021-07-29T23:07:01.898" v="262" actId="20577"/>
        <pc:sldMkLst>
          <pc:docMk/>
          <pc:sldMk cId="3040878584" sldId="390"/>
        </pc:sldMkLst>
      </pc:sldChg>
      <pc:sldChg chg="addSp delSp modSp ord">
        <pc:chgData name="Harleen Kaur" userId="S::id65ns02@ubalt.edu::9f7fc1d6-ab67-473f-ba46-e98f6ce2049b" providerId="AD" clId="Web-{E6DF0878-2776-F2C9-2FF3-C4D4952BF6BD}" dt="2021-07-29T23:12:54.222" v="443" actId="14100"/>
        <pc:sldMkLst>
          <pc:docMk/>
          <pc:sldMk cId="4104176517" sldId="391"/>
        </pc:sldMkLst>
      </pc:sldChg>
      <pc:sldChg chg="del">
        <pc:chgData name="Harleen Kaur" userId="S::id65ns02@ubalt.edu::9f7fc1d6-ab67-473f-ba46-e98f6ce2049b" providerId="AD" clId="Web-{E6DF0878-2776-F2C9-2FF3-C4D4952BF6BD}" dt="2021-07-29T23:42:06.002" v="627"/>
        <pc:sldMkLst>
          <pc:docMk/>
          <pc:sldMk cId="1525666079" sldId="397"/>
        </pc:sldMkLst>
      </pc:sldChg>
      <pc:sldChg chg="del">
        <pc:chgData name="Harleen Kaur" userId="S::id65ns02@ubalt.edu::9f7fc1d6-ab67-473f-ba46-e98f6ce2049b" providerId="AD" clId="Web-{E6DF0878-2776-F2C9-2FF3-C4D4952BF6BD}" dt="2021-07-29T23:42:01.923" v="625"/>
        <pc:sldMkLst>
          <pc:docMk/>
          <pc:sldMk cId="1876217879" sldId="403"/>
        </pc:sldMkLst>
      </pc:sldChg>
      <pc:sldChg chg="del">
        <pc:chgData name="Harleen Kaur" userId="S::id65ns02@ubalt.edu::9f7fc1d6-ab67-473f-ba46-e98f6ce2049b" providerId="AD" clId="Web-{E6DF0878-2776-F2C9-2FF3-C4D4952BF6BD}" dt="2021-07-29T23:42:08.064" v="628"/>
        <pc:sldMkLst>
          <pc:docMk/>
          <pc:sldMk cId="2895696043" sldId="406"/>
        </pc:sldMkLst>
      </pc:sldChg>
      <pc:sldChg chg="modSp">
        <pc:chgData name="Harleen Kaur" userId="S::id65ns02@ubalt.edu::9f7fc1d6-ab67-473f-ba46-e98f6ce2049b" providerId="AD" clId="Web-{E6DF0878-2776-F2C9-2FF3-C4D4952BF6BD}" dt="2021-07-29T22:56:56.676" v="69" actId="20577"/>
        <pc:sldMkLst>
          <pc:docMk/>
          <pc:sldMk cId="3306337535" sldId="419"/>
        </pc:sldMkLst>
      </pc:sldChg>
      <pc:sldChg chg="modSp">
        <pc:chgData name="Harleen Kaur" userId="S::id65ns02@ubalt.edu::9f7fc1d6-ab67-473f-ba46-e98f6ce2049b" providerId="AD" clId="Web-{E6DF0878-2776-F2C9-2FF3-C4D4952BF6BD}" dt="2021-07-29T22:48:50.567" v="13" actId="20577"/>
        <pc:sldMkLst>
          <pc:docMk/>
          <pc:sldMk cId="2780548155" sldId="436"/>
        </pc:sldMkLst>
      </pc:sldChg>
      <pc:sldChg chg="del">
        <pc:chgData name="Harleen Kaur" userId="S::id65ns02@ubalt.edu::9f7fc1d6-ab67-473f-ba46-e98f6ce2049b" providerId="AD" clId="Web-{E6DF0878-2776-F2C9-2FF3-C4D4952BF6BD}" dt="2021-07-29T23:42:09.924" v="629"/>
        <pc:sldMkLst>
          <pc:docMk/>
          <pc:sldMk cId="1049910314" sldId="441"/>
        </pc:sldMkLst>
      </pc:sldChg>
      <pc:sldChg chg="modSp">
        <pc:chgData name="Harleen Kaur" userId="S::id65ns02@ubalt.edu::9f7fc1d6-ab67-473f-ba46-e98f6ce2049b" providerId="AD" clId="Web-{E6DF0878-2776-F2C9-2FF3-C4D4952BF6BD}" dt="2021-07-29T23:33:18.376" v="579" actId="20577"/>
        <pc:sldMkLst>
          <pc:docMk/>
          <pc:sldMk cId="2236577641" sldId="461"/>
        </pc:sldMkLst>
      </pc:sldChg>
      <pc:sldChg chg="modSp">
        <pc:chgData name="Harleen Kaur" userId="S::id65ns02@ubalt.edu::9f7fc1d6-ab67-473f-ba46-e98f6ce2049b" providerId="AD" clId="Web-{E6DF0878-2776-F2C9-2FF3-C4D4952BF6BD}" dt="2021-07-29T23:33:35.314" v="605" actId="20577"/>
        <pc:sldMkLst>
          <pc:docMk/>
          <pc:sldMk cId="3905067354" sldId="477"/>
        </pc:sldMkLst>
      </pc:sldChg>
      <pc:sldChg chg="modSp">
        <pc:chgData name="Harleen Kaur" userId="S::id65ns02@ubalt.edu::9f7fc1d6-ab67-473f-ba46-e98f6ce2049b" providerId="AD" clId="Web-{E6DF0878-2776-F2C9-2FF3-C4D4952BF6BD}" dt="2021-07-29T23:00:27.652" v="121" actId="20577"/>
        <pc:sldMkLst>
          <pc:docMk/>
          <pc:sldMk cId="3111778466" sldId="482"/>
        </pc:sldMkLst>
      </pc:sldChg>
      <pc:sldChg chg="modSp">
        <pc:chgData name="Harleen Kaur" userId="S::id65ns02@ubalt.edu::9f7fc1d6-ab67-473f-ba46-e98f6ce2049b" providerId="AD" clId="Web-{E6DF0878-2776-F2C9-2FF3-C4D4952BF6BD}" dt="2021-07-29T23:39:17.215" v="624" actId="20577"/>
        <pc:sldMkLst>
          <pc:docMk/>
          <pc:sldMk cId="111182765" sldId="483"/>
        </pc:sldMkLst>
      </pc:sldChg>
      <pc:sldChg chg="addSp delSp modSp new">
        <pc:chgData name="Harleen Kaur" userId="S::id65ns02@ubalt.edu::9f7fc1d6-ab67-473f-ba46-e98f6ce2049b" providerId="AD" clId="Web-{E6DF0878-2776-F2C9-2FF3-C4D4952BF6BD}" dt="2021-07-29T23:22:30.231" v="500" actId="14100"/>
        <pc:sldMkLst>
          <pc:docMk/>
          <pc:sldMk cId="1962938929" sldId="485"/>
        </pc:sldMkLst>
      </pc:sldChg>
      <pc:sldChg chg="modSp new">
        <pc:chgData name="Harleen Kaur" userId="S::id65ns02@ubalt.edu::9f7fc1d6-ab67-473f-ba46-e98f6ce2049b" providerId="AD" clId="Web-{E6DF0878-2776-F2C9-2FF3-C4D4952BF6BD}" dt="2021-07-29T23:30:06.589" v="532" actId="20577"/>
        <pc:sldMkLst>
          <pc:docMk/>
          <pc:sldMk cId="66603034" sldId="486"/>
        </pc:sldMkLst>
      </pc:sldChg>
      <pc:sldChg chg="modSp new del">
        <pc:chgData name="Harleen Kaur" userId="S::id65ns02@ubalt.edu::9f7fc1d6-ab67-473f-ba46-e98f6ce2049b" providerId="AD" clId="Web-{E6DF0878-2776-F2C9-2FF3-C4D4952BF6BD}" dt="2021-07-29T23:33:19.267" v="580"/>
        <pc:sldMkLst>
          <pc:docMk/>
          <pc:sldMk cId="3360888057" sldId="487"/>
        </pc:sldMkLst>
      </pc:sldChg>
    </pc:docChg>
  </pc:docChgLst>
  <pc:docChgLst>
    <pc:chgData name="Harleen Kaur" userId="S::id65ns02@ubalt.edu::9f7fc1d6-ab67-473f-ba46-e98f6ce2049b" providerId="AD" clId="Web-{1D338A7D-B527-5AA6-FAF6-2416538AEE13}"/>
    <pc:docChg chg="modSld">
      <pc:chgData name="Harleen Kaur" userId="S::id65ns02@ubalt.edu::9f7fc1d6-ab67-473f-ba46-e98f6ce2049b" providerId="AD" clId="Web-{1D338A7D-B527-5AA6-FAF6-2416538AEE13}" dt="2021-06-28T17:11:59.283" v="39" actId="20577"/>
      <pc:docMkLst>
        <pc:docMk/>
      </pc:docMkLst>
      <pc:sldChg chg="modSp">
        <pc:chgData name="Harleen Kaur" userId="S::id65ns02@ubalt.edu::9f7fc1d6-ab67-473f-ba46-e98f6ce2049b" providerId="AD" clId="Web-{1D338A7D-B527-5AA6-FAF6-2416538AEE13}" dt="2021-06-28T17:11:59.283" v="39" actId="20577"/>
        <pc:sldMkLst>
          <pc:docMk/>
          <pc:sldMk cId="2816373483" sldId="376"/>
        </pc:sldMkLst>
      </pc:sldChg>
    </pc:docChg>
  </pc:docChgLst>
  <pc:docChgLst>
    <pc:chgData name="Weifeng Xu" userId="e7aed605-a3dd-4d5a-a692-a87037af107b" providerId="ADAL" clId="{7DFC0CCA-CE44-4027-87D3-8577310478BA}"/>
    <pc:docChg chg="custSel modSld">
      <pc:chgData name="Weifeng Xu" userId="e7aed605-a3dd-4d5a-a692-a87037af107b" providerId="ADAL" clId="{7DFC0CCA-CE44-4027-87D3-8577310478BA}" dt="2021-05-31T12:24:11.548" v="0" actId="33524"/>
      <pc:docMkLst>
        <pc:docMk/>
      </pc:docMkLst>
      <pc:sldChg chg="modSp mod">
        <pc:chgData name="Weifeng Xu" userId="e7aed605-a3dd-4d5a-a692-a87037af107b" providerId="ADAL" clId="{7DFC0CCA-CE44-4027-87D3-8577310478BA}" dt="2021-05-31T12:24:11.548" v="0" actId="33524"/>
        <pc:sldMkLst>
          <pc:docMk/>
          <pc:sldMk cId="1681695341" sldId="257"/>
        </pc:sldMkLst>
      </pc:sldChg>
    </pc:docChg>
  </pc:docChgLst>
  <pc:docChgLst>
    <pc:chgData name="Weifeng Xu" userId="e7aed605-a3dd-4d5a-a692-a87037af107b" providerId="ADAL" clId="{519CFF70-A104-4BE5-B7AF-E221F0BC4D16}"/>
    <pc:docChg chg="undo custSel addSld delSld modSld">
      <pc:chgData name="Weifeng Xu" userId="e7aed605-a3dd-4d5a-a692-a87037af107b" providerId="ADAL" clId="{519CFF70-A104-4BE5-B7AF-E221F0BC4D16}" dt="2025-04-15T13:22:23.986" v="711" actId="47"/>
      <pc:docMkLst>
        <pc:docMk/>
      </pc:docMkLst>
      <pc:sldChg chg="modSp mod">
        <pc:chgData name="Weifeng Xu" userId="e7aed605-a3dd-4d5a-a692-a87037af107b" providerId="ADAL" clId="{519CFF70-A104-4BE5-B7AF-E221F0BC4D16}" dt="2025-04-03T11:59:04.751" v="178" actId="1076"/>
        <pc:sldMkLst>
          <pc:docMk/>
          <pc:sldMk cId="1323245308" sldId="256"/>
        </pc:sldMkLst>
      </pc:sldChg>
      <pc:sldChg chg="del">
        <pc:chgData name="Weifeng Xu" userId="e7aed605-a3dd-4d5a-a692-a87037af107b" providerId="ADAL" clId="{519CFF70-A104-4BE5-B7AF-E221F0BC4D16}" dt="2021-08-09T01:38:20.833" v="26" actId="47"/>
        <pc:sldMkLst>
          <pc:docMk/>
          <pc:sldMk cId="1681695341" sldId="257"/>
        </pc:sldMkLst>
      </pc:sldChg>
      <pc:sldChg chg="del">
        <pc:chgData name="Weifeng Xu" userId="e7aed605-a3dd-4d5a-a692-a87037af107b" providerId="ADAL" clId="{519CFF70-A104-4BE5-B7AF-E221F0BC4D16}" dt="2021-08-09T01:38:21.334" v="27" actId="47"/>
        <pc:sldMkLst>
          <pc:docMk/>
          <pc:sldMk cId="1408481161" sldId="346"/>
        </pc:sldMkLst>
      </pc:sldChg>
      <pc:sldChg chg="del">
        <pc:chgData name="Weifeng Xu" userId="e7aed605-a3dd-4d5a-a692-a87037af107b" providerId="ADAL" clId="{519CFF70-A104-4BE5-B7AF-E221F0BC4D16}" dt="2021-08-09T01:38:21.402" v="28" actId="47"/>
        <pc:sldMkLst>
          <pc:docMk/>
          <pc:sldMk cId="3077270470" sldId="375"/>
        </pc:sldMkLst>
      </pc:sldChg>
      <pc:sldChg chg="del">
        <pc:chgData name="Weifeng Xu" userId="e7aed605-a3dd-4d5a-a692-a87037af107b" providerId="ADAL" clId="{519CFF70-A104-4BE5-B7AF-E221F0BC4D16}" dt="2021-08-09T01:38:24.431" v="38" actId="47"/>
        <pc:sldMkLst>
          <pc:docMk/>
          <pc:sldMk cId="979769990" sldId="377"/>
        </pc:sldMkLst>
      </pc:sldChg>
      <pc:sldChg chg="del">
        <pc:chgData name="Weifeng Xu" userId="e7aed605-a3dd-4d5a-a692-a87037af107b" providerId="ADAL" clId="{519CFF70-A104-4BE5-B7AF-E221F0BC4D16}" dt="2021-08-09T01:38:24.468" v="39" actId="47"/>
        <pc:sldMkLst>
          <pc:docMk/>
          <pc:sldMk cId="4293835923" sldId="378"/>
        </pc:sldMkLst>
      </pc:sldChg>
      <pc:sldChg chg="del">
        <pc:chgData name="Weifeng Xu" userId="e7aed605-a3dd-4d5a-a692-a87037af107b" providerId="ADAL" clId="{519CFF70-A104-4BE5-B7AF-E221F0BC4D16}" dt="2021-08-09T01:38:24.494" v="40" actId="47"/>
        <pc:sldMkLst>
          <pc:docMk/>
          <pc:sldMk cId="4148899360" sldId="379"/>
        </pc:sldMkLst>
      </pc:sldChg>
      <pc:sldChg chg="del">
        <pc:chgData name="Weifeng Xu" userId="e7aed605-a3dd-4d5a-a692-a87037af107b" providerId="ADAL" clId="{519CFF70-A104-4BE5-B7AF-E221F0BC4D16}" dt="2021-08-09T01:38:24.399" v="37" actId="47"/>
        <pc:sldMkLst>
          <pc:docMk/>
          <pc:sldMk cId="3268356748" sldId="380"/>
        </pc:sldMkLst>
      </pc:sldChg>
      <pc:sldChg chg="del">
        <pc:chgData name="Weifeng Xu" userId="e7aed605-a3dd-4d5a-a692-a87037af107b" providerId="ADAL" clId="{519CFF70-A104-4BE5-B7AF-E221F0BC4D16}" dt="2021-08-09T01:38:24.530" v="41" actId="47"/>
        <pc:sldMkLst>
          <pc:docMk/>
          <pc:sldMk cId="2679643070" sldId="381"/>
        </pc:sldMkLst>
      </pc:sldChg>
      <pc:sldChg chg="del">
        <pc:chgData name="Weifeng Xu" userId="e7aed605-a3dd-4d5a-a692-a87037af107b" providerId="ADAL" clId="{519CFF70-A104-4BE5-B7AF-E221F0BC4D16}" dt="2021-08-09T01:38:24.625" v="44" actId="47"/>
        <pc:sldMkLst>
          <pc:docMk/>
          <pc:sldMk cId="4046926907" sldId="384"/>
        </pc:sldMkLst>
      </pc:sldChg>
      <pc:sldChg chg="del">
        <pc:chgData name="Weifeng Xu" userId="e7aed605-a3dd-4d5a-a692-a87037af107b" providerId="ADAL" clId="{519CFF70-A104-4BE5-B7AF-E221F0BC4D16}" dt="2021-08-09T01:38:24.793" v="49" actId="47"/>
        <pc:sldMkLst>
          <pc:docMk/>
          <pc:sldMk cId="3188243652" sldId="386"/>
        </pc:sldMkLst>
      </pc:sldChg>
      <pc:sldChg chg="del">
        <pc:chgData name="Weifeng Xu" userId="e7aed605-a3dd-4d5a-a692-a87037af107b" providerId="ADAL" clId="{519CFF70-A104-4BE5-B7AF-E221F0BC4D16}" dt="2021-08-09T01:38:27.101" v="51" actId="47"/>
        <pc:sldMkLst>
          <pc:docMk/>
          <pc:sldMk cId="1915093242" sldId="387"/>
        </pc:sldMkLst>
      </pc:sldChg>
      <pc:sldChg chg="del">
        <pc:chgData name="Weifeng Xu" userId="e7aed605-a3dd-4d5a-a692-a87037af107b" providerId="ADAL" clId="{519CFF70-A104-4BE5-B7AF-E221F0BC4D16}" dt="2021-08-09T01:38:36.273" v="62" actId="47"/>
        <pc:sldMkLst>
          <pc:docMk/>
          <pc:sldMk cId="2008758297" sldId="389"/>
        </pc:sldMkLst>
      </pc:sldChg>
      <pc:sldChg chg="del">
        <pc:chgData name="Weifeng Xu" userId="e7aed605-a3dd-4d5a-a692-a87037af107b" providerId="ADAL" clId="{519CFF70-A104-4BE5-B7AF-E221F0BC4D16}" dt="2021-08-09T01:38:36.865" v="63" actId="47"/>
        <pc:sldMkLst>
          <pc:docMk/>
          <pc:sldMk cId="3040878584" sldId="390"/>
        </pc:sldMkLst>
      </pc:sldChg>
      <pc:sldChg chg="del">
        <pc:chgData name="Weifeng Xu" userId="e7aed605-a3dd-4d5a-a692-a87037af107b" providerId="ADAL" clId="{519CFF70-A104-4BE5-B7AF-E221F0BC4D16}" dt="2021-08-09T01:38:37.370" v="64" actId="47"/>
        <pc:sldMkLst>
          <pc:docMk/>
          <pc:sldMk cId="4104176517" sldId="391"/>
        </pc:sldMkLst>
      </pc:sldChg>
      <pc:sldChg chg="del">
        <pc:chgData name="Weifeng Xu" userId="e7aed605-a3dd-4d5a-a692-a87037af107b" providerId="ADAL" clId="{519CFF70-A104-4BE5-B7AF-E221F0BC4D16}" dt="2021-08-09T01:39:00.471" v="95" actId="47"/>
        <pc:sldMkLst>
          <pc:docMk/>
          <pc:sldMk cId="1982119232" sldId="405"/>
        </pc:sldMkLst>
      </pc:sldChg>
      <pc:sldChg chg="addSp delSp modSp mod">
        <pc:chgData name="Weifeng Xu" userId="e7aed605-a3dd-4d5a-a692-a87037af107b" providerId="ADAL" clId="{519CFF70-A104-4BE5-B7AF-E221F0BC4D16}" dt="2025-04-15T13:21:12.062" v="693" actId="20577"/>
        <pc:sldMkLst>
          <pc:docMk/>
          <pc:sldMk cId="2622453785" sldId="408"/>
        </pc:sldMkLst>
      </pc:sldChg>
      <pc:sldChg chg="add del">
        <pc:chgData name="Weifeng Xu" userId="e7aed605-a3dd-4d5a-a692-a87037af107b" providerId="ADAL" clId="{519CFF70-A104-4BE5-B7AF-E221F0BC4D16}" dt="2021-08-09T01:43:42.601" v="159" actId="47"/>
        <pc:sldMkLst>
          <pc:docMk/>
          <pc:sldMk cId="1888804979" sldId="409"/>
        </pc:sldMkLst>
      </pc:sldChg>
      <pc:sldChg chg="delSp modSp mod">
        <pc:chgData name="Weifeng Xu" userId="e7aed605-a3dd-4d5a-a692-a87037af107b" providerId="ADAL" clId="{519CFF70-A104-4BE5-B7AF-E221F0BC4D16}" dt="2025-04-07T17:19:23.173" v="396" actId="20577"/>
        <pc:sldMkLst>
          <pc:docMk/>
          <pc:sldMk cId="1839150834" sldId="410"/>
        </pc:sldMkLst>
      </pc:sldChg>
      <pc:sldChg chg="addSp delSp modSp mod">
        <pc:chgData name="Weifeng Xu" userId="e7aed605-a3dd-4d5a-a692-a87037af107b" providerId="ADAL" clId="{519CFF70-A104-4BE5-B7AF-E221F0BC4D16}" dt="2025-04-07T17:20:15.783" v="432" actId="207"/>
        <pc:sldMkLst>
          <pc:docMk/>
          <pc:sldMk cId="46822973" sldId="411"/>
        </pc:sldMkLst>
      </pc:sldChg>
      <pc:sldChg chg="delSp modSp mod">
        <pc:chgData name="Weifeng Xu" userId="e7aed605-a3dd-4d5a-a692-a87037af107b" providerId="ADAL" clId="{519CFF70-A104-4BE5-B7AF-E221F0BC4D16}" dt="2025-04-07T17:20:28.916" v="433"/>
        <pc:sldMkLst>
          <pc:docMk/>
          <pc:sldMk cId="3735861723" sldId="412"/>
        </pc:sldMkLst>
      </pc:sldChg>
      <pc:sldChg chg="del">
        <pc:chgData name="Weifeng Xu" userId="e7aed605-a3dd-4d5a-a692-a87037af107b" providerId="ADAL" clId="{519CFF70-A104-4BE5-B7AF-E221F0BC4D16}" dt="2025-04-07T17:22:03.229" v="443" actId="47"/>
        <pc:sldMkLst>
          <pc:docMk/>
          <pc:sldMk cId="3552793750" sldId="413"/>
        </pc:sldMkLst>
      </pc:sldChg>
      <pc:sldChg chg="del">
        <pc:chgData name="Weifeng Xu" userId="e7aed605-a3dd-4d5a-a692-a87037af107b" providerId="ADAL" clId="{519CFF70-A104-4BE5-B7AF-E221F0BC4D16}" dt="2021-08-09T01:38:24.327" v="35" actId="47"/>
        <pc:sldMkLst>
          <pc:docMk/>
          <pc:sldMk cId="3831362944" sldId="414"/>
        </pc:sldMkLst>
      </pc:sldChg>
      <pc:sldChg chg="del">
        <pc:chgData name="Weifeng Xu" userId="e7aed605-a3dd-4d5a-a692-a87037af107b" providerId="ADAL" clId="{519CFF70-A104-4BE5-B7AF-E221F0BC4D16}" dt="2021-08-09T01:38:24.654" v="45" actId="47"/>
        <pc:sldMkLst>
          <pc:docMk/>
          <pc:sldMk cId="3442401094" sldId="418"/>
        </pc:sldMkLst>
      </pc:sldChg>
      <pc:sldChg chg="del">
        <pc:chgData name="Weifeng Xu" userId="e7aed605-a3dd-4d5a-a692-a87037af107b" providerId="ADAL" clId="{519CFF70-A104-4BE5-B7AF-E221F0BC4D16}" dt="2021-08-09T01:38:21.425" v="29" actId="47"/>
        <pc:sldMkLst>
          <pc:docMk/>
          <pc:sldMk cId="1084032121" sldId="422"/>
        </pc:sldMkLst>
      </pc:sldChg>
      <pc:sldChg chg="del">
        <pc:chgData name="Weifeng Xu" userId="e7aed605-a3dd-4d5a-a692-a87037af107b" providerId="ADAL" clId="{519CFF70-A104-4BE5-B7AF-E221F0BC4D16}" dt="2021-08-09T01:38:26.901" v="50" actId="47"/>
        <pc:sldMkLst>
          <pc:docMk/>
          <pc:sldMk cId="3517446545" sldId="423"/>
        </pc:sldMkLst>
      </pc:sldChg>
      <pc:sldChg chg="del">
        <pc:chgData name="Weifeng Xu" userId="e7aed605-a3dd-4d5a-a692-a87037af107b" providerId="ADAL" clId="{519CFF70-A104-4BE5-B7AF-E221F0BC4D16}" dt="2021-08-09T01:38:21.456" v="30" actId="47"/>
        <pc:sldMkLst>
          <pc:docMk/>
          <pc:sldMk cId="4252957880" sldId="424"/>
        </pc:sldMkLst>
      </pc:sldChg>
      <pc:sldChg chg="del">
        <pc:chgData name="Weifeng Xu" userId="e7aed605-a3dd-4d5a-a692-a87037af107b" providerId="ADAL" clId="{519CFF70-A104-4BE5-B7AF-E221F0BC4D16}" dt="2021-08-09T01:38:24.291" v="34" actId="47"/>
        <pc:sldMkLst>
          <pc:docMk/>
          <pc:sldMk cId="2916530060" sldId="425"/>
        </pc:sldMkLst>
      </pc:sldChg>
      <pc:sldChg chg="del">
        <pc:chgData name="Weifeng Xu" userId="e7aed605-a3dd-4d5a-a692-a87037af107b" providerId="ADAL" clId="{519CFF70-A104-4BE5-B7AF-E221F0BC4D16}" dt="2021-08-09T01:38:21.520" v="32" actId="47"/>
        <pc:sldMkLst>
          <pc:docMk/>
          <pc:sldMk cId="2406771835" sldId="426"/>
        </pc:sldMkLst>
      </pc:sldChg>
      <pc:sldChg chg="del">
        <pc:chgData name="Weifeng Xu" userId="e7aed605-a3dd-4d5a-a692-a87037af107b" providerId="ADAL" clId="{519CFF70-A104-4BE5-B7AF-E221F0BC4D16}" dt="2021-08-09T01:38:23.786" v="33" actId="47"/>
        <pc:sldMkLst>
          <pc:docMk/>
          <pc:sldMk cId="2117915220" sldId="427"/>
        </pc:sldMkLst>
      </pc:sldChg>
      <pc:sldChg chg="del">
        <pc:chgData name="Weifeng Xu" userId="e7aed605-a3dd-4d5a-a692-a87037af107b" providerId="ADAL" clId="{519CFF70-A104-4BE5-B7AF-E221F0BC4D16}" dt="2021-08-09T01:38:24.356" v="36" actId="47"/>
        <pc:sldMkLst>
          <pc:docMk/>
          <pc:sldMk cId="844759815" sldId="428"/>
        </pc:sldMkLst>
      </pc:sldChg>
      <pc:sldChg chg="del">
        <pc:chgData name="Weifeng Xu" userId="e7aed605-a3dd-4d5a-a692-a87037af107b" providerId="ADAL" clId="{519CFF70-A104-4BE5-B7AF-E221F0BC4D16}" dt="2021-08-09T01:38:24.559" v="42" actId="47"/>
        <pc:sldMkLst>
          <pc:docMk/>
          <pc:sldMk cId="587065400" sldId="429"/>
        </pc:sldMkLst>
      </pc:sldChg>
      <pc:sldChg chg="del">
        <pc:chgData name="Weifeng Xu" userId="e7aed605-a3dd-4d5a-a692-a87037af107b" providerId="ADAL" clId="{519CFF70-A104-4BE5-B7AF-E221F0BC4D16}" dt="2021-08-09T01:38:21.488" v="31" actId="47"/>
        <pc:sldMkLst>
          <pc:docMk/>
          <pc:sldMk cId="819562653" sldId="431"/>
        </pc:sldMkLst>
      </pc:sldChg>
      <pc:sldChg chg="del">
        <pc:chgData name="Weifeng Xu" userId="e7aed605-a3dd-4d5a-a692-a87037af107b" providerId="ADAL" clId="{519CFF70-A104-4BE5-B7AF-E221F0BC4D16}" dt="2021-08-09T01:39:31.689" v="100" actId="47"/>
        <pc:sldMkLst>
          <pc:docMk/>
          <pc:sldMk cId="1526221910" sldId="433"/>
        </pc:sldMkLst>
      </pc:sldChg>
      <pc:sldChg chg="del">
        <pc:chgData name="Weifeng Xu" userId="e7aed605-a3dd-4d5a-a692-a87037af107b" providerId="ADAL" clId="{519CFF70-A104-4BE5-B7AF-E221F0BC4D16}" dt="2021-08-09T01:39:12.287" v="96" actId="47"/>
        <pc:sldMkLst>
          <pc:docMk/>
          <pc:sldMk cId="611713567" sldId="434"/>
        </pc:sldMkLst>
      </pc:sldChg>
      <pc:sldChg chg="del">
        <pc:chgData name="Weifeng Xu" userId="e7aed605-a3dd-4d5a-a692-a87037af107b" providerId="ADAL" clId="{519CFF70-A104-4BE5-B7AF-E221F0BC4D16}" dt="2021-08-09T01:38:24.688" v="46" actId="47"/>
        <pc:sldMkLst>
          <pc:docMk/>
          <pc:sldMk cId="3123541736" sldId="435"/>
        </pc:sldMkLst>
      </pc:sldChg>
      <pc:sldChg chg="del">
        <pc:chgData name="Weifeng Xu" userId="e7aed605-a3dd-4d5a-a692-a87037af107b" providerId="ADAL" clId="{519CFF70-A104-4BE5-B7AF-E221F0BC4D16}" dt="2021-08-09T01:38:24.719" v="47" actId="47"/>
        <pc:sldMkLst>
          <pc:docMk/>
          <pc:sldMk cId="2780548155" sldId="436"/>
        </pc:sldMkLst>
      </pc:sldChg>
      <pc:sldChg chg="del">
        <pc:chgData name="Weifeng Xu" userId="e7aed605-a3dd-4d5a-a692-a87037af107b" providerId="ADAL" clId="{519CFF70-A104-4BE5-B7AF-E221F0BC4D16}" dt="2021-08-09T01:38:46.560" v="80" actId="47"/>
        <pc:sldMkLst>
          <pc:docMk/>
          <pc:sldMk cId="2156609810" sldId="439"/>
        </pc:sldMkLst>
      </pc:sldChg>
      <pc:sldChg chg="del">
        <pc:chgData name="Weifeng Xu" userId="e7aed605-a3dd-4d5a-a692-a87037af107b" providerId="ADAL" clId="{519CFF70-A104-4BE5-B7AF-E221F0BC4D16}" dt="2021-08-09T01:38:52.194" v="87" actId="47"/>
        <pc:sldMkLst>
          <pc:docMk/>
          <pc:sldMk cId="3097308220" sldId="445"/>
        </pc:sldMkLst>
      </pc:sldChg>
      <pc:sldChg chg="del">
        <pc:chgData name="Weifeng Xu" userId="e7aed605-a3dd-4d5a-a692-a87037af107b" providerId="ADAL" clId="{519CFF70-A104-4BE5-B7AF-E221F0BC4D16}" dt="2021-08-09T01:38:44.876" v="78" actId="47"/>
        <pc:sldMkLst>
          <pc:docMk/>
          <pc:sldMk cId="2270913000" sldId="447"/>
        </pc:sldMkLst>
      </pc:sldChg>
      <pc:sldChg chg="modSp mod">
        <pc:chgData name="Weifeng Xu" userId="e7aed605-a3dd-4d5a-a692-a87037af107b" providerId="ADAL" clId="{519CFF70-A104-4BE5-B7AF-E221F0BC4D16}" dt="2025-04-07T17:17:07.826" v="313" actId="14"/>
        <pc:sldMkLst>
          <pc:docMk/>
          <pc:sldMk cId="2349952390" sldId="448"/>
        </pc:sldMkLst>
      </pc:sldChg>
      <pc:sldChg chg="modSp mod">
        <pc:chgData name="Weifeng Xu" userId="e7aed605-a3dd-4d5a-a692-a87037af107b" providerId="ADAL" clId="{519CFF70-A104-4BE5-B7AF-E221F0BC4D16}" dt="2025-04-07T17:21:58.855" v="442" actId="20577"/>
        <pc:sldMkLst>
          <pc:docMk/>
          <pc:sldMk cId="2217854660" sldId="449"/>
        </pc:sldMkLst>
      </pc:sldChg>
      <pc:sldChg chg="addSp modSp mod">
        <pc:chgData name="Weifeng Xu" userId="e7aed605-a3dd-4d5a-a692-a87037af107b" providerId="ADAL" clId="{519CFF70-A104-4BE5-B7AF-E221F0BC4D16}" dt="2025-04-15T13:22:19.475" v="710" actId="1076"/>
        <pc:sldMkLst>
          <pc:docMk/>
          <pc:sldMk cId="1438349411" sldId="451"/>
        </pc:sldMkLst>
      </pc:sldChg>
      <pc:sldChg chg="del">
        <pc:chgData name="Weifeng Xu" userId="e7aed605-a3dd-4d5a-a692-a87037af107b" providerId="ADAL" clId="{519CFF70-A104-4BE5-B7AF-E221F0BC4D16}" dt="2021-08-09T01:38:45.491" v="79" actId="47"/>
        <pc:sldMkLst>
          <pc:docMk/>
          <pc:sldMk cId="138071100" sldId="453"/>
        </pc:sldMkLst>
      </pc:sldChg>
      <pc:sldChg chg="del">
        <pc:chgData name="Weifeng Xu" userId="e7aed605-a3dd-4d5a-a692-a87037af107b" providerId="ADAL" clId="{519CFF70-A104-4BE5-B7AF-E221F0BC4D16}" dt="2021-08-09T01:38:43.744" v="75" actId="47"/>
        <pc:sldMkLst>
          <pc:docMk/>
          <pc:sldMk cId="2698563990" sldId="454"/>
        </pc:sldMkLst>
      </pc:sldChg>
      <pc:sldChg chg="del">
        <pc:chgData name="Weifeng Xu" userId="e7aed605-a3dd-4d5a-a692-a87037af107b" providerId="ADAL" clId="{519CFF70-A104-4BE5-B7AF-E221F0BC4D16}" dt="2021-08-09T01:38:48.601" v="82" actId="47"/>
        <pc:sldMkLst>
          <pc:docMk/>
          <pc:sldMk cId="119521946" sldId="455"/>
        </pc:sldMkLst>
      </pc:sldChg>
      <pc:sldChg chg="del">
        <pc:chgData name="Weifeng Xu" userId="e7aed605-a3dd-4d5a-a692-a87037af107b" providerId="ADAL" clId="{519CFF70-A104-4BE5-B7AF-E221F0BC4D16}" dt="2021-08-09T01:38:44.712" v="77" actId="47"/>
        <pc:sldMkLst>
          <pc:docMk/>
          <pc:sldMk cId="819406772" sldId="456"/>
        </pc:sldMkLst>
      </pc:sldChg>
      <pc:sldChg chg="del">
        <pc:chgData name="Weifeng Xu" userId="e7aed605-a3dd-4d5a-a692-a87037af107b" providerId="ADAL" clId="{519CFF70-A104-4BE5-B7AF-E221F0BC4D16}" dt="2025-04-15T13:22:23.986" v="711" actId="47"/>
        <pc:sldMkLst>
          <pc:docMk/>
          <pc:sldMk cId="1981201839" sldId="457"/>
        </pc:sldMkLst>
      </pc:sldChg>
      <pc:sldChg chg="del">
        <pc:chgData name="Weifeng Xu" userId="e7aed605-a3dd-4d5a-a692-a87037af107b" providerId="ADAL" clId="{519CFF70-A104-4BE5-B7AF-E221F0BC4D16}" dt="2021-08-09T01:38:24.749" v="48" actId="47"/>
        <pc:sldMkLst>
          <pc:docMk/>
          <pc:sldMk cId="1651626828" sldId="458"/>
        </pc:sldMkLst>
      </pc:sldChg>
      <pc:sldChg chg="del">
        <pc:chgData name="Weifeng Xu" userId="e7aed605-a3dd-4d5a-a692-a87037af107b" providerId="ADAL" clId="{519CFF70-A104-4BE5-B7AF-E221F0BC4D16}" dt="2021-08-09T01:38:24.595" v="43" actId="47"/>
        <pc:sldMkLst>
          <pc:docMk/>
          <pc:sldMk cId="3663679911" sldId="459"/>
        </pc:sldMkLst>
      </pc:sldChg>
      <pc:sldChg chg="del">
        <pc:chgData name="Weifeng Xu" userId="e7aed605-a3dd-4d5a-a692-a87037af107b" providerId="ADAL" clId="{519CFF70-A104-4BE5-B7AF-E221F0BC4D16}" dt="2021-08-09T01:38:27.274" v="52" actId="47"/>
        <pc:sldMkLst>
          <pc:docMk/>
          <pc:sldMk cId="2956765869" sldId="460"/>
        </pc:sldMkLst>
      </pc:sldChg>
      <pc:sldChg chg="del">
        <pc:chgData name="Weifeng Xu" userId="e7aed605-a3dd-4d5a-a692-a87037af107b" providerId="ADAL" clId="{519CFF70-A104-4BE5-B7AF-E221F0BC4D16}" dt="2021-08-09T01:38:27.444" v="53" actId="47"/>
        <pc:sldMkLst>
          <pc:docMk/>
          <pc:sldMk cId="2236577641" sldId="461"/>
        </pc:sldMkLst>
      </pc:sldChg>
      <pc:sldChg chg="del">
        <pc:chgData name="Weifeng Xu" userId="e7aed605-a3dd-4d5a-a692-a87037af107b" providerId="ADAL" clId="{519CFF70-A104-4BE5-B7AF-E221F0BC4D16}" dt="2021-08-09T01:38:51.178" v="86" actId="47"/>
        <pc:sldMkLst>
          <pc:docMk/>
          <pc:sldMk cId="3150289545" sldId="463"/>
        </pc:sldMkLst>
      </pc:sldChg>
      <pc:sldChg chg="del">
        <pc:chgData name="Weifeng Xu" userId="e7aed605-a3dd-4d5a-a692-a87037af107b" providerId="ADAL" clId="{519CFF70-A104-4BE5-B7AF-E221F0BC4D16}" dt="2021-08-09T01:38:53.818" v="88" actId="47"/>
        <pc:sldMkLst>
          <pc:docMk/>
          <pc:sldMk cId="3410746691" sldId="464"/>
        </pc:sldMkLst>
      </pc:sldChg>
      <pc:sldChg chg="del">
        <pc:chgData name="Weifeng Xu" userId="e7aed605-a3dd-4d5a-a692-a87037af107b" providerId="ADAL" clId="{519CFF70-A104-4BE5-B7AF-E221F0BC4D16}" dt="2021-08-09T01:38:54.472" v="89" actId="47"/>
        <pc:sldMkLst>
          <pc:docMk/>
          <pc:sldMk cId="2610329521" sldId="465"/>
        </pc:sldMkLst>
      </pc:sldChg>
      <pc:sldChg chg="del">
        <pc:chgData name="Weifeng Xu" userId="e7aed605-a3dd-4d5a-a692-a87037af107b" providerId="ADAL" clId="{519CFF70-A104-4BE5-B7AF-E221F0BC4D16}" dt="2021-08-09T01:38:55.058" v="90" actId="47"/>
        <pc:sldMkLst>
          <pc:docMk/>
          <pc:sldMk cId="597032371" sldId="466"/>
        </pc:sldMkLst>
      </pc:sldChg>
      <pc:sldChg chg="del">
        <pc:chgData name="Weifeng Xu" userId="e7aed605-a3dd-4d5a-a692-a87037af107b" providerId="ADAL" clId="{519CFF70-A104-4BE5-B7AF-E221F0BC4D16}" dt="2021-08-09T01:38:27.597" v="54" actId="47"/>
        <pc:sldMkLst>
          <pc:docMk/>
          <pc:sldMk cId="1018680074" sldId="468"/>
        </pc:sldMkLst>
      </pc:sldChg>
      <pc:sldChg chg="del">
        <pc:chgData name="Weifeng Xu" userId="e7aed605-a3dd-4d5a-a692-a87037af107b" providerId="ADAL" clId="{519CFF70-A104-4BE5-B7AF-E221F0BC4D16}" dt="2021-08-09T01:38:27.753" v="55" actId="47"/>
        <pc:sldMkLst>
          <pc:docMk/>
          <pc:sldMk cId="906975624" sldId="469"/>
        </pc:sldMkLst>
      </pc:sldChg>
      <pc:sldChg chg="del">
        <pc:chgData name="Weifeng Xu" userId="e7aed605-a3dd-4d5a-a692-a87037af107b" providerId="ADAL" clId="{519CFF70-A104-4BE5-B7AF-E221F0BC4D16}" dt="2021-08-09T01:38:56.036" v="91" actId="47"/>
        <pc:sldMkLst>
          <pc:docMk/>
          <pc:sldMk cId="1215545512" sldId="473"/>
        </pc:sldMkLst>
      </pc:sldChg>
      <pc:sldChg chg="del">
        <pc:chgData name="Weifeng Xu" userId="e7aed605-a3dd-4d5a-a692-a87037af107b" providerId="ADAL" clId="{519CFF70-A104-4BE5-B7AF-E221F0BC4D16}" dt="2021-08-09T01:38:57.192" v="92" actId="47"/>
        <pc:sldMkLst>
          <pc:docMk/>
          <pc:sldMk cId="761505939" sldId="474"/>
        </pc:sldMkLst>
      </pc:sldChg>
      <pc:sldChg chg="del">
        <pc:chgData name="Weifeng Xu" userId="e7aed605-a3dd-4d5a-a692-a87037af107b" providerId="ADAL" clId="{519CFF70-A104-4BE5-B7AF-E221F0BC4D16}" dt="2021-08-09T01:38:58.937" v="93" actId="47"/>
        <pc:sldMkLst>
          <pc:docMk/>
          <pc:sldMk cId="3739720677" sldId="475"/>
        </pc:sldMkLst>
      </pc:sldChg>
      <pc:sldChg chg="del">
        <pc:chgData name="Weifeng Xu" userId="e7aed605-a3dd-4d5a-a692-a87037af107b" providerId="ADAL" clId="{519CFF70-A104-4BE5-B7AF-E221F0BC4D16}" dt="2021-08-09T01:38:59.633" v="94" actId="47"/>
        <pc:sldMkLst>
          <pc:docMk/>
          <pc:sldMk cId="2687904013" sldId="476"/>
        </pc:sldMkLst>
      </pc:sldChg>
      <pc:sldChg chg="del">
        <pc:chgData name="Weifeng Xu" userId="e7aed605-a3dd-4d5a-a692-a87037af107b" providerId="ADAL" clId="{519CFF70-A104-4BE5-B7AF-E221F0BC4D16}" dt="2021-08-09T01:38:29.900" v="60" actId="47"/>
        <pc:sldMkLst>
          <pc:docMk/>
          <pc:sldMk cId="3905067354" sldId="477"/>
        </pc:sldMkLst>
      </pc:sldChg>
      <pc:sldChg chg="del">
        <pc:chgData name="Weifeng Xu" userId="e7aed605-a3dd-4d5a-a692-a87037af107b" providerId="ADAL" clId="{519CFF70-A104-4BE5-B7AF-E221F0BC4D16}" dt="2021-08-09T01:38:27.919" v="56" actId="47"/>
        <pc:sldMkLst>
          <pc:docMk/>
          <pc:sldMk cId="702882773" sldId="478"/>
        </pc:sldMkLst>
      </pc:sldChg>
      <pc:sldChg chg="del">
        <pc:chgData name="Weifeng Xu" userId="e7aed605-a3dd-4d5a-a692-a87037af107b" providerId="ADAL" clId="{519CFF70-A104-4BE5-B7AF-E221F0BC4D16}" dt="2021-08-09T01:38:28.087" v="57" actId="47"/>
        <pc:sldMkLst>
          <pc:docMk/>
          <pc:sldMk cId="2258451702" sldId="479"/>
        </pc:sldMkLst>
      </pc:sldChg>
      <pc:sldChg chg="del">
        <pc:chgData name="Weifeng Xu" userId="e7aed605-a3dd-4d5a-a692-a87037af107b" providerId="ADAL" clId="{519CFF70-A104-4BE5-B7AF-E221F0BC4D16}" dt="2021-08-09T01:38:28.267" v="58" actId="47"/>
        <pc:sldMkLst>
          <pc:docMk/>
          <pc:sldMk cId="3353845145" sldId="480"/>
        </pc:sldMkLst>
      </pc:sldChg>
      <pc:sldChg chg="del">
        <pc:chgData name="Weifeng Xu" userId="e7aed605-a3dd-4d5a-a692-a87037af107b" providerId="ADAL" clId="{519CFF70-A104-4BE5-B7AF-E221F0BC4D16}" dt="2021-08-09T01:38:28.515" v="59" actId="47"/>
        <pc:sldMkLst>
          <pc:docMk/>
          <pc:sldMk cId="2241082669" sldId="481"/>
        </pc:sldMkLst>
      </pc:sldChg>
      <pc:sldChg chg="del">
        <pc:chgData name="Weifeng Xu" userId="e7aed605-a3dd-4d5a-a692-a87037af107b" providerId="ADAL" clId="{519CFF70-A104-4BE5-B7AF-E221F0BC4D16}" dt="2021-08-09T01:38:30.049" v="61" actId="47"/>
        <pc:sldMkLst>
          <pc:docMk/>
          <pc:sldMk cId="3111778466" sldId="482"/>
        </pc:sldMkLst>
      </pc:sldChg>
      <pc:sldChg chg="del">
        <pc:chgData name="Weifeng Xu" userId="e7aed605-a3dd-4d5a-a692-a87037af107b" providerId="ADAL" clId="{519CFF70-A104-4BE5-B7AF-E221F0BC4D16}" dt="2021-08-09T01:38:39.876" v="67" actId="47"/>
        <pc:sldMkLst>
          <pc:docMk/>
          <pc:sldMk cId="111182765" sldId="483"/>
        </pc:sldMkLst>
      </pc:sldChg>
      <pc:sldChg chg="del">
        <pc:chgData name="Weifeng Xu" userId="e7aed605-a3dd-4d5a-a692-a87037af107b" providerId="ADAL" clId="{519CFF70-A104-4BE5-B7AF-E221F0BC4D16}" dt="2021-08-09T01:38:40.280" v="68" actId="47"/>
        <pc:sldMkLst>
          <pc:docMk/>
          <pc:sldMk cId="1635086071" sldId="484"/>
        </pc:sldMkLst>
      </pc:sldChg>
      <pc:sldChg chg="del">
        <pc:chgData name="Weifeng Xu" userId="e7aed605-a3dd-4d5a-a692-a87037af107b" providerId="ADAL" clId="{519CFF70-A104-4BE5-B7AF-E221F0BC4D16}" dt="2021-08-09T01:38:37.902" v="65" actId="47"/>
        <pc:sldMkLst>
          <pc:docMk/>
          <pc:sldMk cId="1962938929" sldId="485"/>
        </pc:sldMkLst>
      </pc:sldChg>
      <pc:sldChg chg="del">
        <pc:chgData name="Weifeng Xu" userId="e7aed605-a3dd-4d5a-a692-a87037af107b" providerId="ADAL" clId="{519CFF70-A104-4BE5-B7AF-E221F0BC4D16}" dt="2021-08-09T01:38:38.612" v="66" actId="47"/>
        <pc:sldMkLst>
          <pc:docMk/>
          <pc:sldMk cId="66603034" sldId="486"/>
        </pc:sldMkLst>
      </pc:sldChg>
      <pc:sldChg chg="del">
        <pc:chgData name="Weifeng Xu" userId="e7aed605-a3dd-4d5a-a692-a87037af107b" providerId="ADAL" clId="{519CFF70-A104-4BE5-B7AF-E221F0BC4D16}" dt="2021-08-09T01:38:40.519" v="69" actId="47"/>
        <pc:sldMkLst>
          <pc:docMk/>
          <pc:sldMk cId="2999971030" sldId="487"/>
        </pc:sldMkLst>
      </pc:sldChg>
      <pc:sldChg chg="del">
        <pc:chgData name="Weifeng Xu" userId="e7aed605-a3dd-4d5a-a692-a87037af107b" providerId="ADAL" clId="{519CFF70-A104-4BE5-B7AF-E221F0BC4D16}" dt="2021-08-09T01:38:40.713" v="70" actId="47"/>
        <pc:sldMkLst>
          <pc:docMk/>
          <pc:sldMk cId="1679723272" sldId="488"/>
        </pc:sldMkLst>
      </pc:sldChg>
      <pc:sldChg chg="del">
        <pc:chgData name="Weifeng Xu" userId="e7aed605-a3dd-4d5a-a692-a87037af107b" providerId="ADAL" clId="{519CFF70-A104-4BE5-B7AF-E221F0BC4D16}" dt="2021-08-09T01:38:40.923" v="71" actId="47"/>
        <pc:sldMkLst>
          <pc:docMk/>
          <pc:sldMk cId="145347310" sldId="489"/>
        </pc:sldMkLst>
      </pc:sldChg>
      <pc:sldChg chg="del">
        <pc:chgData name="Weifeng Xu" userId="e7aed605-a3dd-4d5a-a692-a87037af107b" providerId="ADAL" clId="{519CFF70-A104-4BE5-B7AF-E221F0BC4D16}" dt="2021-08-09T01:38:47.471" v="81" actId="47"/>
        <pc:sldMkLst>
          <pc:docMk/>
          <pc:sldMk cId="4071646353" sldId="491"/>
        </pc:sldMkLst>
      </pc:sldChg>
      <pc:sldChg chg="del">
        <pc:chgData name="Weifeng Xu" userId="e7aed605-a3dd-4d5a-a692-a87037af107b" providerId="ADAL" clId="{519CFF70-A104-4BE5-B7AF-E221F0BC4D16}" dt="2021-08-09T01:38:49.336" v="83" actId="47"/>
        <pc:sldMkLst>
          <pc:docMk/>
          <pc:sldMk cId="3992710873" sldId="492"/>
        </pc:sldMkLst>
      </pc:sldChg>
      <pc:sldChg chg="del">
        <pc:chgData name="Weifeng Xu" userId="e7aed605-a3dd-4d5a-a692-a87037af107b" providerId="ADAL" clId="{519CFF70-A104-4BE5-B7AF-E221F0BC4D16}" dt="2021-08-09T01:38:49.759" v="84" actId="47"/>
        <pc:sldMkLst>
          <pc:docMk/>
          <pc:sldMk cId="3844125229" sldId="493"/>
        </pc:sldMkLst>
      </pc:sldChg>
      <pc:sldChg chg="del">
        <pc:chgData name="Weifeng Xu" userId="e7aed605-a3dd-4d5a-a692-a87037af107b" providerId="ADAL" clId="{519CFF70-A104-4BE5-B7AF-E221F0BC4D16}" dt="2021-08-09T01:38:41.426" v="72" actId="47"/>
        <pc:sldMkLst>
          <pc:docMk/>
          <pc:sldMk cId="48681424" sldId="494"/>
        </pc:sldMkLst>
      </pc:sldChg>
      <pc:sldChg chg="del">
        <pc:chgData name="Weifeng Xu" userId="e7aed605-a3dd-4d5a-a692-a87037af107b" providerId="ADAL" clId="{519CFF70-A104-4BE5-B7AF-E221F0BC4D16}" dt="2021-08-09T01:38:50.713" v="85" actId="47"/>
        <pc:sldMkLst>
          <pc:docMk/>
          <pc:sldMk cId="1802302037" sldId="495"/>
        </pc:sldMkLst>
      </pc:sldChg>
      <pc:sldChg chg="del">
        <pc:chgData name="Weifeng Xu" userId="e7aed605-a3dd-4d5a-a692-a87037af107b" providerId="ADAL" clId="{519CFF70-A104-4BE5-B7AF-E221F0BC4D16}" dt="2021-08-09T01:38:43.928" v="76" actId="47"/>
        <pc:sldMkLst>
          <pc:docMk/>
          <pc:sldMk cId="3788700773" sldId="496"/>
        </pc:sldMkLst>
      </pc:sldChg>
      <pc:sldChg chg="modSp add del mod">
        <pc:chgData name="Weifeng Xu" userId="e7aed605-a3dd-4d5a-a692-a87037af107b" providerId="ADAL" clId="{519CFF70-A104-4BE5-B7AF-E221F0BC4D16}" dt="2025-04-07T17:18:30.631" v="348" actId="12"/>
        <pc:sldMkLst>
          <pc:docMk/>
          <pc:sldMk cId="1156047588" sldId="497"/>
        </pc:sldMkLst>
      </pc:sldChg>
      <pc:sldChg chg="del">
        <pc:chgData name="Weifeng Xu" userId="e7aed605-a3dd-4d5a-a692-a87037af107b" providerId="ADAL" clId="{519CFF70-A104-4BE5-B7AF-E221F0BC4D16}" dt="2021-08-09T01:38:42.312" v="74" actId="47"/>
        <pc:sldMkLst>
          <pc:docMk/>
          <pc:sldMk cId="2615184067" sldId="498"/>
        </pc:sldMkLst>
      </pc:sldChg>
      <pc:sldChg chg="addSp delSp modSp new mod">
        <pc:chgData name="Weifeng Xu" userId="e7aed605-a3dd-4d5a-a692-a87037af107b" providerId="ADAL" clId="{519CFF70-A104-4BE5-B7AF-E221F0BC4D16}" dt="2025-04-03T12:09:06.057" v="211" actId="113"/>
        <pc:sldMkLst>
          <pc:docMk/>
          <pc:sldMk cId="2656319871" sldId="498"/>
        </pc:sldMkLst>
      </pc:sldChg>
      <pc:sldChg chg="del">
        <pc:chgData name="Weifeng Xu" userId="e7aed605-a3dd-4d5a-a692-a87037af107b" providerId="ADAL" clId="{519CFF70-A104-4BE5-B7AF-E221F0BC4D16}" dt="2021-08-09T01:38:41.819" v="73" actId="47"/>
        <pc:sldMkLst>
          <pc:docMk/>
          <pc:sldMk cId="2180313746" sldId="499"/>
        </pc:sldMkLst>
      </pc:sldChg>
      <pc:sldChg chg="addSp delSp modSp new mod modClrScheme chgLayout">
        <pc:chgData name="Weifeng Xu" userId="e7aed605-a3dd-4d5a-a692-a87037af107b" providerId="ADAL" clId="{519CFF70-A104-4BE5-B7AF-E221F0BC4D16}" dt="2025-04-03T12:13:59.197" v="218" actId="207"/>
        <pc:sldMkLst>
          <pc:docMk/>
          <pc:sldMk cId="3154280878" sldId="499"/>
        </pc:sldMkLst>
      </pc:sldChg>
      <pc:sldChg chg="addSp delSp modSp new mod modClrScheme chgLayout">
        <pc:chgData name="Weifeng Xu" userId="e7aed605-a3dd-4d5a-a692-a87037af107b" providerId="ADAL" clId="{519CFF70-A104-4BE5-B7AF-E221F0BC4D16}" dt="2025-04-03T12:16:06.446" v="229" actId="14100"/>
        <pc:sldMkLst>
          <pc:docMk/>
          <pc:sldMk cId="83335793" sldId="500"/>
        </pc:sldMkLst>
      </pc:sldChg>
      <pc:sldChg chg="addSp modSp new mod">
        <pc:chgData name="Weifeng Xu" userId="e7aed605-a3dd-4d5a-a692-a87037af107b" providerId="ADAL" clId="{519CFF70-A104-4BE5-B7AF-E221F0BC4D16}" dt="2025-04-03T12:16:51.392" v="233" actId="14100"/>
        <pc:sldMkLst>
          <pc:docMk/>
          <pc:sldMk cId="2534534134" sldId="501"/>
        </pc:sldMkLst>
      </pc:sldChg>
      <pc:sldChg chg="addSp modSp new mod">
        <pc:chgData name="Weifeng Xu" userId="e7aed605-a3dd-4d5a-a692-a87037af107b" providerId="ADAL" clId="{519CFF70-A104-4BE5-B7AF-E221F0BC4D16}" dt="2025-04-03T12:18:24.052" v="239" actId="1076"/>
        <pc:sldMkLst>
          <pc:docMk/>
          <pc:sldMk cId="2650834497" sldId="502"/>
        </pc:sldMkLst>
      </pc:sldChg>
      <pc:sldChg chg="addSp modSp new mod">
        <pc:chgData name="Weifeng Xu" userId="e7aed605-a3dd-4d5a-a692-a87037af107b" providerId="ADAL" clId="{519CFF70-A104-4BE5-B7AF-E221F0BC4D16}" dt="2025-04-03T12:21:46.824" v="243" actId="1076"/>
        <pc:sldMkLst>
          <pc:docMk/>
          <pc:sldMk cId="147434593" sldId="503"/>
        </pc:sldMkLst>
      </pc:sldChg>
      <pc:sldChg chg="addSp delSp modSp new mod modClrScheme chgLayout">
        <pc:chgData name="Weifeng Xu" userId="e7aed605-a3dd-4d5a-a692-a87037af107b" providerId="ADAL" clId="{519CFF70-A104-4BE5-B7AF-E221F0BC4D16}" dt="2025-04-07T17:15:56.595" v="257" actId="20577"/>
        <pc:sldMkLst>
          <pc:docMk/>
          <pc:sldMk cId="1036379805" sldId="504"/>
        </pc:sldMkLst>
      </pc:sldChg>
      <pc:sldChg chg="modSp add mod">
        <pc:chgData name="Weifeng Xu" userId="e7aed605-a3dd-4d5a-a692-a87037af107b" providerId="ADAL" clId="{519CFF70-A104-4BE5-B7AF-E221F0BC4D16}" dt="2025-04-07T17:17:26.728" v="328" actId="20577"/>
        <pc:sldMkLst>
          <pc:docMk/>
          <pc:sldMk cId="3110483315" sldId="505"/>
        </pc:sldMkLst>
      </pc:sldChg>
      <pc:sldChg chg="add del">
        <pc:chgData name="Weifeng Xu" userId="e7aed605-a3dd-4d5a-a692-a87037af107b" providerId="ADAL" clId="{519CFF70-A104-4BE5-B7AF-E221F0BC4D16}" dt="2025-04-15T13:14:41.058" v="539"/>
        <pc:sldMkLst>
          <pc:docMk/>
          <pc:sldMk cId="3340538059" sldId="506"/>
        </pc:sldMkLst>
      </pc:sldChg>
    </pc:docChg>
  </pc:docChgLst>
  <pc:docChgLst>
    <pc:chgData name="Harleen Kaur" userId="S::id65ns02@ubalt.edu::9f7fc1d6-ab67-473f-ba46-e98f6ce2049b" providerId="AD" clId="Web-{C2FAEB8F-3984-EC16-643E-89D8DCB1B0DD}"/>
    <pc:docChg chg="addSld delSld modSld sldOrd">
      <pc:chgData name="Harleen Kaur" userId="S::id65ns02@ubalt.edu::9f7fc1d6-ab67-473f-ba46-e98f6ce2049b" providerId="AD" clId="Web-{C2FAEB8F-3984-EC16-643E-89D8DCB1B0DD}" dt="2021-07-19T20:47:27.167" v="800" actId="20577"/>
      <pc:docMkLst>
        <pc:docMk/>
      </pc:docMkLst>
      <pc:sldChg chg="modSp">
        <pc:chgData name="Harleen Kaur" userId="S::id65ns02@ubalt.edu::9f7fc1d6-ab67-473f-ba46-e98f6ce2049b" providerId="AD" clId="Web-{C2FAEB8F-3984-EC16-643E-89D8DCB1B0DD}" dt="2021-07-19T19:26:36.565" v="225" actId="20577"/>
        <pc:sldMkLst>
          <pc:docMk/>
          <pc:sldMk cId="3268356748" sldId="380"/>
        </pc:sldMkLst>
      </pc:sldChg>
      <pc:sldChg chg="addSp modSp">
        <pc:chgData name="Harleen Kaur" userId="S::id65ns02@ubalt.edu::9f7fc1d6-ab67-473f-ba46-e98f6ce2049b" providerId="AD" clId="Web-{C2FAEB8F-3984-EC16-643E-89D8DCB1B0DD}" dt="2021-07-19T19:09:08.809" v="212" actId="20577"/>
        <pc:sldMkLst>
          <pc:docMk/>
          <pc:sldMk cId="4046926907" sldId="384"/>
        </pc:sldMkLst>
      </pc:sldChg>
      <pc:sldChg chg="modSp">
        <pc:chgData name="Harleen Kaur" userId="S::id65ns02@ubalt.edu::9f7fc1d6-ab67-473f-ba46-e98f6ce2049b" providerId="AD" clId="Web-{C2FAEB8F-3984-EC16-643E-89D8DCB1B0DD}" dt="2021-07-19T18:44:06.342" v="153" actId="20577"/>
        <pc:sldMkLst>
          <pc:docMk/>
          <pc:sldMk cId="954730872" sldId="385"/>
        </pc:sldMkLst>
      </pc:sldChg>
      <pc:sldChg chg="modSp">
        <pc:chgData name="Harleen Kaur" userId="S::id65ns02@ubalt.edu::9f7fc1d6-ab67-473f-ba46-e98f6ce2049b" providerId="AD" clId="Web-{C2FAEB8F-3984-EC16-643E-89D8DCB1B0DD}" dt="2021-07-19T19:52:11.363" v="531" actId="20577"/>
        <pc:sldMkLst>
          <pc:docMk/>
          <pc:sldMk cId="3188243652" sldId="386"/>
        </pc:sldMkLst>
      </pc:sldChg>
      <pc:sldChg chg="addSp delSp modSp">
        <pc:chgData name="Harleen Kaur" userId="S::id65ns02@ubalt.edu::9f7fc1d6-ab67-473f-ba46-e98f6ce2049b" providerId="AD" clId="Web-{C2FAEB8F-3984-EC16-643E-89D8DCB1B0DD}" dt="2021-07-19T20:38:52.796" v="702" actId="14100"/>
        <pc:sldMkLst>
          <pc:docMk/>
          <pc:sldMk cId="1318968879" sldId="401"/>
        </pc:sldMkLst>
      </pc:sldChg>
      <pc:sldChg chg="modSp">
        <pc:chgData name="Harleen Kaur" userId="S::id65ns02@ubalt.edu::9f7fc1d6-ab67-473f-ba46-e98f6ce2049b" providerId="AD" clId="Web-{C2FAEB8F-3984-EC16-643E-89D8DCB1B0DD}" dt="2021-07-19T20:41:22.534" v="734" actId="20577"/>
        <pc:sldMkLst>
          <pc:docMk/>
          <pc:sldMk cId="2072083871" sldId="402"/>
        </pc:sldMkLst>
      </pc:sldChg>
      <pc:sldChg chg="modSp">
        <pc:chgData name="Harleen Kaur" userId="S::id65ns02@ubalt.edu::9f7fc1d6-ab67-473f-ba46-e98f6ce2049b" providerId="AD" clId="Web-{C2FAEB8F-3984-EC16-643E-89D8DCB1B0DD}" dt="2021-07-19T20:46:54.885" v="787" actId="20577"/>
        <pc:sldMkLst>
          <pc:docMk/>
          <pc:sldMk cId="2895696043" sldId="406"/>
        </pc:sldMkLst>
      </pc:sldChg>
      <pc:sldChg chg="modSp">
        <pc:chgData name="Harleen Kaur" userId="S::id65ns02@ubalt.edu::9f7fc1d6-ab67-473f-ba46-e98f6ce2049b" providerId="AD" clId="Web-{C2FAEB8F-3984-EC16-643E-89D8DCB1B0DD}" dt="2021-07-19T20:47:27.167" v="800" actId="20577"/>
        <pc:sldMkLst>
          <pc:docMk/>
          <pc:sldMk cId="1124496874" sldId="407"/>
        </pc:sldMkLst>
      </pc:sldChg>
      <pc:sldChg chg="addSp modSp">
        <pc:chgData name="Harleen Kaur" userId="S::id65ns02@ubalt.edu::9f7fc1d6-ab67-473f-ba46-e98f6ce2049b" providerId="AD" clId="Web-{C2FAEB8F-3984-EC16-643E-89D8DCB1B0DD}" dt="2021-07-19T19:51:05.502" v="518" actId="14100"/>
        <pc:sldMkLst>
          <pc:docMk/>
          <pc:sldMk cId="961075764" sldId="416"/>
        </pc:sldMkLst>
      </pc:sldChg>
      <pc:sldChg chg="modSp">
        <pc:chgData name="Harleen Kaur" userId="S::id65ns02@ubalt.edu::9f7fc1d6-ab67-473f-ba46-e98f6ce2049b" providerId="AD" clId="Web-{C2FAEB8F-3984-EC16-643E-89D8DCB1B0DD}" dt="2021-07-19T19:06:58.696" v="155" actId="20577"/>
        <pc:sldMkLst>
          <pc:docMk/>
          <pc:sldMk cId="3442401094" sldId="418"/>
        </pc:sldMkLst>
      </pc:sldChg>
      <pc:sldChg chg="modSp">
        <pc:chgData name="Harleen Kaur" userId="S::id65ns02@ubalt.edu::9f7fc1d6-ab67-473f-ba46-e98f6ce2049b" providerId="AD" clId="Web-{C2FAEB8F-3984-EC16-643E-89D8DCB1B0DD}" dt="2021-07-19T13:02:12.878" v="47" actId="20577"/>
        <pc:sldMkLst>
          <pc:docMk/>
          <pc:sldMk cId="2117915220" sldId="427"/>
        </pc:sldMkLst>
      </pc:sldChg>
      <pc:sldChg chg="modSp">
        <pc:chgData name="Harleen Kaur" userId="S::id65ns02@ubalt.edu::9f7fc1d6-ab67-473f-ba46-e98f6ce2049b" providerId="AD" clId="Web-{C2FAEB8F-3984-EC16-643E-89D8DCB1B0DD}" dt="2021-07-19T12:32:56.819" v="3" actId="20577"/>
        <pc:sldMkLst>
          <pc:docMk/>
          <pc:sldMk cId="844759815" sldId="428"/>
        </pc:sldMkLst>
      </pc:sldChg>
      <pc:sldChg chg="del">
        <pc:chgData name="Harleen Kaur" userId="S::id65ns02@ubalt.edu::9f7fc1d6-ab67-473f-ba46-e98f6ce2049b" providerId="AD" clId="Web-{C2FAEB8F-3984-EC16-643E-89D8DCB1B0DD}" dt="2021-07-19T19:45:57.402" v="409"/>
        <pc:sldMkLst>
          <pc:docMk/>
          <pc:sldMk cId="1197324011" sldId="432"/>
        </pc:sldMkLst>
      </pc:sldChg>
      <pc:sldChg chg="ord">
        <pc:chgData name="Harleen Kaur" userId="S::id65ns02@ubalt.edu::9f7fc1d6-ab67-473f-ba46-e98f6ce2049b" providerId="AD" clId="Web-{C2FAEB8F-3984-EC16-643E-89D8DCB1B0DD}" dt="2021-07-19T19:10:09.341" v="215"/>
        <pc:sldMkLst>
          <pc:docMk/>
          <pc:sldMk cId="3123541736" sldId="435"/>
        </pc:sldMkLst>
      </pc:sldChg>
      <pc:sldChg chg="addSp delSp modSp ord">
        <pc:chgData name="Harleen Kaur" userId="S::id65ns02@ubalt.edu::9f7fc1d6-ab67-473f-ba46-e98f6ce2049b" providerId="AD" clId="Web-{C2FAEB8F-3984-EC16-643E-89D8DCB1B0DD}" dt="2021-07-19T19:30:14.038" v="283" actId="14100"/>
        <pc:sldMkLst>
          <pc:docMk/>
          <pc:sldMk cId="2780548155" sldId="436"/>
        </pc:sldMkLst>
      </pc:sldChg>
      <pc:sldChg chg="modSp">
        <pc:chgData name="Harleen Kaur" userId="S::id65ns02@ubalt.edu::9f7fc1d6-ab67-473f-ba46-e98f6ce2049b" providerId="AD" clId="Web-{C2FAEB8F-3984-EC16-643E-89D8DCB1B0DD}" dt="2021-07-19T20:39:13.484" v="715" actId="20577"/>
        <pc:sldMkLst>
          <pc:docMk/>
          <pc:sldMk cId="2609955097" sldId="437"/>
        </pc:sldMkLst>
      </pc:sldChg>
      <pc:sldChg chg="modSp">
        <pc:chgData name="Harleen Kaur" userId="S::id65ns02@ubalt.edu::9f7fc1d6-ab67-473f-ba46-e98f6ce2049b" providerId="AD" clId="Web-{C2FAEB8F-3984-EC16-643E-89D8DCB1B0DD}" dt="2021-07-19T20:39:51.266" v="723" actId="20577"/>
        <pc:sldMkLst>
          <pc:docMk/>
          <pc:sldMk cId="2869426348" sldId="438"/>
        </pc:sldMkLst>
      </pc:sldChg>
      <pc:sldChg chg="modSp">
        <pc:chgData name="Harleen Kaur" userId="S::id65ns02@ubalt.edu::9f7fc1d6-ab67-473f-ba46-e98f6ce2049b" providerId="AD" clId="Web-{C2FAEB8F-3984-EC16-643E-89D8DCB1B0DD}" dt="2021-07-19T20:46:13.024" v="776" actId="20577"/>
        <pc:sldMkLst>
          <pc:docMk/>
          <pc:sldMk cId="1049910314" sldId="441"/>
        </pc:sldMkLst>
      </pc:sldChg>
      <pc:sldChg chg="modSp ord">
        <pc:chgData name="Harleen Kaur" userId="S::id65ns02@ubalt.edu::9f7fc1d6-ab67-473f-ba46-e98f6ce2049b" providerId="AD" clId="Web-{C2FAEB8F-3984-EC16-643E-89D8DCB1B0DD}" dt="2021-07-19T20:27:25.469" v="592" actId="20577"/>
        <pc:sldMkLst>
          <pc:docMk/>
          <pc:sldMk cId="2956052182" sldId="444"/>
        </pc:sldMkLst>
      </pc:sldChg>
      <pc:sldChg chg="modSp">
        <pc:chgData name="Harleen Kaur" userId="S::id65ns02@ubalt.edu::9f7fc1d6-ab67-473f-ba46-e98f6ce2049b" providerId="AD" clId="Web-{C2FAEB8F-3984-EC16-643E-89D8DCB1B0DD}" dt="2021-07-19T20:42:43.051" v="761" actId="20577"/>
        <pc:sldMkLst>
          <pc:docMk/>
          <pc:sldMk cId="3496283479" sldId="446"/>
        </pc:sldMkLst>
      </pc:sldChg>
      <pc:sldChg chg="addSp delSp modSp">
        <pc:chgData name="Harleen Kaur" userId="S::id65ns02@ubalt.edu::9f7fc1d6-ab67-473f-ba46-e98f6ce2049b" providerId="AD" clId="Web-{C2FAEB8F-3984-EC16-643E-89D8DCB1B0DD}" dt="2021-07-19T20:42:13.285" v="757" actId="14100"/>
        <pc:sldMkLst>
          <pc:docMk/>
          <pc:sldMk cId="138071100" sldId="453"/>
        </pc:sldMkLst>
      </pc:sldChg>
      <pc:sldChg chg="modSp new">
        <pc:chgData name="Harleen Kaur" userId="S::id65ns02@ubalt.edu::9f7fc1d6-ab67-473f-ba46-e98f6ce2049b" providerId="AD" clId="Web-{C2FAEB8F-3984-EC16-643E-89D8DCB1B0DD}" dt="2021-07-19T19:45:41.901" v="408" actId="20577"/>
        <pc:sldMkLst>
          <pc:docMk/>
          <pc:sldMk cId="1651626828" sldId="458"/>
        </pc:sldMkLst>
      </pc:sldChg>
    </pc:docChg>
  </pc:docChgLst>
  <pc:docChgLst>
    <pc:chgData name="Harleen Kaur" userId="S::id65ns02@ubalt.edu::9f7fc1d6-ab67-473f-ba46-e98f6ce2049b" providerId="AD" clId="Web-{8AFCE5D7-BF8B-477E-76F8-6138098F1899}"/>
    <pc:docChg chg="modSld sldOrd">
      <pc:chgData name="Harleen Kaur" userId="S::id65ns02@ubalt.edu::9f7fc1d6-ab67-473f-ba46-e98f6ce2049b" providerId="AD" clId="Web-{8AFCE5D7-BF8B-477E-76F8-6138098F1899}" dt="2021-07-18T02:03:22.396" v="5" actId="20577"/>
      <pc:docMkLst>
        <pc:docMk/>
      </pc:docMkLst>
      <pc:sldChg chg="ord">
        <pc:chgData name="Harleen Kaur" userId="S::id65ns02@ubalt.edu::9f7fc1d6-ab67-473f-ba46-e98f6ce2049b" providerId="AD" clId="Web-{8AFCE5D7-BF8B-477E-76F8-6138098F1899}" dt="2021-07-18T02:02:48.255" v="2"/>
        <pc:sldMkLst>
          <pc:docMk/>
          <pc:sldMk cId="2622453785" sldId="408"/>
        </pc:sldMkLst>
      </pc:sldChg>
      <pc:sldChg chg="modSp">
        <pc:chgData name="Harleen Kaur" userId="S::id65ns02@ubalt.edu::9f7fc1d6-ab67-473f-ba46-e98f6ce2049b" providerId="AD" clId="Web-{8AFCE5D7-BF8B-477E-76F8-6138098F1899}" dt="2021-07-18T02:02:14.848" v="0" actId="20577"/>
        <pc:sldMkLst>
          <pc:docMk/>
          <pc:sldMk cId="3097308220" sldId="445"/>
        </pc:sldMkLst>
      </pc:sldChg>
      <pc:sldChg chg="modSp">
        <pc:chgData name="Harleen Kaur" userId="S::id65ns02@ubalt.edu::9f7fc1d6-ab67-473f-ba46-e98f6ce2049b" providerId="AD" clId="Web-{8AFCE5D7-BF8B-477E-76F8-6138098F1899}" dt="2021-07-18T02:02:20.567" v="1" actId="20577"/>
        <pc:sldMkLst>
          <pc:docMk/>
          <pc:sldMk cId="3496283479" sldId="446"/>
        </pc:sldMkLst>
      </pc:sldChg>
      <pc:sldChg chg="modSp">
        <pc:chgData name="Harleen Kaur" userId="S::id65ns02@ubalt.edu::9f7fc1d6-ab67-473f-ba46-e98f6ce2049b" providerId="AD" clId="Web-{8AFCE5D7-BF8B-477E-76F8-6138098F1899}" dt="2021-07-18T02:03:22.396" v="5" actId="20577"/>
        <pc:sldMkLst>
          <pc:docMk/>
          <pc:sldMk cId="1981201839" sldId="457"/>
        </pc:sldMkLst>
      </pc:sldChg>
    </pc:docChg>
  </pc:docChgLst>
  <pc:docChgLst>
    <pc:chgData name="Weifeng Xu" userId="e7aed605-a3dd-4d5a-a692-a87037af107b" providerId="ADAL" clId="{A607ACB5-F40C-412A-A21E-8D57A08453C8}"/>
    <pc:docChg chg="undo redo custSel addSld delSld modSld sldOrd">
      <pc:chgData name="Weifeng Xu" userId="e7aed605-a3dd-4d5a-a692-a87037af107b" providerId="ADAL" clId="{A607ACB5-F40C-412A-A21E-8D57A08453C8}" dt="2021-08-08T21:22:43.010" v="2543" actId="20577"/>
      <pc:docMkLst>
        <pc:docMk/>
      </pc:docMkLst>
      <pc:sldChg chg="modSp mod">
        <pc:chgData name="Weifeng Xu" userId="e7aed605-a3dd-4d5a-a692-a87037af107b" providerId="ADAL" clId="{A607ACB5-F40C-412A-A21E-8D57A08453C8}" dt="2021-07-27T23:42:31.251" v="1200" actId="20577"/>
        <pc:sldMkLst>
          <pc:docMk/>
          <pc:sldMk cId="3077270470" sldId="375"/>
        </pc:sldMkLst>
      </pc:sldChg>
      <pc:sldChg chg="addSp delSp modSp mod modClrScheme chgLayout">
        <pc:chgData name="Weifeng Xu" userId="e7aed605-a3dd-4d5a-a692-a87037af107b" providerId="ADAL" clId="{A607ACB5-F40C-412A-A21E-8D57A08453C8}" dt="2021-07-27T19:41:57.370" v="477" actId="20577"/>
        <pc:sldMkLst>
          <pc:docMk/>
          <pc:sldMk cId="979769990" sldId="377"/>
        </pc:sldMkLst>
      </pc:sldChg>
      <pc:sldChg chg="addSp delSp modSp mod modClrScheme chgLayout">
        <pc:chgData name="Weifeng Xu" userId="e7aed605-a3dd-4d5a-a692-a87037af107b" providerId="ADAL" clId="{A607ACB5-F40C-412A-A21E-8D57A08453C8}" dt="2021-07-27T19:43:10.639" v="481" actId="700"/>
        <pc:sldMkLst>
          <pc:docMk/>
          <pc:sldMk cId="4293835923" sldId="378"/>
        </pc:sldMkLst>
      </pc:sldChg>
      <pc:sldChg chg="addSp delSp modSp mod modClrScheme chgLayout">
        <pc:chgData name="Weifeng Xu" userId="e7aed605-a3dd-4d5a-a692-a87037af107b" providerId="ADAL" clId="{A607ACB5-F40C-412A-A21E-8D57A08453C8}" dt="2021-07-27T19:59:18.416" v="644" actId="14100"/>
        <pc:sldMkLst>
          <pc:docMk/>
          <pc:sldMk cId="4148899360" sldId="379"/>
        </pc:sldMkLst>
      </pc:sldChg>
      <pc:sldChg chg="modSp mod">
        <pc:chgData name="Weifeng Xu" userId="e7aed605-a3dd-4d5a-a692-a87037af107b" providerId="ADAL" clId="{A607ACB5-F40C-412A-A21E-8D57A08453C8}" dt="2021-07-27T19:50:56.807" v="611" actId="20577"/>
        <pc:sldMkLst>
          <pc:docMk/>
          <pc:sldMk cId="3268356748" sldId="380"/>
        </pc:sldMkLst>
      </pc:sldChg>
      <pc:sldChg chg="addSp delSp modSp mod modClrScheme chgLayout">
        <pc:chgData name="Weifeng Xu" userId="e7aed605-a3dd-4d5a-a692-a87037af107b" providerId="ADAL" clId="{A607ACB5-F40C-412A-A21E-8D57A08453C8}" dt="2021-07-29T14:43:44.356" v="2456" actId="1076"/>
        <pc:sldMkLst>
          <pc:docMk/>
          <pc:sldMk cId="2679643070" sldId="381"/>
        </pc:sldMkLst>
      </pc:sldChg>
      <pc:sldChg chg="addSp delSp modSp add del mod modClrScheme chgLayout">
        <pc:chgData name="Weifeng Xu" userId="e7aed605-a3dd-4d5a-a692-a87037af107b" providerId="ADAL" clId="{A607ACB5-F40C-412A-A21E-8D57A08453C8}" dt="2021-07-27T20:04:05.781" v="710" actId="47"/>
        <pc:sldMkLst>
          <pc:docMk/>
          <pc:sldMk cId="1272424935" sldId="382"/>
        </pc:sldMkLst>
      </pc:sldChg>
      <pc:sldChg chg="addSp delSp modSp mod modClrScheme addCm delCm chgLayout">
        <pc:chgData name="Weifeng Xu" userId="e7aed605-a3dd-4d5a-a692-a87037af107b" providerId="ADAL" clId="{A607ACB5-F40C-412A-A21E-8D57A08453C8}" dt="2021-07-29T14:35:33.669" v="2332" actId="1582"/>
        <pc:sldMkLst>
          <pc:docMk/>
          <pc:sldMk cId="4046926907" sldId="384"/>
        </pc:sldMkLst>
      </pc:sldChg>
      <pc:sldChg chg="del">
        <pc:chgData name="Weifeng Xu" userId="e7aed605-a3dd-4d5a-a692-a87037af107b" providerId="ADAL" clId="{A607ACB5-F40C-412A-A21E-8D57A08453C8}" dt="2021-07-27T23:25:53.927" v="1167" actId="47"/>
        <pc:sldMkLst>
          <pc:docMk/>
          <pc:sldMk cId="954730872" sldId="385"/>
        </pc:sldMkLst>
      </pc:sldChg>
      <pc:sldChg chg="modSp mod">
        <pc:chgData name="Weifeng Xu" userId="e7aed605-a3dd-4d5a-a692-a87037af107b" providerId="ADAL" clId="{A607ACB5-F40C-412A-A21E-8D57A08453C8}" dt="2021-07-28T00:41:29.132" v="1312" actId="20577"/>
        <pc:sldMkLst>
          <pc:docMk/>
          <pc:sldMk cId="1915093242" sldId="387"/>
        </pc:sldMkLst>
      </pc:sldChg>
      <pc:sldChg chg="del">
        <pc:chgData name="Weifeng Xu" userId="e7aed605-a3dd-4d5a-a692-a87037af107b" providerId="ADAL" clId="{A607ACB5-F40C-412A-A21E-8D57A08453C8}" dt="2021-07-28T00:49:37.756" v="1545" actId="47"/>
        <pc:sldMkLst>
          <pc:docMk/>
          <pc:sldMk cId="2537449008" sldId="399"/>
        </pc:sldMkLst>
      </pc:sldChg>
      <pc:sldChg chg="del">
        <pc:chgData name="Weifeng Xu" userId="e7aed605-a3dd-4d5a-a692-a87037af107b" providerId="ADAL" clId="{A607ACB5-F40C-412A-A21E-8D57A08453C8}" dt="2021-07-27T23:31:34.648" v="1178" actId="47"/>
        <pc:sldMkLst>
          <pc:docMk/>
          <pc:sldMk cId="961075764" sldId="416"/>
        </pc:sldMkLst>
      </pc:sldChg>
      <pc:sldChg chg="modSp mod ord">
        <pc:chgData name="Weifeng Xu" userId="e7aed605-a3dd-4d5a-a692-a87037af107b" providerId="ADAL" clId="{A607ACB5-F40C-412A-A21E-8D57A08453C8}" dt="2021-07-28T00:50:19.280" v="1577" actId="20577"/>
        <pc:sldMkLst>
          <pc:docMk/>
          <pc:sldMk cId="3306337535" sldId="419"/>
        </pc:sldMkLst>
      </pc:sldChg>
      <pc:sldChg chg="addSp delSp modSp mod">
        <pc:chgData name="Weifeng Xu" userId="e7aed605-a3dd-4d5a-a692-a87037af107b" providerId="ADAL" clId="{A607ACB5-F40C-412A-A21E-8D57A08453C8}" dt="2021-07-28T01:12:20.345" v="1730" actId="403"/>
        <pc:sldMkLst>
          <pc:docMk/>
          <pc:sldMk cId="3517446545" sldId="423"/>
        </pc:sldMkLst>
      </pc:sldChg>
      <pc:sldChg chg="modSp mod">
        <pc:chgData name="Weifeng Xu" userId="e7aed605-a3dd-4d5a-a692-a87037af107b" providerId="ADAL" clId="{A607ACB5-F40C-412A-A21E-8D57A08453C8}" dt="2021-07-27T23:09:15.558" v="989" actId="6549"/>
        <pc:sldMkLst>
          <pc:docMk/>
          <pc:sldMk cId="844759815" sldId="428"/>
        </pc:sldMkLst>
      </pc:sldChg>
      <pc:sldChg chg="addSp modSp mod modClrScheme chgLayout">
        <pc:chgData name="Weifeng Xu" userId="e7aed605-a3dd-4d5a-a692-a87037af107b" providerId="ADAL" clId="{A607ACB5-F40C-412A-A21E-8D57A08453C8}" dt="2021-07-27T20:01:05.600" v="647"/>
        <pc:sldMkLst>
          <pc:docMk/>
          <pc:sldMk cId="587065400" sldId="429"/>
        </pc:sldMkLst>
      </pc:sldChg>
      <pc:sldChg chg="addSp delSp modSp mod modClrScheme chgLayout">
        <pc:chgData name="Weifeng Xu" userId="e7aed605-a3dd-4d5a-a692-a87037af107b" providerId="ADAL" clId="{A607ACB5-F40C-412A-A21E-8D57A08453C8}" dt="2021-07-27T20:32:43.513" v="865" actId="20577"/>
        <pc:sldMkLst>
          <pc:docMk/>
          <pc:sldMk cId="3123541736" sldId="435"/>
        </pc:sldMkLst>
      </pc:sldChg>
      <pc:sldChg chg="addSp delSp modSp mod">
        <pc:chgData name="Weifeng Xu" userId="e7aed605-a3dd-4d5a-a692-a87037af107b" providerId="ADAL" clId="{A607ACB5-F40C-412A-A21E-8D57A08453C8}" dt="2021-07-29T14:36:42.121" v="2350" actId="20577"/>
        <pc:sldMkLst>
          <pc:docMk/>
          <pc:sldMk cId="2780548155" sldId="436"/>
        </pc:sldMkLst>
      </pc:sldChg>
      <pc:sldChg chg="del ord">
        <pc:chgData name="Weifeng Xu" userId="e7aed605-a3dd-4d5a-a692-a87037af107b" providerId="ADAL" clId="{A607ACB5-F40C-412A-A21E-8D57A08453C8}" dt="2021-07-28T00:49:32.560" v="1544" actId="47"/>
        <pc:sldMkLst>
          <pc:docMk/>
          <pc:sldMk cId="3650743699" sldId="450"/>
        </pc:sldMkLst>
      </pc:sldChg>
      <pc:sldChg chg="modSp mod chgLayout">
        <pc:chgData name="Weifeng Xu" userId="e7aed605-a3dd-4d5a-a692-a87037af107b" providerId="ADAL" clId="{A607ACB5-F40C-412A-A21E-8D57A08453C8}" dt="2021-07-27T20:35:52.037" v="902" actId="114"/>
        <pc:sldMkLst>
          <pc:docMk/>
          <pc:sldMk cId="1651626828" sldId="458"/>
        </pc:sldMkLst>
      </pc:sldChg>
      <pc:sldChg chg="addSp delSp modSp new mod">
        <pc:chgData name="Weifeng Xu" userId="e7aed605-a3dd-4d5a-a692-a87037af107b" providerId="ADAL" clId="{A607ACB5-F40C-412A-A21E-8D57A08453C8}" dt="2021-07-27T23:30:05.613" v="1177" actId="14100"/>
        <pc:sldMkLst>
          <pc:docMk/>
          <pc:sldMk cId="3663679911" sldId="459"/>
        </pc:sldMkLst>
      </pc:sldChg>
      <pc:sldChg chg="modSp new mod">
        <pc:chgData name="Weifeng Xu" userId="e7aed605-a3dd-4d5a-a692-a87037af107b" providerId="ADAL" clId="{A607ACB5-F40C-412A-A21E-8D57A08453C8}" dt="2021-08-08T21:22:43.010" v="2543" actId="20577"/>
        <pc:sldMkLst>
          <pc:docMk/>
          <pc:sldMk cId="2956765869" sldId="460"/>
        </pc:sldMkLst>
      </pc:sldChg>
      <pc:sldChg chg="modSp new mod">
        <pc:chgData name="Weifeng Xu" userId="e7aed605-a3dd-4d5a-a692-a87037af107b" providerId="ADAL" clId="{A607ACB5-F40C-412A-A21E-8D57A08453C8}" dt="2021-07-28T01:29:46.615" v="1976" actId="6549"/>
        <pc:sldMkLst>
          <pc:docMk/>
          <pc:sldMk cId="2236577641" sldId="461"/>
        </pc:sldMkLst>
      </pc:sldChg>
      <pc:sldChg chg="add del">
        <pc:chgData name="Weifeng Xu" userId="e7aed605-a3dd-4d5a-a692-a87037af107b" providerId="ADAL" clId="{A607ACB5-F40C-412A-A21E-8D57A08453C8}" dt="2021-07-28T01:17:04.682" v="1908" actId="47"/>
        <pc:sldMkLst>
          <pc:docMk/>
          <pc:sldMk cId="3166134359" sldId="462"/>
        </pc:sldMkLst>
      </pc:sldChg>
      <pc:sldChg chg="add">
        <pc:chgData name="Weifeng Xu" userId="e7aed605-a3dd-4d5a-a692-a87037af107b" providerId="ADAL" clId="{A607ACB5-F40C-412A-A21E-8D57A08453C8}" dt="2021-07-28T01:08:29.365" v="1626"/>
        <pc:sldMkLst>
          <pc:docMk/>
          <pc:sldMk cId="3150289545" sldId="463"/>
        </pc:sldMkLst>
      </pc:sldChg>
      <pc:sldChg chg="add">
        <pc:chgData name="Weifeng Xu" userId="e7aed605-a3dd-4d5a-a692-a87037af107b" providerId="ADAL" clId="{A607ACB5-F40C-412A-A21E-8D57A08453C8}" dt="2021-07-28T01:08:29.365" v="1626"/>
        <pc:sldMkLst>
          <pc:docMk/>
          <pc:sldMk cId="3410746691" sldId="464"/>
        </pc:sldMkLst>
      </pc:sldChg>
      <pc:sldChg chg="add">
        <pc:chgData name="Weifeng Xu" userId="e7aed605-a3dd-4d5a-a692-a87037af107b" providerId="ADAL" clId="{A607ACB5-F40C-412A-A21E-8D57A08453C8}" dt="2021-07-28T01:08:29.365" v="1626"/>
        <pc:sldMkLst>
          <pc:docMk/>
          <pc:sldMk cId="2610329521" sldId="465"/>
        </pc:sldMkLst>
      </pc:sldChg>
      <pc:sldChg chg="add">
        <pc:chgData name="Weifeng Xu" userId="e7aed605-a3dd-4d5a-a692-a87037af107b" providerId="ADAL" clId="{A607ACB5-F40C-412A-A21E-8D57A08453C8}" dt="2021-07-28T01:08:29.365" v="1626"/>
        <pc:sldMkLst>
          <pc:docMk/>
          <pc:sldMk cId="597032371" sldId="466"/>
        </pc:sldMkLst>
      </pc:sldChg>
      <pc:sldChg chg="add">
        <pc:chgData name="Weifeng Xu" userId="e7aed605-a3dd-4d5a-a692-a87037af107b" providerId="ADAL" clId="{A607ACB5-F40C-412A-A21E-8D57A08453C8}" dt="2021-07-28T01:08:29.365" v="1626"/>
        <pc:sldMkLst>
          <pc:docMk/>
          <pc:sldMk cId="4223382174" sldId="467"/>
        </pc:sldMkLst>
      </pc:sldChg>
      <pc:sldChg chg="modSp add mod ord chgLayout">
        <pc:chgData name="Weifeng Xu" userId="e7aed605-a3dd-4d5a-a692-a87037af107b" providerId="ADAL" clId="{A607ACB5-F40C-412A-A21E-8D57A08453C8}" dt="2021-07-28T01:33:23.105" v="2049" actId="20577"/>
        <pc:sldMkLst>
          <pc:docMk/>
          <pc:sldMk cId="1018680074" sldId="468"/>
        </pc:sldMkLst>
      </pc:sldChg>
      <pc:sldChg chg="addSp delSp modSp add mod ord modNotesTx">
        <pc:chgData name="Weifeng Xu" userId="e7aed605-a3dd-4d5a-a692-a87037af107b" providerId="ADAL" clId="{A607ACB5-F40C-412A-A21E-8D57A08453C8}" dt="2021-07-29T14:41:02.299" v="2424" actId="20577"/>
        <pc:sldMkLst>
          <pc:docMk/>
          <pc:sldMk cId="906975624" sldId="469"/>
        </pc:sldMkLst>
      </pc:sldChg>
      <pc:sldChg chg="add">
        <pc:chgData name="Weifeng Xu" userId="e7aed605-a3dd-4d5a-a692-a87037af107b" providerId="ADAL" clId="{A607ACB5-F40C-412A-A21E-8D57A08453C8}" dt="2021-07-28T01:08:29.365" v="1626"/>
        <pc:sldMkLst>
          <pc:docMk/>
          <pc:sldMk cId="3882710786" sldId="470"/>
        </pc:sldMkLst>
      </pc:sldChg>
      <pc:sldChg chg="add">
        <pc:chgData name="Weifeng Xu" userId="e7aed605-a3dd-4d5a-a692-a87037af107b" providerId="ADAL" clId="{A607ACB5-F40C-412A-A21E-8D57A08453C8}" dt="2021-07-28T01:08:29.365" v="1626"/>
        <pc:sldMkLst>
          <pc:docMk/>
          <pc:sldMk cId="1733354371" sldId="471"/>
        </pc:sldMkLst>
      </pc:sldChg>
      <pc:sldChg chg="add">
        <pc:chgData name="Weifeng Xu" userId="e7aed605-a3dd-4d5a-a692-a87037af107b" providerId="ADAL" clId="{A607ACB5-F40C-412A-A21E-8D57A08453C8}" dt="2021-07-28T01:08:29.365" v="1626"/>
        <pc:sldMkLst>
          <pc:docMk/>
          <pc:sldMk cId="2851333621" sldId="472"/>
        </pc:sldMkLst>
      </pc:sldChg>
      <pc:sldChg chg="add">
        <pc:chgData name="Weifeng Xu" userId="e7aed605-a3dd-4d5a-a692-a87037af107b" providerId="ADAL" clId="{A607ACB5-F40C-412A-A21E-8D57A08453C8}" dt="2021-07-28T01:08:29.365" v="1626"/>
        <pc:sldMkLst>
          <pc:docMk/>
          <pc:sldMk cId="1215545512" sldId="473"/>
        </pc:sldMkLst>
      </pc:sldChg>
      <pc:sldChg chg="add">
        <pc:chgData name="Weifeng Xu" userId="e7aed605-a3dd-4d5a-a692-a87037af107b" providerId="ADAL" clId="{A607ACB5-F40C-412A-A21E-8D57A08453C8}" dt="2021-07-28T01:08:29.365" v="1626"/>
        <pc:sldMkLst>
          <pc:docMk/>
          <pc:sldMk cId="761505939" sldId="474"/>
        </pc:sldMkLst>
      </pc:sldChg>
      <pc:sldChg chg="add">
        <pc:chgData name="Weifeng Xu" userId="e7aed605-a3dd-4d5a-a692-a87037af107b" providerId="ADAL" clId="{A607ACB5-F40C-412A-A21E-8D57A08453C8}" dt="2021-07-28T01:08:29.365" v="1626"/>
        <pc:sldMkLst>
          <pc:docMk/>
          <pc:sldMk cId="3739720677" sldId="475"/>
        </pc:sldMkLst>
      </pc:sldChg>
      <pc:sldChg chg="add">
        <pc:chgData name="Weifeng Xu" userId="e7aed605-a3dd-4d5a-a692-a87037af107b" providerId="ADAL" clId="{A607ACB5-F40C-412A-A21E-8D57A08453C8}" dt="2021-07-28T01:08:29.365" v="1626"/>
        <pc:sldMkLst>
          <pc:docMk/>
          <pc:sldMk cId="2687904013" sldId="476"/>
        </pc:sldMkLst>
      </pc:sldChg>
      <pc:sldChg chg="modSp new mod">
        <pc:chgData name="Weifeng Xu" userId="e7aed605-a3dd-4d5a-a692-a87037af107b" providerId="ADAL" clId="{A607ACB5-F40C-412A-A21E-8D57A08453C8}" dt="2021-07-29T14:42:21.795" v="2452" actId="6549"/>
        <pc:sldMkLst>
          <pc:docMk/>
          <pc:sldMk cId="3905067354" sldId="477"/>
        </pc:sldMkLst>
      </pc:sldChg>
      <pc:sldChg chg="addSp delSp modSp new mod modClrScheme chgLayout">
        <pc:chgData name="Weifeng Xu" userId="e7aed605-a3dd-4d5a-a692-a87037af107b" providerId="ADAL" clId="{A607ACB5-F40C-412A-A21E-8D57A08453C8}" dt="2021-07-28T02:07:21.459" v="2323" actId="1076"/>
        <pc:sldMkLst>
          <pc:docMk/>
          <pc:sldMk cId="702882773" sldId="478"/>
        </pc:sldMkLst>
      </pc:sldChg>
      <pc:sldChg chg="addSp new mod">
        <pc:chgData name="Weifeng Xu" userId="e7aed605-a3dd-4d5a-a692-a87037af107b" providerId="ADAL" clId="{A607ACB5-F40C-412A-A21E-8D57A08453C8}" dt="2021-07-28T03:07:26.418" v="2325" actId="22"/>
        <pc:sldMkLst>
          <pc:docMk/>
          <pc:sldMk cId="2258451702" sldId="479"/>
        </pc:sldMkLst>
      </pc:sldChg>
      <pc:sldChg chg="addSp modSp new mod">
        <pc:chgData name="Weifeng Xu" userId="e7aed605-a3dd-4d5a-a692-a87037af107b" providerId="ADAL" clId="{A607ACB5-F40C-412A-A21E-8D57A08453C8}" dt="2021-07-28T03:08:21.813" v="2329" actId="1076"/>
        <pc:sldMkLst>
          <pc:docMk/>
          <pc:sldMk cId="3353845145" sldId="480"/>
        </pc:sldMkLst>
      </pc:sldChg>
      <pc:sldChg chg="addSp new mod">
        <pc:chgData name="Weifeng Xu" userId="e7aed605-a3dd-4d5a-a692-a87037af107b" providerId="ADAL" clId="{A607ACB5-F40C-412A-A21E-8D57A08453C8}" dt="2021-07-28T03:09:43.252" v="2331" actId="22"/>
        <pc:sldMkLst>
          <pc:docMk/>
          <pc:sldMk cId="2241082669" sldId="481"/>
        </pc:sldMkLst>
      </pc:sldChg>
      <pc:sldChg chg="new">
        <pc:chgData name="Weifeng Xu" userId="e7aed605-a3dd-4d5a-a692-a87037af107b" providerId="ADAL" clId="{A607ACB5-F40C-412A-A21E-8D57A08453C8}" dt="2021-07-29T14:42:11.702" v="2425" actId="680"/>
        <pc:sldMkLst>
          <pc:docMk/>
          <pc:sldMk cId="3111778466" sldId="482"/>
        </pc:sldMkLst>
      </pc:sldChg>
      <pc:sldChg chg="modSp new mod">
        <pc:chgData name="Weifeng Xu" userId="e7aed605-a3dd-4d5a-a692-a87037af107b" providerId="ADAL" clId="{A607ACB5-F40C-412A-A21E-8D57A08453C8}" dt="2021-07-29T14:42:57.417" v="2455" actId="20577"/>
        <pc:sldMkLst>
          <pc:docMk/>
          <pc:sldMk cId="111182765" sldId="483"/>
        </pc:sldMkLst>
      </pc:sldChg>
      <pc:sldChg chg="modSp new mod">
        <pc:chgData name="Weifeng Xu" userId="e7aed605-a3dd-4d5a-a692-a87037af107b" providerId="ADAL" clId="{A607ACB5-F40C-412A-A21E-8D57A08453C8}" dt="2021-08-08T21:13:04.441" v="2463" actId="6549"/>
        <pc:sldMkLst>
          <pc:docMk/>
          <pc:sldMk cId="1635086071" sldId="484"/>
        </pc:sldMkLst>
      </pc:sldChg>
      <pc:sldChg chg="modSp mod">
        <pc:chgData name="Weifeng Xu" userId="e7aed605-a3dd-4d5a-a692-a87037af107b" providerId="ADAL" clId="{A607ACB5-F40C-412A-A21E-8D57A08453C8}" dt="2021-08-08T21:15:04.835" v="2472" actId="20577"/>
        <pc:sldMkLst>
          <pc:docMk/>
          <pc:sldMk cId="2999971030" sldId="487"/>
        </pc:sldMkLst>
      </pc:sldChg>
      <pc:sldChg chg="modSp mod">
        <pc:chgData name="Weifeng Xu" userId="e7aed605-a3dd-4d5a-a692-a87037af107b" providerId="ADAL" clId="{A607ACB5-F40C-412A-A21E-8D57A08453C8}" dt="2021-08-08T21:16:37.159" v="2521" actId="14100"/>
        <pc:sldMkLst>
          <pc:docMk/>
          <pc:sldMk cId="145347310" sldId="489"/>
        </pc:sldMkLst>
      </pc:sldChg>
    </pc:docChg>
  </pc:docChgLst>
  <pc:docChgLst>
    <pc:chgData name="Harleen Kaur" userId="S::id65ns02@ubalt.edu::9f7fc1d6-ab67-473f-ba46-e98f6ce2049b" providerId="AD" clId="Web-{647C66E2-AC93-F85C-3E6B-68199F10E8EF}"/>
    <pc:docChg chg="addSld modSld">
      <pc:chgData name="Harleen Kaur" userId="S::id65ns02@ubalt.edu::9f7fc1d6-ab67-473f-ba46-e98f6ce2049b" providerId="AD" clId="Web-{647C66E2-AC93-F85C-3E6B-68199F10E8EF}" dt="2021-08-05T12:50:47.431" v="29" actId="20577"/>
      <pc:docMkLst>
        <pc:docMk/>
      </pc:docMkLst>
      <pc:sldChg chg="modSp">
        <pc:chgData name="Harleen Kaur" userId="S::id65ns02@ubalt.edu::9f7fc1d6-ab67-473f-ba46-e98f6ce2049b" providerId="AD" clId="Web-{647C66E2-AC93-F85C-3E6B-68199F10E8EF}" dt="2021-08-05T12:50:47.431" v="29" actId="20577"/>
        <pc:sldMkLst>
          <pc:docMk/>
          <pc:sldMk cId="48681424" sldId="494"/>
        </pc:sldMkLst>
      </pc:sldChg>
      <pc:sldChg chg="modSp new">
        <pc:chgData name="Harleen Kaur" userId="S::id65ns02@ubalt.edu::9f7fc1d6-ab67-473f-ba46-e98f6ce2049b" providerId="AD" clId="Web-{647C66E2-AC93-F85C-3E6B-68199F10E8EF}" dt="2021-08-05T12:47:37.912" v="11" actId="20577"/>
        <pc:sldMkLst>
          <pc:docMk/>
          <pc:sldMk cId="2180313746" sldId="499"/>
        </pc:sldMkLst>
      </pc:sldChg>
    </pc:docChg>
  </pc:docChgLst>
  <pc:docChgLst>
    <pc:chgData name="Harleen Kaur" userId="S::id65ns02@ubalt.edu::9f7fc1d6-ab67-473f-ba46-e98f6ce2049b" providerId="AD" clId="Web-{3B3212C0-814C-649D-A11D-1BB4FE766988}"/>
    <pc:docChg chg="addSld delSld modSld sldOrd">
      <pc:chgData name="Harleen Kaur" userId="S::id65ns02@ubalt.edu::9f7fc1d6-ab67-473f-ba46-e98f6ce2049b" providerId="AD" clId="Web-{3B3212C0-814C-649D-A11D-1BB4FE766988}" dt="2021-07-14T16:55:51.164" v="933" actId="14100"/>
      <pc:docMkLst>
        <pc:docMk/>
      </pc:docMkLst>
      <pc:sldChg chg="addSp modSp">
        <pc:chgData name="Harleen Kaur" userId="S::id65ns02@ubalt.edu::9f7fc1d6-ab67-473f-ba46-e98f6ce2049b" providerId="AD" clId="Web-{3B3212C0-814C-649D-A11D-1BB4FE766988}" dt="2021-07-13T18:56:34.770" v="509" actId="20577"/>
        <pc:sldMkLst>
          <pc:docMk/>
          <pc:sldMk cId="2072083871" sldId="402"/>
        </pc:sldMkLst>
      </pc:sldChg>
      <pc:sldChg chg="del">
        <pc:chgData name="Harleen Kaur" userId="S::id65ns02@ubalt.edu::9f7fc1d6-ab67-473f-ba46-e98f6ce2049b" providerId="AD" clId="Web-{3B3212C0-814C-649D-A11D-1BB4FE766988}" dt="2021-07-13T19:24:34.380" v="559"/>
        <pc:sldMkLst>
          <pc:docMk/>
          <pc:sldMk cId="2925871886" sldId="404"/>
        </pc:sldMkLst>
      </pc:sldChg>
      <pc:sldChg chg="modSp">
        <pc:chgData name="Harleen Kaur" userId="S::id65ns02@ubalt.edu::9f7fc1d6-ab67-473f-ba46-e98f6ce2049b" providerId="AD" clId="Web-{3B3212C0-814C-649D-A11D-1BB4FE766988}" dt="2021-07-13T19:24:55.991" v="562" actId="20577"/>
        <pc:sldMkLst>
          <pc:docMk/>
          <pc:sldMk cId="1982119232" sldId="405"/>
        </pc:sldMkLst>
      </pc:sldChg>
      <pc:sldChg chg="del">
        <pc:chgData name="Harleen Kaur" userId="S::id65ns02@ubalt.edu::9f7fc1d6-ab67-473f-ba46-e98f6ce2049b" providerId="AD" clId="Web-{3B3212C0-814C-649D-A11D-1BB4FE766988}" dt="2021-07-13T19:24:36.271" v="560"/>
        <pc:sldMkLst>
          <pc:docMk/>
          <pc:sldMk cId="3965738968" sldId="417"/>
        </pc:sldMkLst>
      </pc:sldChg>
      <pc:sldChg chg="modSp">
        <pc:chgData name="Harleen Kaur" userId="S::id65ns02@ubalt.edu::9f7fc1d6-ab67-473f-ba46-e98f6ce2049b" providerId="AD" clId="Web-{3B3212C0-814C-649D-A11D-1BB4FE766988}" dt="2021-07-13T19:42:51.214" v="922" actId="20577"/>
        <pc:sldMkLst>
          <pc:docMk/>
          <pc:sldMk cId="1197324011" sldId="432"/>
        </pc:sldMkLst>
      </pc:sldChg>
      <pc:sldChg chg="addSp modSp">
        <pc:chgData name="Harleen Kaur" userId="S::id65ns02@ubalt.edu::9f7fc1d6-ab67-473f-ba46-e98f6ce2049b" providerId="AD" clId="Web-{3B3212C0-814C-649D-A11D-1BB4FE766988}" dt="2021-07-14T16:55:51.164" v="933" actId="14100"/>
        <pc:sldMkLst>
          <pc:docMk/>
          <pc:sldMk cId="2780548155" sldId="436"/>
        </pc:sldMkLst>
      </pc:sldChg>
      <pc:sldChg chg="modSp">
        <pc:chgData name="Harleen Kaur" userId="S::id65ns02@ubalt.edu::9f7fc1d6-ab67-473f-ba46-e98f6ce2049b" providerId="AD" clId="Web-{3B3212C0-814C-649D-A11D-1BB4FE766988}" dt="2021-07-13T17:58:49.460" v="367" actId="20577"/>
        <pc:sldMkLst>
          <pc:docMk/>
          <pc:sldMk cId="2869426348" sldId="438"/>
        </pc:sldMkLst>
      </pc:sldChg>
      <pc:sldChg chg="modSp">
        <pc:chgData name="Harleen Kaur" userId="S::id65ns02@ubalt.edu::9f7fc1d6-ab67-473f-ba46-e98f6ce2049b" providerId="AD" clId="Web-{3B3212C0-814C-649D-A11D-1BB4FE766988}" dt="2021-07-13T19:19:23.475" v="556" actId="20577"/>
        <pc:sldMkLst>
          <pc:docMk/>
          <pc:sldMk cId="2156609810" sldId="439"/>
        </pc:sldMkLst>
      </pc:sldChg>
      <pc:sldChg chg="modSp">
        <pc:chgData name="Harleen Kaur" userId="S::id65ns02@ubalt.edu::9f7fc1d6-ab67-473f-ba46-e98f6ce2049b" providerId="AD" clId="Web-{3B3212C0-814C-649D-A11D-1BB4FE766988}" dt="2021-07-13T17:59:16.055" v="372" actId="20577"/>
        <pc:sldMkLst>
          <pc:docMk/>
          <pc:sldMk cId="3370452083" sldId="440"/>
        </pc:sldMkLst>
      </pc:sldChg>
      <pc:sldChg chg="new del">
        <pc:chgData name="Harleen Kaur" userId="S::id65ns02@ubalt.edu::9f7fc1d6-ab67-473f-ba46-e98f6ce2049b" providerId="AD" clId="Web-{3B3212C0-814C-649D-A11D-1BB4FE766988}" dt="2021-07-13T17:42:12.472" v="1"/>
        <pc:sldMkLst>
          <pc:docMk/>
          <pc:sldMk cId="755205111" sldId="444"/>
        </pc:sldMkLst>
      </pc:sldChg>
      <pc:sldChg chg="modSp new">
        <pc:chgData name="Harleen Kaur" userId="S::id65ns02@ubalt.edu::9f7fc1d6-ab67-473f-ba46-e98f6ce2049b" providerId="AD" clId="Web-{3B3212C0-814C-649D-A11D-1BB4FE766988}" dt="2021-07-13T17:48:02.661" v="92" actId="20577"/>
        <pc:sldMkLst>
          <pc:docMk/>
          <pc:sldMk cId="2956052182" sldId="444"/>
        </pc:sldMkLst>
      </pc:sldChg>
      <pc:sldChg chg="modSp new">
        <pc:chgData name="Harleen Kaur" userId="S::id65ns02@ubalt.edu::9f7fc1d6-ab67-473f-ba46-e98f6ce2049b" providerId="AD" clId="Web-{3B3212C0-814C-649D-A11D-1BB4FE766988}" dt="2021-07-13T19:23:11.439" v="558" actId="20577"/>
        <pc:sldMkLst>
          <pc:docMk/>
          <pc:sldMk cId="3097308220" sldId="445"/>
        </pc:sldMkLst>
      </pc:sldChg>
      <pc:sldChg chg="modSp new">
        <pc:chgData name="Harleen Kaur" userId="S::id65ns02@ubalt.edu::9f7fc1d6-ab67-473f-ba46-e98f6ce2049b" providerId="AD" clId="Web-{3B3212C0-814C-649D-A11D-1BB4FE766988}" dt="2021-07-13T18:16:49.609" v="427" actId="20577"/>
        <pc:sldMkLst>
          <pc:docMk/>
          <pc:sldMk cId="3496283479" sldId="446"/>
        </pc:sldMkLst>
      </pc:sldChg>
      <pc:sldChg chg="addSp delSp modSp new ord">
        <pc:chgData name="Harleen Kaur" userId="S::id65ns02@ubalt.edu::9f7fc1d6-ab67-473f-ba46-e98f6ce2049b" providerId="AD" clId="Web-{3B3212C0-814C-649D-A11D-1BB4FE766988}" dt="2021-07-13T18:54:49.655" v="457" actId="14100"/>
        <pc:sldMkLst>
          <pc:docMk/>
          <pc:sldMk cId="2270913000" sldId="447"/>
        </pc:sldMkLst>
      </pc:sldChg>
      <pc:sldChg chg="modSp new">
        <pc:chgData name="Harleen Kaur" userId="S::id65ns02@ubalt.edu::9f7fc1d6-ab67-473f-ba46-e98f6ce2049b" providerId="AD" clId="Web-{3B3212C0-814C-649D-A11D-1BB4FE766988}" dt="2021-07-13T19:35:47.303" v="847" actId="20577"/>
        <pc:sldMkLst>
          <pc:docMk/>
          <pc:sldMk cId="2349952390" sldId="448"/>
        </pc:sldMkLst>
      </pc:sldChg>
      <pc:sldChg chg="modSp new">
        <pc:chgData name="Harleen Kaur" userId="S::id65ns02@ubalt.edu::9f7fc1d6-ab67-473f-ba46-e98f6ce2049b" providerId="AD" clId="Web-{3B3212C0-814C-649D-A11D-1BB4FE766988}" dt="2021-07-13T19:36:57.962" v="897" actId="20577"/>
        <pc:sldMkLst>
          <pc:docMk/>
          <pc:sldMk cId="2217854660" sldId="449"/>
        </pc:sldMkLst>
      </pc:sldChg>
    </pc:docChg>
  </pc:docChgLst>
  <pc:docChgLst>
    <pc:chgData name="Harleen Kaur" userId="S::id65ns02@ubalt.edu::9f7fc1d6-ab67-473f-ba46-e98f6ce2049b" providerId="AD" clId="Web-{18CD9C3F-CCAE-EFFB-9C6C-52EAD3A15AC0}"/>
    <pc:docChg chg="addSld delSld modSld">
      <pc:chgData name="Harleen Kaur" userId="S::id65ns02@ubalt.edu::9f7fc1d6-ab67-473f-ba46-e98f6ce2049b" providerId="AD" clId="Web-{18CD9C3F-CCAE-EFFB-9C6C-52EAD3A15AC0}" dt="2021-07-07T21:06:18.961" v="151" actId="20577"/>
      <pc:docMkLst>
        <pc:docMk/>
      </pc:docMkLst>
      <pc:sldChg chg="modSp">
        <pc:chgData name="Harleen Kaur" userId="S::id65ns02@ubalt.edu::9f7fc1d6-ab67-473f-ba46-e98f6ce2049b" providerId="AD" clId="Web-{18CD9C3F-CCAE-EFFB-9C6C-52EAD3A15AC0}" dt="2021-07-07T20:47:48.662" v="33" actId="20577"/>
        <pc:sldMkLst>
          <pc:docMk/>
          <pc:sldMk cId="1915093242" sldId="387"/>
        </pc:sldMkLst>
      </pc:sldChg>
      <pc:sldChg chg="modSp">
        <pc:chgData name="Harleen Kaur" userId="S::id65ns02@ubalt.edu::9f7fc1d6-ab67-473f-ba46-e98f6ce2049b" providerId="AD" clId="Web-{18CD9C3F-CCAE-EFFB-9C6C-52EAD3A15AC0}" dt="2021-07-07T21:04:07.817" v="149" actId="20577"/>
        <pc:sldMkLst>
          <pc:docMk/>
          <pc:sldMk cId="3856163379" sldId="394"/>
        </pc:sldMkLst>
      </pc:sldChg>
      <pc:sldChg chg="modSp">
        <pc:chgData name="Harleen Kaur" userId="S::id65ns02@ubalt.edu::9f7fc1d6-ab67-473f-ba46-e98f6ce2049b" providerId="AD" clId="Web-{18CD9C3F-CCAE-EFFB-9C6C-52EAD3A15AC0}" dt="2021-07-07T20:46:48.411" v="32" actId="20577"/>
        <pc:sldMkLst>
          <pc:docMk/>
          <pc:sldMk cId="1318968879" sldId="401"/>
        </pc:sldMkLst>
      </pc:sldChg>
      <pc:sldChg chg="modSp">
        <pc:chgData name="Harleen Kaur" userId="S::id65ns02@ubalt.edu::9f7fc1d6-ab67-473f-ba46-e98f6ce2049b" providerId="AD" clId="Web-{18CD9C3F-CCAE-EFFB-9C6C-52EAD3A15AC0}" dt="2021-07-07T21:05:28.616" v="150" actId="20577"/>
        <pc:sldMkLst>
          <pc:docMk/>
          <pc:sldMk cId="1876217879" sldId="403"/>
        </pc:sldMkLst>
      </pc:sldChg>
      <pc:sldChg chg="modSp">
        <pc:chgData name="Harleen Kaur" userId="S::id65ns02@ubalt.edu::9f7fc1d6-ab67-473f-ba46-e98f6ce2049b" providerId="AD" clId="Web-{18CD9C3F-CCAE-EFFB-9C6C-52EAD3A15AC0}" dt="2021-07-07T21:06:18.961" v="151" actId="20577"/>
        <pc:sldMkLst>
          <pc:docMk/>
          <pc:sldMk cId="3965738968" sldId="417"/>
        </pc:sldMkLst>
      </pc:sldChg>
      <pc:sldChg chg="modSp">
        <pc:chgData name="Harleen Kaur" userId="S::id65ns02@ubalt.edu::9f7fc1d6-ab67-473f-ba46-e98f6ce2049b" providerId="AD" clId="Web-{18CD9C3F-CCAE-EFFB-9C6C-52EAD3A15AC0}" dt="2021-07-07T20:48:08.460" v="37" actId="20577"/>
        <pc:sldMkLst>
          <pc:docMk/>
          <pc:sldMk cId="3306337535" sldId="419"/>
        </pc:sldMkLst>
      </pc:sldChg>
      <pc:sldChg chg="modSp">
        <pc:chgData name="Harleen Kaur" userId="S::id65ns02@ubalt.edu::9f7fc1d6-ab67-473f-ba46-e98f6ce2049b" providerId="AD" clId="Web-{18CD9C3F-CCAE-EFFB-9C6C-52EAD3A15AC0}" dt="2021-07-07T20:49:01.571" v="39" actId="20577"/>
        <pc:sldMkLst>
          <pc:docMk/>
          <pc:sldMk cId="844759815" sldId="428"/>
        </pc:sldMkLst>
      </pc:sldChg>
      <pc:sldChg chg="del">
        <pc:chgData name="Harleen Kaur" userId="S::id65ns02@ubalt.edu::9f7fc1d6-ab67-473f-ba46-e98f6ce2049b" providerId="AD" clId="Web-{18CD9C3F-CCAE-EFFB-9C6C-52EAD3A15AC0}" dt="2021-07-07T21:03:15.862" v="146"/>
        <pc:sldMkLst>
          <pc:docMk/>
          <pc:sldMk cId="2368002574" sldId="430"/>
        </pc:sldMkLst>
      </pc:sldChg>
      <pc:sldChg chg="addSp delSp modSp new">
        <pc:chgData name="Harleen Kaur" userId="S::id65ns02@ubalt.edu::9f7fc1d6-ab67-473f-ba46-e98f6ce2049b" providerId="AD" clId="Web-{18CD9C3F-CCAE-EFFB-9C6C-52EAD3A15AC0}" dt="2021-07-07T20:57:48.884" v="77" actId="14100"/>
        <pc:sldMkLst>
          <pc:docMk/>
          <pc:sldMk cId="3123541736" sldId="435"/>
        </pc:sldMkLst>
      </pc:sldChg>
      <pc:sldChg chg="addSp delSp modSp new">
        <pc:chgData name="Harleen Kaur" userId="S::id65ns02@ubalt.edu::9f7fc1d6-ab67-473f-ba46-e98f6ce2049b" providerId="AD" clId="Web-{18CD9C3F-CCAE-EFFB-9C6C-52EAD3A15AC0}" dt="2021-07-07T21:03:03.065" v="145" actId="1076"/>
        <pc:sldMkLst>
          <pc:docMk/>
          <pc:sldMk cId="2780548155" sldId="436"/>
        </pc:sldMkLst>
      </pc:sldChg>
    </pc:docChg>
  </pc:docChgLst>
  <pc:docChgLst>
    <pc:chgData name="Harleen Kaur" userId="S::id65ns02@ubalt.edu::9f7fc1d6-ab67-473f-ba46-e98f6ce2049b" providerId="AD" clId="Web-{64CF80C3-A892-56E3-82B2-03CB441C39F5}"/>
    <pc:docChg chg="addSld delSld modSld sldOrd">
      <pc:chgData name="Harleen Kaur" userId="S::id65ns02@ubalt.edu::9f7fc1d6-ab67-473f-ba46-e98f6ce2049b" providerId="AD" clId="Web-{64CF80C3-A892-56E3-82B2-03CB441C39F5}" dt="2021-06-29T19:44:18.534" v="1601" actId="14100"/>
      <pc:docMkLst>
        <pc:docMk/>
      </pc:docMkLst>
      <pc:sldChg chg="addSp delSp modSp">
        <pc:chgData name="Harleen Kaur" userId="S::id65ns02@ubalt.edu::9f7fc1d6-ab67-473f-ba46-e98f6ce2049b" providerId="AD" clId="Web-{64CF80C3-A892-56E3-82B2-03CB441C39F5}" dt="2021-06-29T02:16:54.373" v="348" actId="20577"/>
        <pc:sldMkLst>
          <pc:docMk/>
          <pc:sldMk cId="2020629071" sldId="362"/>
        </pc:sldMkLst>
      </pc:sldChg>
      <pc:sldChg chg="addSp delSp modSp">
        <pc:chgData name="Harleen Kaur" userId="S::id65ns02@ubalt.edu::9f7fc1d6-ab67-473f-ba46-e98f6ce2049b" providerId="AD" clId="Web-{64CF80C3-A892-56E3-82B2-03CB441C39F5}" dt="2021-06-29T19:38:27.852" v="1490" actId="14100"/>
        <pc:sldMkLst>
          <pc:docMk/>
          <pc:sldMk cId="4098661029" sldId="363"/>
        </pc:sldMkLst>
      </pc:sldChg>
      <pc:sldChg chg="del">
        <pc:chgData name="Harleen Kaur" userId="S::id65ns02@ubalt.edu::9f7fc1d6-ab67-473f-ba46-e98f6ce2049b" providerId="AD" clId="Web-{64CF80C3-A892-56E3-82B2-03CB441C39F5}" dt="2021-06-29T19:00:01.054" v="1216"/>
        <pc:sldMkLst>
          <pc:docMk/>
          <pc:sldMk cId="1393786381" sldId="366"/>
        </pc:sldMkLst>
      </pc:sldChg>
      <pc:sldChg chg="del">
        <pc:chgData name="Harleen Kaur" userId="S::id65ns02@ubalt.edu::9f7fc1d6-ab67-473f-ba46-e98f6ce2049b" providerId="AD" clId="Web-{64CF80C3-A892-56E3-82B2-03CB441C39F5}" dt="2021-06-29T19:11:36.230" v="1311"/>
        <pc:sldMkLst>
          <pc:docMk/>
          <pc:sldMk cId="1170663561" sldId="367"/>
        </pc:sldMkLst>
      </pc:sldChg>
      <pc:sldChg chg="del">
        <pc:chgData name="Harleen Kaur" userId="S::id65ns02@ubalt.edu::9f7fc1d6-ab67-473f-ba46-e98f6ce2049b" providerId="AD" clId="Web-{64CF80C3-A892-56E3-82B2-03CB441C39F5}" dt="2021-06-29T19:29:41.619" v="1463"/>
        <pc:sldMkLst>
          <pc:docMk/>
          <pc:sldMk cId="124931539" sldId="368"/>
        </pc:sldMkLst>
      </pc:sldChg>
      <pc:sldChg chg="del">
        <pc:chgData name="Harleen Kaur" userId="S::id65ns02@ubalt.edu::9f7fc1d6-ab67-473f-ba46-e98f6ce2049b" providerId="AD" clId="Web-{64CF80C3-A892-56E3-82B2-03CB441C39F5}" dt="2021-06-29T19:30:24.964" v="1473"/>
        <pc:sldMkLst>
          <pc:docMk/>
          <pc:sldMk cId="618983" sldId="370"/>
        </pc:sldMkLst>
      </pc:sldChg>
      <pc:sldChg chg="del">
        <pc:chgData name="Harleen Kaur" userId="S::id65ns02@ubalt.edu::9f7fc1d6-ab67-473f-ba46-e98f6ce2049b" providerId="AD" clId="Web-{64CF80C3-A892-56E3-82B2-03CB441C39F5}" dt="2021-06-29T18:46:56.111" v="1084"/>
        <pc:sldMkLst>
          <pc:docMk/>
          <pc:sldMk cId="2147592026" sldId="373"/>
        </pc:sldMkLst>
      </pc:sldChg>
      <pc:sldChg chg="addSp delSp modSp del">
        <pc:chgData name="Harleen Kaur" userId="S::id65ns02@ubalt.edu::9f7fc1d6-ab67-473f-ba46-e98f6ce2049b" providerId="AD" clId="Web-{64CF80C3-A892-56E3-82B2-03CB441C39F5}" dt="2021-06-29T19:29:36.791" v="1462"/>
        <pc:sldMkLst>
          <pc:docMk/>
          <pc:sldMk cId="618152992" sldId="374"/>
        </pc:sldMkLst>
      </pc:sldChg>
      <pc:sldChg chg="modSp">
        <pc:chgData name="Harleen Kaur" userId="S::id65ns02@ubalt.edu::9f7fc1d6-ab67-473f-ba46-e98f6ce2049b" providerId="AD" clId="Web-{64CF80C3-A892-56E3-82B2-03CB441C39F5}" dt="2021-06-29T19:35:34.848" v="1478" actId="1076"/>
        <pc:sldMkLst>
          <pc:docMk/>
          <pc:sldMk cId="979769990" sldId="377"/>
        </pc:sldMkLst>
      </pc:sldChg>
      <pc:sldChg chg="addSp modSp">
        <pc:chgData name="Harleen Kaur" userId="S::id65ns02@ubalt.edu::9f7fc1d6-ab67-473f-ba46-e98f6ce2049b" providerId="AD" clId="Web-{64CF80C3-A892-56E3-82B2-03CB441C39F5}" dt="2021-06-28T18:25:06.967" v="67" actId="14100"/>
        <pc:sldMkLst>
          <pc:docMk/>
          <pc:sldMk cId="4293835923" sldId="378"/>
        </pc:sldMkLst>
      </pc:sldChg>
      <pc:sldChg chg="addSp delSp modSp">
        <pc:chgData name="Harleen Kaur" userId="S::id65ns02@ubalt.edu::9f7fc1d6-ab67-473f-ba46-e98f6ce2049b" providerId="AD" clId="Web-{64CF80C3-A892-56E3-82B2-03CB441C39F5}" dt="2021-06-28T18:26:06.499" v="74" actId="14100"/>
        <pc:sldMkLst>
          <pc:docMk/>
          <pc:sldMk cId="4148899360" sldId="379"/>
        </pc:sldMkLst>
      </pc:sldChg>
      <pc:sldChg chg="modSp">
        <pc:chgData name="Harleen Kaur" userId="S::id65ns02@ubalt.edu::9f7fc1d6-ab67-473f-ba46-e98f6ce2049b" providerId="AD" clId="Web-{64CF80C3-A892-56E3-82B2-03CB441C39F5}" dt="2021-06-28T18:21:23.586" v="48" actId="20577"/>
        <pc:sldMkLst>
          <pc:docMk/>
          <pc:sldMk cId="2810743782" sldId="383"/>
        </pc:sldMkLst>
      </pc:sldChg>
      <pc:sldChg chg="modSp">
        <pc:chgData name="Harleen Kaur" userId="S::id65ns02@ubalt.edu::9f7fc1d6-ab67-473f-ba46-e98f6ce2049b" providerId="AD" clId="Web-{64CF80C3-A892-56E3-82B2-03CB441C39F5}" dt="2021-06-28T18:21:46.539" v="50" actId="20577"/>
        <pc:sldMkLst>
          <pc:docMk/>
          <pc:sldMk cId="954730872" sldId="385"/>
        </pc:sldMkLst>
      </pc:sldChg>
      <pc:sldChg chg="modSp">
        <pc:chgData name="Harleen Kaur" userId="S::id65ns02@ubalt.edu::9f7fc1d6-ab67-473f-ba46-e98f6ce2049b" providerId="AD" clId="Web-{64CF80C3-A892-56E3-82B2-03CB441C39F5}" dt="2021-06-29T19:35:14.753" v="1477" actId="20577"/>
        <pc:sldMkLst>
          <pc:docMk/>
          <pc:sldMk cId="3188243652" sldId="386"/>
        </pc:sldMkLst>
      </pc:sldChg>
      <pc:sldChg chg="modSp">
        <pc:chgData name="Harleen Kaur" userId="S::id65ns02@ubalt.edu::9f7fc1d6-ab67-473f-ba46-e98f6ce2049b" providerId="AD" clId="Web-{64CF80C3-A892-56E3-82B2-03CB441C39F5}" dt="2021-06-28T18:22:48.478" v="59" actId="20577"/>
        <pc:sldMkLst>
          <pc:docMk/>
          <pc:sldMk cId="1915093242" sldId="387"/>
        </pc:sldMkLst>
      </pc:sldChg>
      <pc:sldChg chg="addSp modSp">
        <pc:chgData name="Harleen Kaur" userId="S::id65ns02@ubalt.edu::9f7fc1d6-ab67-473f-ba46-e98f6ce2049b" providerId="AD" clId="Web-{64CF80C3-A892-56E3-82B2-03CB441C39F5}" dt="2021-06-29T19:36:23.865" v="1483" actId="1076"/>
        <pc:sldMkLst>
          <pc:docMk/>
          <pc:sldMk cId="2008758297" sldId="389"/>
        </pc:sldMkLst>
      </pc:sldChg>
      <pc:sldChg chg="addSp modSp">
        <pc:chgData name="Harleen Kaur" userId="S::id65ns02@ubalt.edu::9f7fc1d6-ab67-473f-ba46-e98f6ce2049b" providerId="AD" clId="Web-{64CF80C3-A892-56E3-82B2-03CB441C39F5}" dt="2021-06-28T18:27:26.095" v="83" actId="14100"/>
        <pc:sldMkLst>
          <pc:docMk/>
          <pc:sldMk cId="4104176517" sldId="391"/>
        </pc:sldMkLst>
      </pc:sldChg>
      <pc:sldChg chg="modSp">
        <pc:chgData name="Harleen Kaur" userId="S::id65ns02@ubalt.edu::9f7fc1d6-ab67-473f-ba46-e98f6ce2049b" providerId="AD" clId="Web-{64CF80C3-A892-56E3-82B2-03CB441C39F5}" dt="2021-06-29T02:32:12.876" v="498" actId="20577"/>
        <pc:sldMkLst>
          <pc:docMk/>
          <pc:sldMk cId="3856163379" sldId="394"/>
        </pc:sldMkLst>
      </pc:sldChg>
      <pc:sldChg chg="addSp delSp modSp">
        <pc:chgData name="Harleen Kaur" userId="S::id65ns02@ubalt.edu::9f7fc1d6-ab67-473f-ba46-e98f6ce2049b" providerId="AD" clId="Web-{64CF80C3-A892-56E3-82B2-03CB441C39F5}" dt="2021-06-29T19:44:18.534" v="1601" actId="14100"/>
        <pc:sldMkLst>
          <pc:docMk/>
          <pc:sldMk cId="3523215299" sldId="395"/>
        </pc:sldMkLst>
      </pc:sldChg>
      <pc:sldChg chg="modSp">
        <pc:chgData name="Harleen Kaur" userId="S::id65ns02@ubalt.edu::9f7fc1d6-ab67-473f-ba46-e98f6ce2049b" providerId="AD" clId="Web-{64CF80C3-A892-56E3-82B2-03CB441C39F5}" dt="2021-06-28T18:48:08.223" v="147" actId="20577"/>
        <pc:sldMkLst>
          <pc:docMk/>
          <pc:sldMk cId="3010338886" sldId="396"/>
        </pc:sldMkLst>
      </pc:sldChg>
      <pc:sldChg chg="modSp">
        <pc:chgData name="Harleen Kaur" userId="S::id65ns02@ubalt.edu::9f7fc1d6-ab67-473f-ba46-e98f6ce2049b" providerId="AD" clId="Web-{64CF80C3-A892-56E3-82B2-03CB441C39F5}" dt="2021-06-29T18:31:36.898" v="971" actId="20577"/>
        <pc:sldMkLst>
          <pc:docMk/>
          <pc:sldMk cId="1525666079" sldId="397"/>
        </pc:sldMkLst>
      </pc:sldChg>
      <pc:sldChg chg="modSp">
        <pc:chgData name="Harleen Kaur" userId="S::id65ns02@ubalt.edu::9f7fc1d6-ab67-473f-ba46-e98f6ce2049b" providerId="AD" clId="Web-{64CF80C3-A892-56E3-82B2-03CB441C39F5}" dt="2021-06-29T18:53:55.388" v="1179" actId="20577"/>
        <pc:sldMkLst>
          <pc:docMk/>
          <pc:sldMk cId="270977072" sldId="398"/>
        </pc:sldMkLst>
      </pc:sldChg>
      <pc:sldChg chg="modSp new">
        <pc:chgData name="Harleen Kaur" userId="S::id65ns02@ubalt.edu::9f7fc1d6-ab67-473f-ba46-e98f6ce2049b" providerId="AD" clId="Web-{64CF80C3-A892-56E3-82B2-03CB441C39F5}" dt="2021-06-28T18:42:25.385" v="144" actId="20577"/>
        <pc:sldMkLst>
          <pc:docMk/>
          <pc:sldMk cId="2537449008" sldId="399"/>
        </pc:sldMkLst>
      </pc:sldChg>
      <pc:sldChg chg="new del">
        <pc:chgData name="Harleen Kaur" userId="S::id65ns02@ubalt.edu::9f7fc1d6-ab67-473f-ba46-e98f6ce2049b" providerId="AD" clId="Web-{64CF80C3-A892-56E3-82B2-03CB441C39F5}" dt="2021-06-28T19:32:28.357" v="149"/>
        <pc:sldMkLst>
          <pc:docMk/>
          <pc:sldMk cId="873172150" sldId="400"/>
        </pc:sldMkLst>
      </pc:sldChg>
      <pc:sldChg chg="modSp new">
        <pc:chgData name="Harleen Kaur" userId="S::id65ns02@ubalt.edu::9f7fc1d6-ab67-473f-ba46-e98f6ce2049b" providerId="AD" clId="Web-{64CF80C3-A892-56E3-82B2-03CB441C39F5}" dt="2021-06-29T18:14:55.964" v="723" actId="20577"/>
        <pc:sldMkLst>
          <pc:docMk/>
          <pc:sldMk cId="2012814527" sldId="400"/>
        </pc:sldMkLst>
      </pc:sldChg>
      <pc:sldChg chg="addSp delSp modSp new modNotes">
        <pc:chgData name="Harleen Kaur" userId="S::id65ns02@ubalt.edu::9f7fc1d6-ab67-473f-ba46-e98f6ce2049b" providerId="AD" clId="Web-{64CF80C3-A892-56E3-82B2-03CB441C39F5}" dt="2021-06-29T02:38:10.588" v="543"/>
        <pc:sldMkLst>
          <pc:docMk/>
          <pc:sldMk cId="1318968879" sldId="401"/>
        </pc:sldMkLst>
      </pc:sldChg>
      <pc:sldChg chg="addSp delSp modSp new">
        <pc:chgData name="Harleen Kaur" userId="S::id65ns02@ubalt.edu::9f7fc1d6-ab67-473f-ba46-e98f6ce2049b" providerId="AD" clId="Web-{64CF80C3-A892-56E3-82B2-03CB441C39F5}" dt="2021-06-29T02:56:12.849" v="625" actId="20577"/>
        <pc:sldMkLst>
          <pc:docMk/>
          <pc:sldMk cId="2072083871" sldId="402"/>
        </pc:sldMkLst>
      </pc:sldChg>
      <pc:sldChg chg="modSp new">
        <pc:chgData name="Harleen Kaur" userId="S::id65ns02@ubalt.edu::9f7fc1d6-ab67-473f-ba46-e98f6ce2049b" providerId="AD" clId="Web-{64CF80C3-A892-56E3-82B2-03CB441C39F5}" dt="2021-06-29T18:33:25.823" v="997" actId="20577"/>
        <pc:sldMkLst>
          <pc:docMk/>
          <pc:sldMk cId="1876217879" sldId="403"/>
        </pc:sldMkLst>
      </pc:sldChg>
      <pc:sldChg chg="addSp delSp modSp new">
        <pc:chgData name="Harleen Kaur" userId="S::id65ns02@ubalt.edu::9f7fc1d6-ab67-473f-ba46-e98f6ce2049b" providerId="AD" clId="Web-{64CF80C3-A892-56E3-82B2-03CB441C39F5}" dt="2021-06-29T18:46:49.533" v="1083" actId="14100"/>
        <pc:sldMkLst>
          <pc:docMk/>
          <pc:sldMk cId="2925871886" sldId="404"/>
        </pc:sldMkLst>
      </pc:sldChg>
      <pc:sldChg chg="modSp new">
        <pc:chgData name="Harleen Kaur" userId="S::id65ns02@ubalt.edu::9f7fc1d6-ab67-473f-ba46-e98f6ce2049b" providerId="AD" clId="Web-{64CF80C3-A892-56E3-82B2-03CB441C39F5}" dt="2021-06-29T18:47:27.018" v="1092" actId="20577"/>
        <pc:sldMkLst>
          <pc:docMk/>
          <pc:sldMk cId="1982119232" sldId="405"/>
        </pc:sldMkLst>
      </pc:sldChg>
      <pc:sldChg chg="addSp delSp modSp new">
        <pc:chgData name="Harleen Kaur" userId="S::id65ns02@ubalt.edu::9f7fc1d6-ab67-473f-ba46-e98f6ce2049b" providerId="AD" clId="Web-{64CF80C3-A892-56E3-82B2-03CB441C39F5}" dt="2021-06-29T18:53:00.449" v="1172" actId="1076"/>
        <pc:sldMkLst>
          <pc:docMk/>
          <pc:sldMk cId="2895696043" sldId="406"/>
        </pc:sldMkLst>
      </pc:sldChg>
      <pc:sldChg chg="addSp modSp new">
        <pc:chgData name="Harleen Kaur" userId="S::id65ns02@ubalt.edu::9f7fc1d6-ab67-473f-ba46-e98f6ce2049b" providerId="AD" clId="Web-{64CF80C3-A892-56E3-82B2-03CB441C39F5}" dt="2021-06-29T18:58:07.254" v="1215" actId="20577"/>
        <pc:sldMkLst>
          <pc:docMk/>
          <pc:sldMk cId="1124496874" sldId="407"/>
        </pc:sldMkLst>
      </pc:sldChg>
      <pc:sldChg chg="addSp delSp modSp new">
        <pc:chgData name="Harleen Kaur" userId="S::id65ns02@ubalt.edu::9f7fc1d6-ab67-473f-ba46-e98f6ce2049b" providerId="AD" clId="Web-{64CF80C3-A892-56E3-82B2-03CB441C39F5}" dt="2021-06-29T19:40:07.090" v="1496" actId="20577"/>
        <pc:sldMkLst>
          <pc:docMk/>
          <pc:sldMk cId="2622453785" sldId="408"/>
        </pc:sldMkLst>
      </pc:sldChg>
      <pc:sldChg chg="new del">
        <pc:chgData name="Harleen Kaur" userId="S::id65ns02@ubalt.edu::9f7fc1d6-ab67-473f-ba46-e98f6ce2049b" providerId="AD" clId="Web-{64CF80C3-A892-56E3-82B2-03CB441C39F5}" dt="2021-06-29T19:17:16.942" v="1313"/>
        <pc:sldMkLst>
          <pc:docMk/>
          <pc:sldMk cId="1278679542" sldId="409"/>
        </pc:sldMkLst>
      </pc:sldChg>
      <pc:sldChg chg="delSp modSp new">
        <pc:chgData name="Harleen Kaur" userId="S::id65ns02@ubalt.edu::9f7fc1d6-ab67-473f-ba46-e98f6ce2049b" providerId="AD" clId="Web-{64CF80C3-A892-56E3-82B2-03CB441C39F5}" dt="2021-06-29T19:34:07.251" v="1475" actId="20577"/>
        <pc:sldMkLst>
          <pc:docMk/>
          <pc:sldMk cId="1888804979" sldId="409"/>
        </pc:sldMkLst>
      </pc:sldChg>
      <pc:sldChg chg="addSp modSp new modNotes">
        <pc:chgData name="Harleen Kaur" userId="S::id65ns02@ubalt.edu::9f7fc1d6-ab67-473f-ba46-e98f6ce2049b" providerId="AD" clId="Web-{64CF80C3-A892-56E3-82B2-03CB441C39F5}" dt="2021-06-29T19:41:08.654" v="1520" actId="14100"/>
        <pc:sldMkLst>
          <pc:docMk/>
          <pc:sldMk cId="1839150834" sldId="410"/>
        </pc:sldMkLst>
      </pc:sldChg>
      <pc:sldChg chg="addSp modSp new modNotes">
        <pc:chgData name="Harleen Kaur" userId="S::id65ns02@ubalt.edu::9f7fc1d6-ab67-473f-ba46-e98f6ce2049b" providerId="AD" clId="Web-{64CF80C3-A892-56E3-82B2-03CB441C39F5}" dt="2021-06-29T19:42:43.047" v="1563"/>
        <pc:sldMkLst>
          <pc:docMk/>
          <pc:sldMk cId="46822973" sldId="411"/>
        </pc:sldMkLst>
      </pc:sldChg>
      <pc:sldChg chg="addSp modSp new modNotes">
        <pc:chgData name="Harleen Kaur" userId="S::id65ns02@ubalt.edu::9f7fc1d6-ab67-473f-ba46-e98f6ce2049b" providerId="AD" clId="Web-{64CF80C3-A892-56E3-82B2-03CB441C39F5}" dt="2021-06-29T19:43:15.391" v="1600"/>
        <pc:sldMkLst>
          <pc:docMk/>
          <pc:sldMk cId="3735861723" sldId="412"/>
        </pc:sldMkLst>
      </pc:sldChg>
      <pc:sldChg chg="modSp new ord">
        <pc:chgData name="Harleen Kaur" userId="S::id65ns02@ubalt.edu::9f7fc1d6-ab67-473f-ba46-e98f6ce2049b" providerId="AD" clId="Web-{64CF80C3-A892-56E3-82B2-03CB441C39F5}" dt="2021-06-29T19:30:14.933" v="1472" actId="20577"/>
        <pc:sldMkLst>
          <pc:docMk/>
          <pc:sldMk cId="3552793750" sldId="413"/>
        </pc:sldMkLst>
      </pc:sldChg>
    </pc:docChg>
  </pc:docChgLst>
  <pc:docChgLst>
    <pc:chgData name="Richard Wheeless" userId="S::id63la41@ubalt.edu::edf7d7f9-5d95-4eec-886d-0f745236a21b" providerId="AD" clId="Web-{EFDB7389-BEFA-A459-AC04-7036D2800BAB}"/>
    <pc:docChg chg="sldOrd">
      <pc:chgData name="Richard Wheeless" userId="S::id63la41@ubalt.edu::edf7d7f9-5d95-4eec-886d-0f745236a21b" providerId="AD" clId="Web-{EFDB7389-BEFA-A459-AC04-7036D2800BAB}" dt="2021-02-05T04:30:08.248" v="0"/>
      <pc:docMkLst>
        <pc:docMk/>
      </pc:docMkLst>
      <pc:sldChg chg="ord">
        <pc:chgData name="Richard Wheeless" userId="S::id63la41@ubalt.edu::edf7d7f9-5d95-4eec-886d-0f745236a21b" providerId="AD" clId="Web-{EFDB7389-BEFA-A459-AC04-7036D2800BAB}" dt="2021-02-05T04:30:08.248" v="0"/>
        <pc:sldMkLst>
          <pc:docMk/>
          <pc:sldMk cId="2219828795" sldId="263"/>
        </pc:sldMkLst>
      </pc:sldChg>
    </pc:docChg>
  </pc:docChgLst>
  <pc:docChgLst>
    <pc:chgData name="Harleen Kaur" userId="S::id65ns02@ubalt.edu::9f7fc1d6-ab67-473f-ba46-e98f6ce2049b" providerId="AD" clId="Web-{1054280C-4FEB-721E-A7F4-FAB23E2A0412}"/>
    <pc:docChg chg="addSld delSld modSld sldOrd">
      <pc:chgData name="Harleen Kaur" userId="S::id65ns02@ubalt.edu::9f7fc1d6-ab67-473f-ba46-e98f6ce2049b" providerId="AD" clId="Web-{1054280C-4FEB-721E-A7F4-FAB23E2A0412}" dt="2021-07-17T01:39:47.341" v="860"/>
      <pc:docMkLst>
        <pc:docMk/>
      </pc:docMkLst>
      <pc:sldChg chg="modSp">
        <pc:chgData name="Harleen Kaur" userId="S::id65ns02@ubalt.edu::9f7fc1d6-ab67-473f-ba46-e98f6ce2049b" providerId="AD" clId="Web-{1054280C-4FEB-721E-A7F4-FAB23E2A0412}" dt="2021-07-17T01:00:16.171" v="638" actId="20577"/>
        <pc:sldMkLst>
          <pc:docMk/>
          <pc:sldMk cId="3268356748" sldId="380"/>
        </pc:sldMkLst>
      </pc:sldChg>
      <pc:sldChg chg="ord">
        <pc:chgData name="Harleen Kaur" userId="S::id65ns02@ubalt.edu::9f7fc1d6-ab67-473f-ba46-e98f6ce2049b" providerId="AD" clId="Web-{1054280C-4FEB-721E-A7F4-FAB23E2A0412}" dt="2021-07-16T20:32:23.758" v="8"/>
        <pc:sldMkLst>
          <pc:docMk/>
          <pc:sldMk cId="2537449008" sldId="399"/>
        </pc:sldMkLst>
      </pc:sldChg>
      <pc:sldChg chg="modSp">
        <pc:chgData name="Harleen Kaur" userId="S::id65ns02@ubalt.edu::9f7fc1d6-ab67-473f-ba46-e98f6ce2049b" providerId="AD" clId="Web-{1054280C-4FEB-721E-A7F4-FAB23E2A0412}" dt="2021-07-16T21:16:13.614" v="117" actId="14100"/>
        <pc:sldMkLst>
          <pc:docMk/>
          <pc:sldMk cId="2072083871" sldId="402"/>
        </pc:sldMkLst>
      </pc:sldChg>
      <pc:sldChg chg="modSp">
        <pc:chgData name="Harleen Kaur" userId="S::id65ns02@ubalt.edu::9f7fc1d6-ab67-473f-ba46-e98f6ce2049b" providerId="AD" clId="Web-{1054280C-4FEB-721E-A7F4-FAB23E2A0412}" dt="2021-07-17T00:42:37.723" v="464" actId="20577"/>
        <pc:sldMkLst>
          <pc:docMk/>
          <pc:sldMk cId="3831362944" sldId="414"/>
        </pc:sldMkLst>
      </pc:sldChg>
      <pc:sldChg chg="modSp">
        <pc:chgData name="Harleen Kaur" userId="S::id65ns02@ubalt.edu::9f7fc1d6-ab67-473f-ba46-e98f6ce2049b" providerId="AD" clId="Web-{1054280C-4FEB-721E-A7F4-FAB23E2A0412}" dt="2021-07-17T01:14:04.134" v="677" actId="20577"/>
        <pc:sldMkLst>
          <pc:docMk/>
          <pc:sldMk cId="3306337535" sldId="419"/>
        </pc:sldMkLst>
      </pc:sldChg>
      <pc:sldChg chg="modSp">
        <pc:chgData name="Harleen Kaur" userId="S::id65ns02@ubalt.edu::9f7fc1d6-ab67-473f-ba46-e98f6ce2049b" providerId="AD" clId="Web-{1054280C-4FEB-721E-A7F4-FAB23E2A0412}" dt="2021-07-17T00:57:17.723" v="633" actId="20577"/>
        <pc:sldMkLst>
          <pc:docMk/>
          <pc:sldMk cId="844759815" sldId="428"/>
        </pc:sldMkLst>
      </pc:sldChg>
      <pc:sldChg chg="modSp">
        <pc:chgData name="Harleen Kaur" userId="S::id65ns02@ubalt.edu::9f7fc1d6-ab67-473f-ba46-e98f6ce2049b" providerId="AD" clId="Web-{1054280C-4FEB-721E-A7F4-FAB23E2A0412}" dt="2021-07-17T01:28:14.366" v="819" actId="20577"/>
        <pc:sldMkLst>
          <pc:docMk/>
          <pc:sldMk cId="2869426348" sldId="438"/>
        </pc:sldMkLst>
      </pc:sldChg>
      <pc:sldChg chg="modSp">
        <pc:chgData name="Harleen Kaur" userId="S::id65ns02@ubalt.edu::9f7fc1d6-ab67-473f-ba46-e98f6ce2049b" providerId="AD" clId="Web-{1054280C-4FEB-721E-A7F4-FAB23E2A0412}" dt="2021-07-16T21:22:55.761" v="340" actId="20577"/>
        <pc:sldMkLst>
          <pc:docMk/>
          <pc:sldMk cId="2156609810" sldId="439"/>
        </pc:sldMkLst>
      </pc:sldChg>
      <pc:sldChg chg="modSp">
        <pc:chgData name="Harleen Kaur" userId="S::id65ns02@ubalt.edu::9f7fc1d6-ab67-473f-ba46-e98f6ce2049b" providerId="AD" clId="Web-{1054280C-4FEB-721E-A7F4-FAB23E2A0412}" dt="2021-07-17T01:36:26.609" v="849" actId="20577"/>
        <pc:sldMkLst>
          <pc:docMk/>
          <pc:sldMk cId="2338093303" sldId="442"/>
        </pc:sldMkLst>
      </pc:sldChg>
      <pc:sldChg chg="modSp">
        <pc:chgData name="Harleen Kaur" userId="S::id65ns02@ubalt.edu::9f7fc1d6-ab67-473f-ba46-e98f6ce2049b" providerId="AD" clId="Web-{1054280C-4FEB-721E-A7F4-FAB23E2A0412}" dt="2021-07-17T01:36:12.171" v="848" actId="20577"/>
        <pc:sldMkLst>
          <pc:docMk/>
          <pc:sldMk cId="3318184395" sldId="443"/>
        </pc:sldMkLst>
      </pc:sldChg>
      <pc:sldChg chg="modSp ord">
        <pc:chgData name="Harleen Kaur" userId="S::id65ns02@ubalt.edu::9f7fc1d6-ab67-473f-ba46-e98f6ce2049b" providerId="AD" clId="Web-{1054280C-4FEB-721E-A7F4-FAB23E2A0412}" dt="2021-07-16T20:31:40.804" v="7"/>
        <pc:sldMkLst>
          <pc:docMk/>
          <pc:sldMk cId="2956052182" sldId="444"/>
        </pc:sldMkLst>
      </pc:sldChg>
      <pc:sldChg chg="addSp delSp modSp">
        <pc:chgData name="Harleen Kaur" userId="S::id65ns02@ubalt.edu::9f7fc1d6-ab67-473f-ba46-e98f6ce2049b" providerId="AD" clId="Web-{1054280C-4FEB-721E-A7F4-FAB23E2A0412}" dt="2021-07-16T21:45:31.714" v="440"/>
        <pc:sldMkLst>
          <pc:docMk/>
          <pc:sldMk cId="2270913000" sldId="447"/>
        </pc:sldMkLst>
      </pc:sldChg>
      <pc:sldChg chg="ord">
        <pc:chgData name="Harleen Kaur" userId="S::id65ns02@ubalt.edu::9f7fc1d6-ab67-473f-ba46-e98f6ce2049b" providerId="AD" clId="Web-{1054280C-4FEB-721E-A7F4-FAB23E2A0412}" dt="2021-07-16T20:31:20.569" v="5"/>
        <pc:sldMkLst>
          <pc:docMk/>
          <pc:sldMk cId="3650743699" sldId="450"/>
        </pc:sldMkLst>
      </pc:sldChg>
      <pc:sldChg chg="delSp">
        <pc:chgData name="Harleen Kaur" userId="S::id65ns02@ubalt.edu::9f7fc1d6-ab67-473f-ba46-e98f6ce2049b" providerId="AD" clId="Web-{1054280C-4FEB-721E-A7F4-FAB23E2A0412}" dt="2021-07-17T01:39:47.341" v="860"/>
        <pc:sldMkLst>
          <pc:docMk/>
          <pc:sldMk cId="1438349411" sldId="451"/>
        </pc:sldMkLst>
      </pc:sldChg>
      <pc:sldChg chg="modSp new">
        <pc:chgData name="Harleen Kaur" userId="S::id65ns02@ubalt.edu::9f7fc1d6-ab67-473f-ba46-e98f6ce2049b" providerId="AD" clId="Web-{1054280C-4FEB-721E-A7F4-FAB23E2A0412}" dt="2021-07-17T01:37:59.664" v="859" actId="20577"/>
        <pc:sldMkLst>
          <pc:docMk/>
          <pc:sldMk cId="69086169" sldId="452"/>
        </pc:sldMkLst>
      </pc:sldChg>
      <pc:sldChg chg="new del">
        <pc:chgData name="Harleen Kaur" userId="S::id65ns02@ubalt.edu::9f7fc1d6-ab67-473f-ba46-e98f6ce2049b" providerId="AD" clId="Web-{1054280C-4FEB-721E-A7F4-FAB23E2A0412}" dt="2021-07-16T20:29:36.707" v="1"/>
        <pc:sldMkLst>
          <pc:docMk/>
          <pc:sldMk cId="2596987377" sldId="452"/>
        </pc:sldMkLst>
      </pc:sldChg>
      <pc:sldChg chg="addSp delSp modSp new">
        <pc:chgData name="Harleen Kaur" userId="S::id65ns02@ubalt.edu::9f7fc1d6-ab67-473f-ba46-e98f6ce2049b" providerId="AD" clId="Web-{1054280C-4FEB-721E-A7F4-FAB23E2A0412}" dt="2021-07-16T21:21:18.787" v="278" actId="20577"/>
        <pc:sldMkLst>
          <pc:docMk/>
          <pc:sldMk cId="138071100" sldId="453"/>
        </pc:sldMkLst>
      </pc:sldChg>
      <pc:sldChg chg="delSp modSp new">
        <pc:chgData name="Harleen Kaur" userId="S::id65ns02@ubalt.edu::9f7fc1d6-ab67-473f-ba46-e98f6ce2049b" providerId="AD" clId="Web-{1054280C-4FEB-721E-A7F4-FAB23E2A0412}" dt="2021-07-16T21:24:01.015" v="363"/>
        <pc:sldMkLst>
          <pc:docMk/>
          <pc:sldMk cId="2698563990" sldId="454"/>
        </pc:sldMkLst>
      </pc:sldChg>
      <pc:sldChg chg="modSp new del">
        <pc:chgData name="Harleen Kaur" userId="S::id65ns02@ubalt.edu::9f7fc1d6-ab67-473f-ba46-e98f6ce2049b" providerId="AD" clId="Web-{1054280C-4FEB-721E-A7F4-FAB23E2A0412}" dt="2021-07-16T21:23:51.124" v="359"/>
        <pc:sldMkLst>
          <pc:docMk/>
          <pc:sldMk cId="3914676498" sldId="454"/>
        </pc:sldMkLst>
      </pc:sldChg>
      <pc:sldChg chg="addSp modSp new">
        <pc:chgData name="Harleen Kaur" userId="S::id65ns02@ubalt.edu::9f7fc1d6-ab67-473f-ba46-e98f6ce2049b" providerId="AD" clId="Web-{1054280C-4FEB-721E-A7F4-FAB23E2A0412}" dt="2021-07-17T01:29:51.340" v="826" actId="14100"/>
        <pc:sldMkLst>
          <pc:docMk/>
          <pc:sldMk cId="119521946" sldId="455"/>
        </pc:sldMkLst>
      </pc:sldChg>
      <pc:sldChg chg="addSp modSp new">
        <pc:chgData name="Harleen Kaur" userId="S::id65ns02@ubalt.edu::9f7fc1d6-ab67-473f-ba46-e98f6ce2049b" providerId="AD" clId="Web-{1054280C-4FEB-721E-A7F4-FAB23E2A0412}" dt="2021-07-17T01:31:35.767" v="845" actId="14100"/>
        <pc:sldMkLst>
          <pc:docMk/>
          <pc:sldMk cId="819406772" sldId="456"/>
        </pc:sldMkLst>
      </pc:sldChg>
      <pc:sldChg chg="modSp new">
        <pc:chgData name="Harleen Kaur" userId="S::id65ns02@ubalt.edu::9f7fc1d6-ab67-473f-ba46-e98f6ce2049b" providerId="AD" clId="Web-{1054280C-4FEB-721E-A7F4-FAB23E2A0412}" dt="2021-07-17T01:26:04.530" v="810" actId="20577"/>
        <pc:sldMkLst>
          <pc:docMk/>
          <pc:sldMk cId="1981201839" sldId="457"/>
        </pc:sldMkLst>
      </pc:sldChg>
    </pc:docChg>
  </pc:docChgLst>
  <pc:docChgLst>
    <pc:chgData name="Harleen Kaur" userId="S::id65ns02@ubalt.edu::9f7fc1d6-ab67-473f-ba46-e98f6ce2049b" providerId="AD" clId="Web-{206571DA-7595-F41C-C9C9-36452E3865CE}"/>
    <pc:docChg chg="modSld sldOrd">
      <pc:chgData name="Harleen Kaur" userId="S::id65ns02@ubalt.edu::9f7fc1d6-ab67-473f-ba46-e98f6ce2049b" providerId="AD" clId="Web-{206571DA-7595-F41C-C9C9-36452E3865CE}" dt="2021-08-01T21:21:17.403" v="614" actId="20577"/>
      <pc:docMkLst>
        <pc:docMk/>
      </pc:docMkLst>
      <pc:sldChg chg="addSp modSp">
        <pc:chgData name="Harleen Kaur" userId="S::id65ns02@ubalt.edu::9f7fc1d6-ab67-473f-ba46-e98f6ce2049b" providerId="AD" clId="Web-{206571DA-7595-F41C-C9C9-36452E3865CE}" dt="2021-08-01T21:20:21.964" v="466" actId="1076"/>
        <pc:sldMkLst>
          <pc:docMk/>
          <pc:sldMk cId="1839150834" sldId="410"/>
        </pc:sldMkLst>
      </pc:sldChg>
      <pc:sldChg chg="addSp modSp">
        <pc:chgData name="Harleen Kaur" userId="S::id65ns02@ubalt.edu::9f7fc1d6-ab67-473f-ba46-e98f6ce2049b" providerId="AD" clId="Web-{206571DA-7595-F41C-C9C9-36452E3865CE}" dt="2021-08-01T21:20:39.511" v="510" actId="20577"/>
        <pc:sldMkLst>
          <pc:docMk/>
          <pc:sldMk cId="46822973" sldId="411"/>
        </pc:sldMkLst>
      </pc:sldChg>
      <pc:sldChg chg="addSp modSp">
        <pc:chgData name="Harleen Kaur" userId="S::id65ns02@ubalt.edu::9f7fc1d6-ab67-473f-ba46-e98f6ce2049b" providerId="AD" clId="Web-{206571DA-7595-F41C-C9C9-36452E3865CE}" dt="2021-08-01T21:21:17.403" v="614" actId="20577"/>
        <pc:sldMkLst>
          <pc:docMk/>
          <pc:sldMk cId="3735861723" sldId="412"/>
        </pc:sldMkLst>
      </pc:sldChg>
      <pc:sldChg chg="ord">
        <pc:chgData name="Harleen Kaur" userId="S::id65ns02@ubalt.edu::9f7fc1d6-ab67-473f-ba46-e98f6ce2049b" providerId="AD" clId="Web-{206571DA-7595-F41C-C9C9-36452E3865CE}" dt="2021-08-01T20:58:03.454" v="273"/>
        <pc:sldMkLst>
          <pc:docMk/>
          <pc:sldMk cId="2156609810" sldId="439"/>
        </pc:sldMkLst>
      </pc:sldChg>
      <pc:sldChg chg="addSp modSp ord">
        <pc:chgData name="Harleen Kaur" userId="S::id65ns02@ubalt.edu::9f7fc1d6-ab67-473f-ba46-e98f6ce2049b" providerId="AD" clId="Web-{206571DA-7595-F41C-C9C9-36452E3865CE}" dt="2021-08-01T21:02:05.273" v="464" actId="20577"/>
        <pc:sldMkLst>
          <pc:docMk/>
          <pc:sldMk cId="2270913000" sldId="447"/>
        </pc:sldMkLst>
      </pc:sldChg>
      <pc:sldChg chg="ord">
        <pc:chgData name="Harleen Kaur" userId="S::id65ns02@ubalt.edu::9f7fc1d6-ab67-473f-ba46-e98f6ce2049b" providerId="AD" clId="Web-{206571DA-7595-F41C-C9C9-36452E3865CE}" dt="2021-08-01T20:57:57.860" v="272"/>
        <pc:sldMkLst>
          <pc:docMk/>
          <pc:sldMk cId="138071100" sldId="453"/>
        </pc:sldMkLst>
      </pc:sldChg>
      <pc:sldChg chg="ord">
        <pc:chgData name="Harleen Kaur" userId="S::id65ns02@ubalt.edu::9f7fc1d6-ab67-473f-ba46-e98f6ce2049b" providerId="AD" clId="Web-{206571DA-7595-F41C-C9C9-36452E3865CE}" dt="2021-08-01T20:56:53.771" v="265"/>
        <pc:sldMkLst>
          <pc:docMk/>
          <pc:sldMk cId="2698563990" sldId="454"/>
        </pc:sldMkLst>
      </pc:sldChg>
      <pc:sldChg chg="addSp delSp modSp">
        <pc:chgData name="Harleen Kaur" userId="S::id65ns02@ubalt.edu::9f7fc1d6-ab67-473f-ba46-e98f6ce2049b" providerId="AD" clId="Web-{206571DA-7595-F41C-C9C9-36452E3865CE}" dt="2021-08-01T20:20:15.085" v="89" actId="20577"/>
        <pc:sldMkLst>
          <pc:docMk/>
          <pc:sldMk cId="119521946" sldId="455"/>
        </pc:sldMkLst>
      </pc:sldChg>
      <pc:sldChg chg="addSp delSp modSp ord">
        <pc:chgData name="Harleen Kaur" userId="S::id65ns02@ubalt.edu::9f7fc1d6-ab67-473f-ba46-e98f6ce2049b" providerId="AD" clId="Web-{206571DA-7595-F41C-C9C9-36452E3865CE}" dt="2021-08-01T21:01:30.694" v="423" actId="20577"/>
        <pc:sldMkLst>
          <pc:docMk/>
          <pc:sldMk cId="819406772" sldId="456"/>
        </pc:sldMkLst>
      </pc:sldChg>
      <pc:sldChg chg="modSp">
        <pc:chgData name="Harleen Kaur" userId="S::id65ns02@ubalt.edu::9f7fc1d6-ab67-473f-ba46-e98f6ce2049b" providerId="AD" clId="Web-{206571DA-7595-F41C-C9C9-36452E3865CE}" dt="2021-08-01T20:57:07.197" v="268" actId="20577"/>
        <pc:sldMkLst>
          <pc:docMk/>
          <pc:sldMk cId="4071646353" sldId="491"/>
        </pc:sldMkLst>
      </pc:sldChg>
      <pc:sldChg chg="addSp modSp">
        <pc:chgData name="Harleen Kaur" userId="S::id65ns02@ubalt.edu::9f7fc1d6-ab67-473f-ba46-e98f6ce2049b" providerId="AD" clId="Web-{206571DA-7595-F41C-C9C9-36452E3865CE}" dt="2021-08-01T20:59:23.535" v="280" actId="14100"/>
        <pc:sldMkLst>
          <pc:docMk/>
          <pc:sldMk cId="3992710873" sldId="492"/>
        </pc:sldMkLst>
      </pc:sldChg>
      <pc:sldChg chg="addSp modSp">
        <pc:chgData name="Harleen Kaur" userId="S::id65ns02@ubalt.edu::9f7fc1d6-ab67-473f-ba46-e98f6ce2049b" providerId="AD" clId="Web-{206571DA-7595-F41C-C9C9-36452E3865CE}" dt="2021-08-01T20:56:04.723" v="264" actId="20577"/>
        <pc:sldMkLst>
          <pc:docMk/>
          <pc:sldMk cId="3844125229" sldId="493"/>
        </pc:sldMkLst>
      </pc:sldChg>
      <pc:sldChg chg="addSp delSp modSp">
        <pc:chgData name="Harleen Kaur" userId="S::id65ns02@ubalt.edu::9f7fc1d6-ab67-473f-ba46-e98f6ce2049b" providerId="AD" clId="Web-{206571DA-7595-F41C-C9C9-36452E3865CE}" dt="2021-08-01T20:22:22.652" v="194" actId="14100"/>
        <pc:sldMkLst>
          <pc:docMk/>
          <pc:sldMk cId="48681424" sldId="494"/>
        </pc:sldMkLst>
      </pc:sldChg>
      <pc:sldChg chg="addSp delSp modSp ord">
        <pc:chgData name="Harleen Kaur" userId="S::id65ns02@ubalt.edu::9f7fc1d6-ab67-473f-ba46-e98f6ce2049b" providerId="AD" clId="Web-{206571DA-7595-F41C-C9C9-36452E3865CE}" dt="2021-08-01T21:00:22.052" v="326" actId="1076"/>
        <pc:sldMkLst>
          <pc:docMk/>
          <pc:sldMk cId="3788700773" sldId="496"/>
        </pc:sldMkLst>
      </pc:sldChg>
    </pc:docChg>
  </pc:docChgLst>
  <pc:docChgLst>
    <pc:chgData name="Harleen Kaur" userId="S::id65ns02@ubalt.edu::9f7fc1d6-ab67-473f-ba46-e98f6ce2049b" providerId="AD" clId="Web-{DFE1C10E-FE10-20F3-8874-F65D54D325C4}"/>
    <pc:docChg chg="modSld">
      <pc:chgData name="Harleen Kaur" userId="S::id65ns02@ubalt.edu::9f7fc1d6-ab67-473f-ba46-e98f6ce2049b" providerId="AD" clId="Web-{DFE1C10E-FE10-20F3-8874-F65D54D325C4}" dt="2021-07-12T12:52:17.482" v="7" actId="1076"/>
      <pc:docMkLst>
        <pc:docMk/>
      </pc:docMkLst>
      <pc:sldChg chg="modSp">
        <pc:chgData name="Harleen Kaur" userId="S::id65ns02@ubalt.edu::9f7fc1d6-ab67-473f-ba46-e98f6ce2049b" providerId="AD" clId="Web-{DFE1C10E-FE10-20F3-8874-F65D54D325C4}" dt="2021-07-12T12:48:12.992" v="6" actId="20577"/>
        <pc:sldMkLst>
          <pc:docMk/>
          <pc:sldMk cId="2012814527" sldId="400"/>
        </pc:sldMkLst>
      </pc:sldChg>
      <pc:sldChg chg="modSp">
        <pc:chgData name="Harleen Kaur" userId="S::id65ns02@ubalt.edu::9f7fc1d6-ab67-473f-ba46-e98f6ce2049b" providerId="AD" clId="Web-{DFE1C10E-FE10-20F3-8874-F65D54D325C4}" dt="2021-07-12T12:52:17.482" v="7" actId="1076"/>
        <pc:sldMkLst>
          <pc:docMk/>
          <pc:sldMk cId="2869426348" sldId="438"/>
        </pc:sldMkLst>
      </pc:sldChg>
    </pc:docChg>
  </pc:docChgLst>
  <pc:docChgLst>
    <pc:chgData name="Harleen Kaur" userId="S::id65ns02@ubalt.edu::9f7fc1d6-ab67-473f-ba46-e98f6ce2049b" providerId="AD" clId="Web-{738123F3-34A9-ADCB-8106-539A0ED93125}"/>
    <pc:docChg chg="addSld delSld modSld sldOrd">
      <pc:chgData name="Harleen Kaur" userId="S::id65ns02@ubalt.edu::9f7fc1d6-ab67-473f-ba46-e98f6ce2049b" providerId="AD" clId="Web-{738123F3-34A9-ADCB-8106-539A0ED93125}" dt="2021-08-01T02:04:19.836" v="554" actId="20577"/>
      <pc:docMkLst>
        <pc:docMk/>
      </pc:docMkLst>
      <pc:sldChg chg="del">
        <pc:chgData name="Harleen Kaur" userId="S::id65ns02@ubalt.edu::9f7fc1d6-ab67-473f-ba46-e98f6ce2049b" providerId="AD" clId="Web-{738123F3-34A9-ADCB-8106-539A0ED93125}" dt="2021-08-01T01:53:44.899" v="394"/>
        <pc:sldMkLst>
          <pc:docMk/>
          <pc:sldMk cId="2020629071" sldId="362"/>
        </pc:sldMkLst>
      </pc:sldChg>
      <pc:sldChg chg="del">
        <pc:chgData name="Harleen Kaur" userId="S::id65ns02@ubalt.edu::9f7fc1d6-ab67-473f-ba46-e98f6ce2049b" providerId="AD" clId="Web-{738123F3-34A9-ADCB-8106-539A0ED93125}" dt="2021-07-31T23:28:19.569" v="360"/>
        <pc:sldMkLst>
          <pc:docMk/>
          <pc:sldMk cId="3365298552" sldId="388"/>
        </pc:sldMkLst>
      </pc:sldChg>
      <pc:sldChg chg="del">
        <pc:chgData name="Harleen Kaur" userId="S::id65ns02@ubalt.edu::9f7fc1d6-ab67-473f-ba46-e98f6ce2049b" providerId="AD" clId="Web-{738123F3-34A9-ADCB-8106-539A0ED93125}" dt="2021-07-31T23:28:21.100" v="361"/>
        <pc:sldMkLst>
          <pc:docMk/>
          <pc:sldMk cId="4258082541" sldId="392"/>
        </pc:sldMkLst>
      </pc:sldChg>
      <pc:sldChg chg="del">
        <pc:chgData name="Harleen Kaur" userId="S::id65ns02@ubalt.edu::9f7fc1d6-ab67-473f-ba46-e98f6ce2049b" providerId="AD" clId="Web-{738123F3-34A9-ADCB-8106-539A0ED93125}" dt="2021-07-31T23:28:32.632" v="362"/>
        <pc:sldMkLst>
          <pc:docMk/>
          <pc:sldMk cId="1701036471" sldId="393"/>
        </pc:sldMkLst>
      </pc:sldChg>
      <pc:sldChg chg="del">
        <pc:chgData name="Harleen Kaur" userId="S::id65ns02@ubalt.edu::9f7fc1d6-ab67-473f-ba46-e98f6ce2049b" providerId="AD" clId="Web-{738123F3-34A9-ADCB-8106-539A0ED93125}" dt="2021-07-31T23:28:38.788" v="363"/>
        <pc:sldMkLst>
          <pc:docMk/>
          <pc:sldMk cId="3856163379" sldId="394"/>
        </pc:sldMkLst>
      </pc:sldChg>
      <pc:sldChg chg="del">
        <pc:chgData name="Harleen Kaur" userId="S::id65ns02@ubalt.edu::9f7fc1d6-ab67-473f-ba46-e98f6ce2049b" providerId="AD" clId="Web-{738123F3-34A9-ADCB-8106-539A0ED93125}" dt="2021-08-01T01:50:08.223" v="383"/>
        <pc:sldMkLst>
          <pc:docMk/>
          <pc:sldMk cId="3523215299" sldId="395"/>
        </pc:sldMkLst>
      </pc:sldChg>
      <pc:sldChg chg="del">
        <pc:chgData name="Harleen Kaur" userId="S::id65ns02@ubalt.edu::9f7fc1d6-ab67-473f-ba46-e98f6ce2049b" providerId="AD" clId="Web-{738123F3-34A9-ADCB-8106-539A0ED93125}" dt="2021-07-31T23:29:39.415" v="364"/>
        <pc:sldMkLst>
          <pc:docMk/>
          <pc:sldMk cId="3010338886" sldId="396"/>
        </pc:sldMkLst>
      </pc:sldChg>
      <pc:sldChg chg="del">
        <pc:chgData name="Harleen Kaur" userId="S::id65ns02@ubalt.edu::9f7fc1d6-ab67-473f-ba46-e98f6ce2049b" providerId="AD" clId="Web-{738123F3-34A9-ADCB-8106-539A0ED93125}" dt="2021-08-01T01:54:16.134" v="399"/>
        <pc:sldMkLst>
          <pc:docMk/>
          <pc:sldMk cId="270977072" sldId="398"/>
        </pc:sldMkLst>
      </pc:sldChg>
      <pc:sldChg chg="del">
        <pc:chgData name="Harleen Kaur" userId="S::id65ns02@ubalt.edu::9f7fc1d6-ab67-473f-ba46-e98f6ce2049b" providerId="AD" clId="Web-{738123F3-34A9-ADCB-8106-539A0ED93125}" dt="2021-08-01T01:53:43.040" v="393"/>
        <pc:sldMkLst>
          <pc:docMk/>
          <pc:sldMk cId="2012814527" sldId="400"/>
        </pc:sldMkLst>
      </pc:sldChg>
      <pc:sldChg chg="del">
        <pc:chgData name="Harleen Kaur" userId="S::id65ns02@ubalt.edu::9f7fc1d6-ab67-473f-ba46-e98f6ce2049b" providerId="AD" clId="Web-{738123F3-34A9-ADCB-8106-539A0ED93125}" dt="2021-08-01T01:49:58.395" v="380"/>
        <pc:sldMkLst>
          <pc:docMk/>
          <pc:sldMk cId="1318968879" sldId="401"/>
        </pc:sldMkLst>
      </pc:sldChg>
      <pc:sldChg chg="add del">
        <pc:chgData name="Harleen Kaur" userId="S::id65ns02@ubalt.edu::9f7fc1d6-ab67-473f-ba46-e98f6ce2049b" providerId="AD" clId="Web-{738123F3-34A9-ADCB-8106-539A0ED93125}" dt="2021-08-01T01:50:12.239" v="384"/>
        <pc:sldMkLst>
          <pc:docMk/>
          <pc:sldMk cId="2072083871" sldId="402"/>
        </pc:sldMkLst>
      </pc:sldChg>
      <pc:sldChg chg="del">
        <pc:chgData name="Harleen Kaur" userId="S::id65ns02@ubalt.edu::9f7fc1d6-ab67-473f-ba46-e98f6ce2049b" providerId="AD" clId="Web-{738123F3-34A9-ADCB-8106-539A0ED93125}" dt="2021-08-01T01:54:17.322" v="400"/>
        <pc:sldMkLst>
          <pc:docMk/>
          <pc:sldMk cId="1124496874" sldId="407"/>
        </pc:sldMkLst>
      </pc:sldChg>
      <pc:sldChg chg="addSp delSp modSp">
        <pc:chgData name="Harleen Kaur" userId="S::id65ns02@ubalt.edu::9f7fc1d6-ab67-473f-ba46-e98f6ce2049b" providerId="AD" clId="Web-{738123F3-34A9-ADCB-8106-539A0ED93125}" dt="2021-08-01T02:02:52.506" v="516"/>
        <pc:sldMkLst>
          <pc:docMk/>
          <pc:sldMk cId="1839150834" sldId="410"/>
        </pc:sldMkLst>
      </pc:sldChg>
      <pc:sldChg chg="addSp delSp modSp">
        <pc:chgData name="Harleen Kaur" userId="S::id65ns02@ubalt.edu::9f7fc1d6-ab67-473f-ba46-e98f6ce2049b" providerId="AD" clId="Web-{738123F3-34A9-ADCB-8106-539A0ED93125}" dt="2021-08-01T02:03:17.304" v="533"/>
        <pc:sldMkLst>
          <pc:docMk/>
          <pc:sldMk cId="46822973" sldId="411"/>
        </pc:sldMkLst>
      </pc:sldChg>
      <pc:sldChg chg="addSp delSp modSp">
        <pc:chgData name="Harleen Kaur" userId="S::id65ns02@ubalt.edu::9f7fc1d6-ab67-473f-ba46-e98f6ce2049b" providerId="AD" clId="Web-{738123F3-34A9-ADCB-8106-539A0ED93125}" dt="2021-08-01T02:03:51.335" v="552"/>
        <pc:sldMkLst>
          <pc:docMk/>
          <pc:sldMk cId="3735861723" sldId="412"/>
        </pc:sldMkLst>
      </pc:sldChg>
      <pc:sldChg chg="del">
        <pc:chgData name="Harleen Kaur" userId="S::id65ns02@ubalt.edu::9f7fc1d6-ab67-473f-ba46-e98f6ce2049b" providerId="AD" clId="Web-{738123F3-34A9-ADCB-8106-539A0ED93125}" dt="2021-08-01T01:53:46.430" v="395"/>
        <pc:sldMkLst>
          <pc:docMk/>
          <pc:sldMk cId="1378301349" sldId="415"/>
        </pc:sldMkLst>
      </pc:sldChg>
      <pc:sldChg chg="del">
        <pc:chgData name="Harleen Kaur" userId="S::id65ns02@ubalt.edu::9f7fc1d6-ab67-473f-ba46-e98f6ce2049b" providerId="AD" clId="Web-{738123F3-34A9-ADCB-8106-539A0ED93125}" dt="2021-07-31T23:27:43.974" v="358"/>
        <pc:sldMkLst>
          <pc:docMk/>
          <pc:sldMk cId="3306337535" sldId="419"/>
        </pc:sldMkLst>
      </pc:sldChg>
      <pc:sldChg chg="del">
        <pc:chgData name="Harleen Kaur" userId="S::id65ns02@ubalt.edu::9f7fc1d6-ab67-473f-ba46-e98f6ce2049b" providerId="AD" clId="Web-{738123F3-34A9-ADCB-8106-539A0ED93125}" dt="2021-08-01T01:50:00.473" v="381"/>
        <pc:sldMkLst>
          <pc:docMk/>
          <pc:sldMk cId="2609955097" sldId="437"/>
        </pc:sldMkLst>
      </pc:sldChg>
      <pc:sldChg chg="del">
        <pc:chgData name="Harleen Kaur" userId="S::id65ns02@ubalt.edu::9f7fc1d6-ab67-473f-ba46-e98f6ce2049b" providerId="AD" clId="Web-{738123F3-34A9-ADCB-8106-539A0ED93125}" dt="2021-08-01T01:50:06.395" v="382"/>
        <pc:sldMkLst>
          <pc:docMk/>
          <pc:sldMk cId="2869426348" sldId="438"/>
        </pc:sldMkLst>
      </pc:sldChg>
      <pc:sldChg chg="ord">
        <pc:chgData name="Harleen Kaur" userId="S::id65ns02@ubalt.edu::9f7fc1d6-ab67-473f-ba46-e98f6ce2049b" providerId="AD" clId="Web-{738123F3-34A9-ADCB-8106-539A0ED93125}" dt="2021-08-01T02:00:07.785" v="431"/>
        <pc:sldMkLst>
          <pc:docMk/>
          <pc:sldMk cId="2156609810" sldId="439"/>
        </pc:sldMkLst>
      </pc:sldChg>
      <pc:sldChg chg="del">
        <pc:chgData name="Harleen Kaur" userId="S::id65ns02@ubalt.edu::9f7fc1d6-ab67-473f-ba46-e98f6ce2049b" providerId="AD" clId="Web-{738123F3-34A9-ADCB-8106-539A0ED93125}" dt="2021-08-01T01:53:50.774" v="397"/>
        <pc:sldMkLst>
          <pc:docMk/>
          <pc:sldMk cId="3370452083" sldId="440"/>
        </pc:sldMkLst>
      </pc:sldChg>
      <pc:sldChg chg="del">
        <pc:chgData name="Harleen Kaur" userId="S::id65ns02@ubalt.edu::9f7fc1d6-ab67-473f-ba46-e98f6ce2049b" providerId="AD" clId="Web-{738123F3-34A9-ADCB-8106-539A0ED93125}" dt="2021-08-01T01:54:14.259" v="398"/>
        <pc:sldMkLst>
          <pc:docMk/>
          <pc:sldMk cId="2338093303" sldId="442"/>
        </pc:sldMkLst>
      </pc:sldChg>
      <pc:sldChg chg="add del">
        <pc:chgData name="Harleen Kaur" userId="S::id65ns02@ubalt.edu::9f7fc1d6-ab67-473f-ba46-e98f6ce2049b" providerId="AD" clId="Web-{738123F3-34A9-ADCB-8106-539A0ED93125}" dt="2021-08-01T01:56:42.246" v="407"/>
        <pc:sldMkLst>
          <pc:docMk/>
          <pc:sldMk cId="3318184395" sldId="443"/>
        </pc:sldMkLst>
      </pc:sldChg>
      <pc:sldChg chg="del">
        <pc:chgData name="Harleen Kaur" userId="S::id65ns02@ubalt.edu::9f7fc1d6-ab67-473f-ba46-e98f6ce2049b" providerId="AD" clId="Web-{738123F3-34A9-ADCB-8106-539A0ED93125}" dt="2021-07-31T23:27:46.943" v="359"/>
        <pc:sldMkLst>
          <pc:docMk/>
          <pc:sldMk cId="2956052182" sldId="444"/>
        </pc:sldMkLst>
      </pc:sldChg>
      <pc:sldChg chg="ord">
        <pc:chgData name="Harleen Kaur" userId="S::id65ns02@ubalt.edu::9f7fc1d6-ab67-473f-ba46-e98f6ce2049b" providerId="AD" clId="Web-{738123F3-34A9-ADCB-8106-539A0ED93125}" dt="2021-08-01T01:53:29.555" v="392"/>
        <pc:sldMkLst>
          <pc:docMk/>
          <pc:sldMk cId="3097308220" sldId="445"/>
        </pc:sldMkLst>
      </pc:sldChg>
      <pc:sldChg chg="del">
        <pc:chgData name="Harleen Kaur" userId="S::id65ns02@ubalt.edu::9f7fc1d6-ab67-473f-ba46-e98f6ce2049b" providerId="AD" clId="Web-{738123F3-34A9-ADCB-8106-539A0ED93125}" dt="2021-08-01T01:53:49.009" v="396"/>
        <pc:sldMkLst>
          <pc:docMk/>
          <pc:sldMk cId="3496283479" sldId="446"/>
        </pc:sldMkLst>
      </pc:sldChg>
      <pc:sldChg chg="ord">
        <pc:chgData name="Harleen Kaur" userId="S::id65ns02@ubalt.edu::9f7fc1d6-ab67-473f-ba46-e98f6ce2049b" providerId="AD" clId="Web-{738123F3-34A9-ADCB-8106-539A0ED93125}" dt="2021-08-01T01:59:15.939" v="428"/>
        <pc:sldMkLst>
          <pc:docMk/>
          <pc:sldMk cId="2270913000" sldId="447"/>
        </pc:sldMkLst>
      </pc:sldChg>
      <pc:sldChg chg="del">
        <pc:chgData name="Harleen Kaur" userId="S::id65ns02@ubalt.edu::9f7fc1d6-ab67-473f-ba46-e98f6ce2049b" providerId="AD" clId="Web-{738123F3-34A9-ADCB-8106-539A0ED93125}" dt="2021-07-31T23:27:41.662" v="357"/>
        <pc:sldMkLst>
          <pc:docMk/>
          <pc:sldMk cId="69086169" sldId="452"/>
        </pc:sldMkLst>
      </pc:sldChg>
      <pc:sldChg chg="ord">
        <pc:chgData name="Harleen Kaur" userId="S::id65ns02@ubalt.edu::9f7fc1d6-ab67-473f-ba46-e98f6ce2049b" providerId="AD" clId="Web-{738123F3-34A9-ADCB-8106-539A0ED93125}" dt="2021-08-01T01:59:39.330" v="429"/>
        <pc:sldMkLst>
          <pc:docMk/>
          <pc:sldMk cId="138071100" sldId="453"/>
        </pc:sldMkLst>
      </pc:sldChg>
      <pc:sldChg chg="ord">
        <pc:chgData name="Harleen Kaur" userId="S::id65ns02@ubalt.edu::9f7fc1d6-ab67-473f-ba46-e98f6ce2049b" providerId="AD" clId="Web-{738123F3-34A9-ADCB-8106-539A0ED93125}" dt="2021-08-01T01:57:43.250" v="408"/>
        <pc:sldMkLst>
          <pc:docMk/>
          <pc:sldMk cId="2698563990" sldId="454"/>
        </pc:sldMkLst>
      </pc:sldChg>
      <pc:sldChg chg="ord">
        <pc:chgData name="Harleen Kaur" userId="S::id65ns02@ubalt.edu::9f7fc1d6-ab67-473f-ba46-e98f6ce2049b" providerId="AD" clId="Web-{738123F3-34A9-ADCB-8106-539A0ED93125}" dt="2021-07-31T23:11:25.396" v="242"/>
        <pc:sldMkLst>
          <pc:docMk/>
          <pc:sldMk cId="119521946" sldId="455"/>
        </pc:sldMkLst>
      </pc:sldChg>
      <pc:sldChg chg="ord">
        <pc:chgData name="Harleen Kaur" userId="S::id65ns02@ubalt.edu::9f7fc1d6-ab67-473f-ba46-e98f6ce2049b" providerId="AD" clId="Web-{738123F3-34A9-ADCB-8106-539A0ED93125}" dt="2021-08-01T01:58:06.438" v="409"/>
        <pc:sldMkLst>
          <pc:docMk/>
          <pc:sldMk cId="819406772" sldId="456"/>
        </pc:sldMkLst>
      </pc:sldChg>
      <pc:sldChg chg="del">
        <pc:chgData name="Harleen Kaur" userId="S::id65ns02@ubalt.edu::9f7fc1d6-ab67-473f-ba46-e98f6ce2049b" providerId="AD" clId="Web-{738123F3-34A9-ADCB-8106-539A0ED93125}" dt="2021-08-01T01:49:41.473" v="377"/>
        <pc:sldMkLst>
          <pc:docMk/>
          <pc:sldMk cId="4223382174" sldId="467"/>
        </pc:sldMkLst>
      </pc:sldChg>
      <pc:sldChg chg="del">
        <pc:chgData name="Harleen Kaur" userId="S::id65ns02@ubalt.edu::9f7fc1d6-ab67-473f-ba46-e98f6ce2049b" providerId="AD" clId="Web-{738123F3-34A9-ADCB-8106-539A0ED93125}" dt="2021-08-01T01:49:42.848" v="378"/>
        <pc:sldMkLst>
          <pc:docMk/>
          <pc:sldMk cId="3882710786" sldId="470"/>
        </pc:sldMkLst>
      </pc:sldChg>
      <pc:sldChg chg="del">
        <pc:chgData name="Harleen Kaur" userId="S::id65ns02@ubalt.edu::9f7fc1d6-ab67-473f-ba46-e98f6ce2049b" providerId="AD" clId="Web-{738123F3-34A9-ADCB-8106-539A0ED93125}" dt="2021-08-01T01:49:46.395" v="379"/>
        <pc:sldMkLst>
          <pc:docMk/>
          <pc:sldMk cId="1733354371" sldId="471"/>
        </pc:sldMkLst>
      </pc:sldChg>
      <pc:sldChg chg="del">
        <pc:chgData name="Harleen Kaur" userId="S::id65ns02@ubalt.edu::9f7fc1d6-ab67-473f-ba46-e98f6ce2049b" providerId="AD" clId="Web-{738123F3-34A9-ADCB-8106-539A0ED93125}" dt="2021-07-31T23:31:05.667" v="376"/>
        <pc:sldMkLst>
          <pc:docMk/>
          <pc:sldMk cId="2851333621" sldId="472"/>
        </pc:sldMkLst>
      </pc:sldChg>
      <pc:sldChg chg="modSp">
        <pc:chgData name="Harleen Kaur" userId="S::id65ns02@ubalt.edu::9f7fc1d6-ab67-473f-ba46-e98f6ce2049b" providerId="AD" clId="Web-{738123F3-34A9-ADCB-8106-539A0ED93125}" dt="2021-07-31T22:11:32.902" v="2" actId="20577"/>
        <pc:sldMkLst>
          <pc:docMk/>
          <pc:sldMk cId="111182765" sldId="483"/>
        </pc:sldMkLst>
      </pc:sldChg>
      <pc:sldChg chg="modSp">
        <pc:chgData name="Harleen Kaur" userId="S::id65ns02@ubalt.edu::9f7fc1d6-ab67-473f-ba46-e98f6ce2049b" providerId="AD" clId="Web-{738123F3-34A9-ADCB-8106-539A0ED93125}" dt="2021-07-31T22:13:41.483" v="35" actId="20577"/>
        <pc:sldMkLst>
          <pc:docMk/>
          <pc:sldMk cId="1635086071" sldId="484"/>
        </pc:sldMkLst>
      </pc:sldChg>
      <pc:sldChg chg="addSp delSp modSp new">
        <pc:chgData name="Harleen Kaur" userId="S::id65ns02@ubalt.edu::9f7fc1d6-ab67-473f-ba46-e98f6ce2049b" providerId="AD" clId="Web-{738123F3-34A9-ADCB-8106-539A0ED93125}" dt="2021-07-31T22:15:14.515" v="70" actId="1076"/>
        <pc:sldMkLst>
          <pc:docMk/>
          <pc:sldMk cId="2999971030" sldId="487"/>
        </pc:sldMkLst>
      </pc:sldChg>
      <pc:sldChg chg="addSp delSp modSp new">
        <pc:chgData name="Harleen Kaur" userId="S::id65ns02@ubalt.edu::9f7fc1d6-ab67-473f-ba46-e98f6ce2049b" providerId="AD" clId="Web-{738123F3-34A9-ADCB-8106-539A0ED93125}" dt="2021-07-31T22:18:03.971" v="92"/>
        <pc:sldMkLst>
          <pc:docMk/>
          <pc:sldMk cId="1679723272" sldId="488"/>
        </pc:sldMkLst>
      </pc:sldChg>
      <pc:sldChg chg="addSp delSp modSp new">
        <pc:chgData name="Harleen Kaur" userId="S::id65ns02@ubalt.edu::9f7fc1d6-ab67-473f-ba46-e98f6ce2049b" providerId="AD" clId="Web-{738123F3-34A9-ADCB-8106-539A0ED93125}" dt="2021-07-31T22:22:18.124" v="173" actId="14100"/>
        <pc:sldMkLst>
          <pc:docMk/>
          <pc:sldMk cId="145347310" sldId="489"/>
        </pc:sldMkLst>
      </pc:sldChg>
      <pc:sldChg chg="modSp new del">
        <pc:chgData name="Harleen Kaur" userId="S::id65ns02@ubalt.edu::9f7fc1d6-ab67-473f-ba46-e98f6ce2049b" providerId="AD" clId="Web-{738123F3-34A9-ADCB-8106-539A0ED93125}" dt="2021-07-31T23:21:24.402" v="301"/>
        <pc:sldMkLst>
          <pc:docMk/>
          <pc:sldMk cId="3618075890" sldId="490"/>
        </pc:sldMkLst>
      </pc:sldChg>
      <pc:sldChg chg="new del">
        <pc:chgData name="Harleen Kaur" userId="S::id65ns02@ubalt.edu::9f7fc1d6-ab67-473f-ba46-e98f6ce2049b" providerId="AD" clId="Web-{738123F3-34A9-ADCB-8106-539A0ED93125}" dt="2021-07-31T23:10:06.723" v="231"/>
        <pc:sldMkLst>
          <pc:docMk/>
          <pc:sldMk cId="318588634" sldId="491"/>
        </pc:sldMkLst>
      </pc:sldChg>
      <pc:sldChg chg="modSp new">
        <pc:chgData name="Harleen Kaur" userId="S::id65ns02@ubalt.edu::9f7fc1d6-ab67-473f-ba46-e98f6ce2049b" providerId="AD" clId="Web-{738123F3-34A9-ADCB-8106-539A0ED93125}" dt="2021-08-01T01:51:18.068" v="391" actId="20577"/>
        <pc:sldMkLst>
          <pc:docMk/>
          <pc:sldMk cId="4071646353" sldId="491"/>
        </pc:sldMkLst>
      </pc:sldChg>
      <pc:sldChg chg="addSp delSp modSp new">
        <pc:chgData name="Harleen Kaur" userId="S::id65ns02@ubalt.edu::9f7fc1d6-ab67-473f-ba46-e98f6ce2049b" providerId="AD" clId="Web-{738123F3-34A9-ADCB-8106-539A0ED93125}" dt="2021-07-31T23:18:07.694" v="271" actId="14100"/>
        <pc:sldMkLst>
          <pc:docMk/>
          <pc:sldMk cId="3992710873" sldId="492"/>
        </pc:sldMkLst>
      </pc:sldChg>
      <pc:sldChg chg="addSp delSp modSp new">
        <pc:chgData name="Harleen Kaur" userId="S::id65ns02@ubalt.edu::9f7fc1d6-ab67-473f-ba46-e98f6ce2049b" providerId="AD" clId="Web-{738123F3-34A9-ADCB-8106-539A0ED93125}" dt="2021-07-31T23:19:52.275" v="293" actId="20577"/>
        <pc:sldMkLst>
          <pc:docMk/>
          <pc:sldMk cId="3844125229" sldId="493"/>
        </pc:sldMkLst>
      </pc:sldChg>
      <pc:sldChg chg="addSp delSp modSp new">
        <pc:chgData name="Harleen Kaur" userId="S::id65ns02@ubalt.edu::9f7fc1d6-ab67-473f-ba46-e98f6ce2049b" providerId="AD" clId="Web-{738123F3-34A9-ADCB-8106-539A0ED93125}" dt="2021-07-31T23:30:43.244" v="375" actId="1076"/>
        <pc:sldMkLst>
          <pc:docMk/>
          <pc:sldMk cId="48681424" sldId="494"/>
        </pc:sldMkLst>
      </pc:sldChg>
      <pc:sldChg chg="modSp new">
        <pc:chgData name="Harleen Kaur" userId="S::id65ns02@ubalt.edu::9f7fc1d6-ab67-473f-ba46-e98f6ce2049b" providerId="AD" clId="Web-{738123F3-34A9-ADCB-8106-539A0ED93125}" dt="2021-07-31T23:27:26.771" v="356" actId="20577"/>
        <pc:sldMkLst>
          <pc:docMk/>
          <pc:sldMk cId="1802302037" sldId="495"/>
        </pc:sldMkLst>
      </pc:sldChg>
      <pc:sldChg chg="new del">
        <pc:chgData name="Harleen Kaur" userId="S::id65ns02@ubalt.edu::9f7fc1d6-ab67-473f-ba46-e98f6ce2049b" providerId="AD" clId="Web-{738123F3-34A9-ADCB-8106-539A0ED93125}" dt="2021-07-31T23:27:01.880" v="333"/>
        <pc:sldMkLst>
          <pc:docMk/>
          <pc:sldMk cId="2294874002" sldId="495"/>
        </pc:sldMkLst>
      </pc:sldChg>
      <pc:sldChg chg="new del">
        <pc:chgData name="Harleen Kaur" userId="S::id65ns02@ubalt.edu::9f7fc1d6-ab67-473f-ba46-e98f6ce2049b" providerId="AD" clId="Web-{738123F3-34A9-ADCB-8106-539A0ED93125}" dt="2021-08-01T01:58:30.641" v="411"/>
        <pc:sldMkLst>
          <pc:docMk/>
          <pc:sldMk cId="236784667" sldId="496"/>
        </pc:sldMkLst>
      </pc:sldChg>
      <pc:sldChg chg="addSp delSp modSp new">
        <pc:chgData name="Harleen Kaur" userId="S::id65ns02@ubalt.edu::9f7fc1d6-ab67-473f-ba46-e98f6ce2049b" providerId="AD" clId="Web-{738123F3-34A9-ADCB-8106-539A0ED93125}" dt="2021-08-01T01:58:45.892" v="426"/>
        <pc:sldMkLst>
          <pc:docMk/>
          <pc:sldMk cId="3788700773" sldId="496"/>
        </pc:sldMkLst>
      </pc:sldChg>
      <pc:sldChg chg="addSp delSp modSp new">
        <pc:chgData name="Harleen Kaur" userId="S::id65ns02@ubalt.edu::9f7fc1d6-ab67-473f-ba46-e98f6ce2049b" providerId="AD" clId="Web-{738123F3-34A9-ADCB-8106-539A0ED93125}" dt="2021-08-01T02:04:19.836" v="554" actId="20577"/>
        <pc:sldMkLst>
          <pc:docMk/>
          <pc:sldMk cId="1156047588" sldId="497"/>
        </pc:sldMkLst>
      </pc:sldChg>
    </pc:docChg>
  </pc:docChgLst>
  <pc:docChgLst>
    <pc:chgData name="Harleen Kaur" userId="S::id65ns02@ubalt.edu::9f7fc1d6-ab67-473f-ba46-e98f6ce2049b" providerId="AD" clId="Web-{D71C5D54-C5E0-017D-E232-69A7444A338C}"/>
    <pc:docChg chg="sldOrd">
      <pc:chgData name="Harleen Kaur" userId="S::id65ns02@ubalt.edu::9f7fc1d6-ab67-473f-ba46-e98f6ce2049b" providerId="AD" clId="Web-{D71C5D54-C5E0-017D-E232-69A7444A338C}" dt="2021-07-06T11:55:31.793" v="0"/>
      <pc:docMkLst>
        <pc:docMk/>
      </pc:docMkLst>
      <pc:sldChg chg="ord">
        <pc:chgData name="Harleen Kaur" userId="S::id65ns02@ubalt.edu::9f7fc1d6-ab67-473f-ba46-e98f6ce2049b" providerId="AD" clId="Web-{D71C5D54-C5E0-017D-E232-69A7444A338C}" dt="2021-07-06T11:55:31.793" v="0"/>
        <pc:sldMkLst>
          <pc:docMk/>
          <pc:sldMk cId="2537449008" sldId="399"/>
        </pc:sldMkLst>
      </pc:sldChg>
    </pc:docChg>
  </pc:docChgLst>
  <pc:docChgLst>
    <pc:chgData name="Harleen Kaur" userId="S::id65ns02@ubalt.edu::9f7fc1d6-ab67-473f-ba46-e98f6ce2049b" providerId="AD" clId="Web-{D0F9FB89-C217-8282-D460-37696B23A2DF}"/>
    <pc:docChg chg="modSld">
      <pc:chgData name="Harleen Kaur" userId="S::id65ns02@ubalt.edu::9f7fc1d6-ab67-473f-ba46-e98f6ce2049b" providerId="AD" clId="Web-{D0F9FB89-C217-8282-D460-37696B23A2DF}" dt="2021-08-05T19:27:26.402" v="105" actId="1076"/>
      <pc:docMkLst>
        <pc:docMk/>
      </pc:docMkLst>
      <pc:sldChg chg="modSp">
        <pc:chgData name="Harleen Kaur" userId="S::id65ns02@ubalt.edu::9f7fc1d6-ab67-473f-ba46-e98f6ce2049b" providerId="AD" clId="Web-{D0F9FB89-C217-8282-D460-37696B23A2DF}" dt="2021-08-05T19:25:25.101" v="41" actId="20577"/>
        <pc:sldMkLst>
          <pc:docMk/>
          <pc:sldMk cId="48681424" sldId="494"/>
        </pc:sldMkLst>
      </pc:sldChg>
      <pc:sldChg chg="addSp modSp">
        <pc:chgData name="Harleen Kaur" userId="S::id65ns02@ubalt.edu::9f7fc1d6-ab67-473f-ba46-e98f6ce2049b" providerId="AD" clId="Web-{D0F9FB89-C217-8282-D460-37696B23A2DF}" dt="2021-08-05T19:27:26.402" v="105" actId="1076"/>
        <pc:sldMkLst>
          <pc:docMk/>
          <pc:sldMk cId="2180313746" sldId="499"/>
        </pc:sldMkLst>
      </pc:sldChg>
    </pc:docChg>
  </pc:docChgLst>
  <pc:docChgLst>
    <pc:chgData name="Weifeng Xu" userId="e7aed605-a3dd-4d5a-a692-a87037af107b" providerId="ADAL" clId="{27FAE7C2-98C3-4F90-970B-CFC2B878BAA9}"/>
    <pc:docChg chg="undo redo custSel addSld delSld modSld sldOrd">
      <pc:chgData name="Weifeng Xu" userId="e7aed605-a3dd-4d5a-a692-a87037af107b" providerId="ADAL" clId="{27FAE7C2-98C3-4F90-970B-CFC2B878BAA9}" dt="2021-03-19T12:54:44.258" v="5852" actId="14734"/>
      <pc:docMkLst>
        <pc:docMk/>
      </pc:docMkLst>
      <pc:sldChg chg="modSp mod">
        <pc:chgData name="Weifeng Xu" userId="e7aed605-a3dd-4d5a-a692-a87037af107b" providerId="ADAL" clId="{27FAE7C2-98C3-4F90-970B-CFC2B878BAA9}" dt="2021-03-16T20:13:29.722" v="2801"/>
        <pc:sldMkLst>
          <pc:docMk/>
          <pc:sldMk cId="1323245308" sldId="256"/>
        </pc:sldMkLst>
      </pc:sldChg>
      <pc:sldChg chg="del">
        <pc:chgData name="Weifeng Xu" userId="e7aed605-a3dd-4d5a-a692-a87037af107b" providerId="ADAL" clId="{27FAE7C2-98C3-4F90-970B-CFC2B878BAA9}" dt="2021-03-15T12:32:47.985" v="34" actId="47"/>
        <pc:sldMkLst>
          <pc:docMk/>
          <pc:sldMk cId="594714798" sldId="257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6T00:52:46.320" v="721" actId="1076"/>
        <pc:sldMkLst>
          <pc:docMk/>
          <pc:sldMk cId="3947350244" sldId="257"/>
        </pc:sldMkLst>
      </pc:sldChg>
      <pc:sldChg chg="del">
        <pc:chgData name="Weifeng Xu" userId="e7aed605-a3dd-4d5a-a692-a87037af107b" providerId="ADAL" clId="{27FAE7C2-98C3-4F90-970B-CFC2B878BAA9}" dt="2021-03-15T12:32:48.168" v="35" actId="47"/>
        <pc:sldMkLst>
          <pc:docMk/>
          <pc:sldMk cId="824954207" sldId="258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6T00:19:56.726" v="397" actId="114"/>
        <pc:sldMkLst>
          <pc:docMk/>
          <pc:sldMk cId="2813085997" sldId="258"/>
        </pc:sldMkLst>
      </pc:sldChg>
      <pc:sldChg chg="del">
        <pc:chgData name="Weifeng Xu" userId="e7aed605-a3dd-4d5a-a692-a87037af107b" providerId="ADAL" clId="{27FAE7C2-98C3-4F90-970B-CFC2B878BAA9}" dt="2021-03-15T12:32:48.352" v="36" actId="47"/>
        <pc:sldMkLst>
          <pc:docMk/>
          <pc:sldMk cId="357665137" sldId="259"/>
        </pc:sldMkLst>
      </pc:sldChg>
      <pc:sldChg chg="addSp modSp new mod modNotesTx">
        <pc:chgData name="Weifeng Xu" userId="e7aed605-a3dd-4d5a-a692-a87037af107b" providerId="ADAL" clId="{27FAE7C2-98C3-4F90-970B-CFC2B878BAA9}" dt="2021-03-16T00:27:24.398" v="487" actId="20577"/>
        <pc:sldMkLst>
          <pc:docMk/>
          <pc:sldMk cId="2717797818" sldId="259"/>
        </pc:sldMkLst>
      </pc:sldChg>
      <pc:sldChg chg="del">
        <pc:chgData name="Weifeng Xu" userId="e7aed605-a3dd-4d5a-a692-a87037af107b" providerId="ADAL" clId="{27FAE7C2-98C3-4F90-970B-CFC2B878BAA9}" dt="2021-03-15T12:32:47.789" v="33" actId="47"/>
        <pc:sldMkLst>
          <pc:docMk/>
          <pc:sldMk cId="838394385" sldId="260"/>
        </pc:sldMkLst>
      </pc:sldChg>
      <pc:sldChg chg="addSp delSp modSp new del mod modClrScheme chgLayout">
        <pc:chgData name="Weifeng Xu" userId="e7aed605-a3dd-4d5a-a692-a87037af107b" providerId="ADAL" clId="{27FAE7C2-98C3-4F90-970B-CFC2B878BAA9}" dt="2021-03-16T20:13:35.741" v="2802" actId="47"/>
        <pc:sldMkLst>
          <pc:docMk/>
          <pc:sldMk cId="1597817014" sldId="260"/>
        </pc:sldMkLst>
      </pc:sldChg>
      <pc:sldChg chg="del">
        <pc:chgData name="Weifeng Xu" userId="e7aed605-a3dd-4d5a-a692-a87037af107b" providerId="ADAL" clId="{27FAE7C2-98C3-4F90-970B-CFC2B878BAA9}" dt="2021-03-15T12:32:41.977" v="1" actId="47"/>
        <pc:sldMkLst>
          <pc:docMk/>
          <pc:sldMk cId="1539245675" sldId="261"/>
        </pc:sldMkLst>
      </pc:sldChg>
      <pc:sldChg chg="addSp delSp modSp new del mod modClrScheme chgLayout">
        <pc:chgData name="Weifeng Xu" userId="e7aed605-a3dd-4d5a-a692-a87037af107b" providerId="ADAL" clId="{27FAE7C2-98C3-4F90-970B-CFC2B878BAA9}" dt="2021-03-16T13:26:54.392" v="1343" actId="47"/>
        <pc:sldMkLst>
          <pc:docMk/>
          <pc:sldMk cId="3593797545" sldId="261"/>
        </pc:sldMkLst>
      </pc:sldChg>
      <pc:sldChg chg="addSp delSp modSp new mod setBg modClrScheme chgLayout modNotesTx">
        <pc:chgData name="Weifeng Xu" userId="e7aed605-a3dd-4d5a-a692-a87037af107b" providerId="ADAL" clId="{27FAE7C2-98C3-4F90-970B-CFC2B878BAA9}" dt="2021-03-18T20:56:38.612" v="5298" actId="6549"/>
        <pc:sldMkLst>
          <pc:docMk/>
          <pc:sldMk cId="1329348953" sldId="262"/>
        </pc:sldMkLst>
      </pc:sldChg>
      <pc:sldChg chg="del">
        <pc:chgData name="Weifeng Xu" userId="e7aed605-a3dd-4d5a-a692-a87037af107b" providerId="ADAL" clId="{27FAE7C2-98C3-4F90-970B-CFC2B878BAA9}" dt="2021-03-15T12:32:42.961" v="6" actId="47"/>
        <pc:sldMkLst>
          <pc:docMk/>
          <pc:sldMk cId="3347624405" sldId="262"/>
        </pc:sldMkLst>
      </pc:sldChg>
      <pc:sldChg chg="del">
        <pc:chgData name="Weifeng Xu" userId="e7aed605-a3dd-4d5a-a692-a87037af107b" providerId="ADAL" clId="{27FAE7C2-98C3-4F90-970B-CFC2B878BAA9}" dt="2021-03-15T12:32:43.067" v="7" actId="47"/>
        <pc:sldMkLst>
          <pc:docMk/>
          <pc:sldMk cId="523254660" sldId="263"/>
        </pc:sldMkLst>
      </pc:sldChg>
      <pc:sldChg chg="addSp delSp modSp new mod modClrScheme chgLayout">
        <pc:chgData name="Weifeng Xu" userId="e7aed605-a3dd-4d5a-a692-a87037af107b" providerId="ADAL" clId="{27FAE7C2-98C3-4F90-970B-CFC2B878BAA9}" dt="2021-03-16T21:14:23.178" v="2946" actId="1076"/>
        <pc:sldMkLst>
          <pc:docMk/>
          <pc:sldMk cId="2002273286" sldId="263"/>
        </pc:sldMkLst>
      </pc:sldChg>
      <pc:sldChg chg="addSp delSp modSp new mod setBg modClrScheme chgLayout">
        <pc:chgData name="Weifeng Xu" userId="e7aed605-a3dd-4d5a-a692-a87037af107b" providerId="ADAL" clId="{27FAE7C2-98C3-4F90-970B-CFC2B878BAA9}" dt="2021-03-17T01:28:01.431" v="3394" actId="26606"/>
        <pc:sldMkLst>
          <pc:docMk/>
          <pc:sldMk cId="1282228560" sldId="264"/>
        </pc:sldMkLst>
      </pc:sldChg>
      <pc:sldChg chg="del">
        <pc:chgData name="Weifeng Xu" userId="e7aed605-a3dd-4d5a-a692-a87037af107b" providerId="ADAL" clId="{27FAE7C2-98C3-4F90-970B-CFC2B878BAA9}" dt="2021-03-15T12:32:43.402" v="9" actId="47"/>
        <pc:sldMkLst>
          <pc:docMk/>
          <pc:sldMk cId="1483570226" sldId="264"/>
        </pc:sldMkLst>
      </pc:sldChg>
      <pc:sldChg chg="del">
        <pc:chgData name="Weifeng Xu" userId="e7aed605-a3dd-4d5a-a692-a87037af107b" providerId="ADAL" clId="{27FAE7C2-98C3-4F90-970B-CFC2B878BAA9}" dt="2021-03-15T12:32:44.429" v="15" actId="47"/>
        <pc:sldMkLst>
          <pc:docMk/>
          <pc:sldMk cId="1005714408" sldId="265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6T11:48:15.152" v="1205" actId="20577"/>
        <pc:sldMkLst>
          <pc:docMk/>
          <pc:sldMk cId="1966411301" sldId="265"/>
        </pc:sldMkLst>
      </pc:sldChg>
      <pc:sldChg chg="del">
        <pc:chgData name="Weifeng Xu" userId="e7aed605-a3dd-4d5a-a692-a87037af107b" providerId="ADAL" clId="{27FAE7C2-98C3-4F90-970B-CFC2B878BAA9}" dt="2021-03-15T12:32:45.422" v="19" actId="47"/>
        <pc:sldMkLst>
          <pc:docMk/>
          <pc:sldMk cId="2103126633" sldId="266"/>
        </pc:sldMkLst>
      </pc:sldChg>
      <pc:sldChg chg="addSp modSp new mod ord modClrScheme chgLayout">
        <pc:chgData name="Weifeng Xu" userId="e7aed605-a3dd-4d5a-a692-a87037af107b" providerId="ADAL" clId="{27FAE7C2-98C3-4F90-970B-CFC2B878BAA9}" dt="2021-03-16T13:31:00.337" v="1346" actId="33524"/>
        <pc:sldMkLst>
          <pc:docMk/>
          <pc:sldMk cId="3968060583" sldId="266"/>
        </pc:sldMkLst>
      </pc:sldChg>
      <pc:sldChg chg="addSp delSp modSp new mod ord modClrScheme chgLayout">
        <pc:chgData name="Weifeng Xu" userId="e7aed605-a3dd-4d5a-a692-a87037af107b" providerId="ADAL" clId="{27FAE7C2-98C3-4F90-970B-CFC2B878BAA9}" dt="2021-03-16T14:48:21.958" v="1451" actId="113"/>
        <pc:sldMkLst>
          <pc:docMk/>
          <pc:sldMk cId="957453442" sldId="267"/>
        </pc:sldMkLst>
      </pc:sldChg>
      <pc:sldChg chg="del">
        <pc:chgData name="Weifeng Xu" userId="e7aed605-a3dd-4d5a-a692-a87037af107b" providerId="ADAL" clId="{27FAE7C2-98C3-4F90-970B-CFC2B878BAA9}" dt="2021-03-15T12:32:45.739" v="22" actId="47"/>
        <pc:sldMkLst>
          <pc:docMk/>
          <pc:sldMk cId="2454898931" sldId="267"/>
        </pc:sldMkLst>
      </pc:sldChg>
      <pc:sldChg chg="addSp delSp modSp new mod modClrScheme chgLayout">
        <pc:chgData name="Weifeng Xu" userId="e7aed605-a3dd-4d5a-a692-a87037af107b" providerId="ADAL" clId="{27FAE7C2-98C3-4F90-970B-CFC2B878BAA9}" dt="2021-03-19T12:54:44.258" v="5852" actId="14734"/>
        <pc:sldMkLst>
          <pc:docMk/>
          <pc:sldMk cId="877308037" sldId="268"/>
        </pc:sldMkLst>
      </pc:sldChg>
      <pc:sldChg chg="del">
        <pc:chgData name="Weifeng Xu" userId="e7aed605-a3dd-4d5a-a692-a87037af107b" providerId="ADAL" clId="{27FAE7C2-98C3-4F90-970B-CFC2B878BAA9}" dt="2021-03-15T12:32:41.611" v="0" actId="47"/>
        <pc:sldMkLst>
          <pc:docMk/>
          <pc:sldMk cId="927007670" sldId="268"/>
        </pc:sldMkLst>
      </pc:sldChg>
      <pc:sldChg chg="addSp delSp modSp new mod ord modClrScheme chgLayout modNotesTx">
        <pc:chgData name="Weifeng Xu" userId="e7aed605-a3dd-4d5a-a692-a87037af107b" providerId="ADAL" clId="{27FAE7C2-98C3-4F90-970B-CFC2B878BAA9}" dt="2021-03-17T00:50:53.031" v="3170"/>
        <pc:sldMkLst>
          <pc:docMk/>
          <pc:sldMk cId="1144033824" sldId="269"/>
        </pc:sldMkLst>
      </pc:sldChg>
      <pc:sldChg chg="del">
        <pc:chgData name="Weifeng Xu" userId="e7aed605-a3dd-4d5a-a692-a87037af107b" providerId="ADAL" clId="{27FAE7C2-98C3-4F90-970B-CFC2B878BAA9}" dt="2021-03-15T12:32:47.082" v="29" actId="47"/>
        <pc:sldMkLst>
          <pc:docMk/>
          <pc:sldMk cId="1151958853" sldId="269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7T00:51:58.508" v="3225" actId="20577"/>
        <pc:sldMkLst>
          <pc:docMk/>
          <pc:sldMk cId="893191663" sldId="270"/>
        </pc:sldMkLst>
      </pc:sldChg>
      <pc:sldChg chg="del">
        <pc:chgData name="Weifeng Xu" userId="e7aed605-a3dd-4d5a-a692-a87037af107b" providerId="ADAL" clId="{27FAE7C2-98C3-4F90-970B-CFC2B878BAA9}" dt="2021-03-15T12:32:47.252" v="30" actId="47"/>
        <pc:sldMkLst>
          <pc:docMk/>
          <pc:sldMk cId="2256375109" sldId="270"/>
        </pc:sldMkLst>
      </pc:sldChg>
      <pc:sldChg chg="del">
        <pc:chgData name="Weifeng Xu" userId="e7aed605-a3dd-4d5a-a692-a87037af107b" providerId="ADAL" clId="{27FAE7C2-98C3-4F90-970B-CFC2B878BAA9}" dt="2021-03-15T12:32:47.432" v="31" actId="47"/>
        <pc:sldMkLst>
          <pc:docMk/>
          <pc:sldMk cId="1000008397" sldId="271"/>
        </pc:sldMkLst>
      </pc:sldChg>
      <pc:sldChg chg="addSp delSp modSp new mod modClrScheme chgLayout">
        <pc:chgData name="Weifeng Xu" userId="e7aed605-a3dd-4d5a-a692-a87037af107b" providerId="ADAL" clId="{27FAE7C2-98C3-4F90-970B-CFC2B878BAA9}" dt="2021-03-16T15:50:57.464" v="1867" actId="1076"/>
        <pc:sldMkLst>
          <pc:docMk/>
          <pc:sldMk cId="3206008134" sldId="271"/>
        </pc:sldMkLst>
      </pc:sldChg>
      <pc:sldChg chg="addSp delSp modSp new mod setBg modClrScheme delDesignElem chgLayout">
        <pc:chgData name="Weifeng Xu" userId="e7aed605-a3dd-4d5a-a692-a87037af107b" providerId="ADAL" clId="{27FAE7C2-98C3-4F90-970B-CFC2B878BAA9}" dt="2021-03-17T01:46:54.195" v="3473" actId="26606"/>
        <pc:sldMkLst>
          <pc:docMk/>
          <pc:sldMk cId="2993734160" sldId="272"/>
        </pc:sldMkLst>
      </pc:sldChg>
      <pc:sldChg chg="del">
        <pc:chgData name="Weifeng Xu" userId="e7aed605-a3dd-4d5a-a692-a87037af107b" providerId="ADAL" clId="{27FAE7C2-98C3-4F90-970B-CFC2B878BAA9}" dt="2021-03-15T12:32:46.114" v="24" actId="47"/>
        <pc:sldMkLst>
          <pc:docMk/>
          <pc:sldMk cId="3702491373" sldId="272"/>
        </pc:sldMkLst>
      </pc:sldChg>
      <pc:sldChg chg="addSp modSp new del mod modClrScheme chgLayout">
        <pc:chgData name="Weifeng Xu" userId="e7aed605-a3dd-4d5a-a692-a87037af107b" providerId="ADAL" clId="{27FAE7C2-98C3-4F90-970B-CFC2B878BAA9}" dt="2021-03-18T19:36:42.866" v="4802" actId="47"/>
        <pc:sldMkLst>
          <pc:docMk/>
          <pc:sldMk cId="1653422532" sldId="273"/>
        </pc:sldMkLst>
      </pc:sldChg>
      <pc:sldChg chg="del">
        <pc:chgData name="Weifeng Xu" userId="e7aed605-a3dd-4d5a-a692-a87037af107b" providerId="ADAL" clId="{27FAE7C2-98C3-4F90-970B-CFC2B878BAA9}" dt="2021-03-15T12:32:43.608" v="10" actId="47"/>
        <pc:sldMkLst>
          <pc:docMk/>
          <pc:sldMk cId="4260313878" sldId="273"/>
        </pc:sldMkLst>
      </pc:sldChg>
      <pc:sldChg chg="addSp delSp modSp new del mod modClrScheme chgLayout">
        <pc:chgData name="Weifeng Xu" userId="e7aed605-a3dd-4d5a-a692-a87037af107b" providerId="ADAL" clId="{27FAE7C2-98C3-4F90-970B-CFC2B878BAA9}" dt="2021-03-18T19:36:44.449" v="4803" actId="47"/>
        <pc:sldMkLst>
          <pc:docMk/>
          <pc:sldMk cId="2683376326" sldId="274"/>
        </pc:sldMkLst>
      </pc:sldChg>
      <pc:sldChg chg="del">
        <pc:chgData name="Weifeng Xu" userId="e7aed605-a3dd-4d5a-a692-a87037af107b" providerId="ADAL" clId="{27FAE7C2-98C3-4F90-970B-CFC2B878BAA9}" dt="2021-03-15T12:32:42.212" v="2" actId="47"/>
        <pc:sldMkLst>
          <pc:docMk/>
          <pc:sldMk cId="3090718351" sldId="274"/>
        </pc:sldMkLst>
      </pc:sldChg>
      <pc:sldChg chg="addSp delSp modSp new mod ord modClrScheme chgLayout">
        <pc:chgData name="Weifeng Xu" userId="e7aed605-a3dd-4d5a-a692-a87037af107b" providerId="ADAL" clId="{27FAE7C2-98C3-4F90-970B-CFC2B878BAA9}" dt="2021-03-16T20:15:45.897" v="2815"/>
        <pc:sldMkLst>
          <pc:docMk/>
          <pc:sldMk cId="774738833" sldId="275"/>
        </pc:sldMkLst>
      </pc:sldChg>
      <pc:sldChg chg="del">
        <pc:chgData name="Weifeng Xu" userId="e7aed605-a3dd-4d5a-a692-a87037af107b" providerId="ADAL" clId="{27FAE7C2-98C3-4F90-970B-CFC2B878BAA9}" dt="2021-03-15T12:32:42.417" v="3" actId="47"/>
        <pc:sldMkLst>
          <pc:docMk/>
          <pc:sldMk cId="3821000861" sldId="275"/>
        </pc:sldMkLst>
      </pc:sldChg>
      <pc:sldChg chg="addSp delSp modSp new mod modClrScheme chgLayout">
        <pc:chgData name="Weifeng Xu" userId="e7aed605-a3dd-4d5a-a692-a87037af107b" providerId="ADAL" clId="{27FAE7C2-98C3-4F90-970B-CFC2B878BAA9}" dt="2021-03-16T20:16:26.954" v="2819"/>
        <pc:sldMkLst>
          <pc:docMk/>
          <pc:sldMk cId="124320607" sldId="276"/>
        </pc:sldMkLst>
      </pc:sldChg>
      <pc:sldChg chg="del">
        <pc:chgData name="Weifeng Xu" userId="e7aed605-a3dd-4d5a-a692-a87037af107b" providerId="ADAL" clId="{27FAE7C2-98C3-4F90-970B-CFC2B878BAA9}" dt="2021-03-15T12:32:44.083" v="13" actId="47"/>
        <pc:sldMkLst>
          <pc:docMk/>
          <pc:sldMk cId="1773513139" sldId="276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7T14:26:04.592" v="4477" actId="21"/>
        <pc:sldMkLst>
          <pc:docMk/>
          <pc:sldMk cId="347589165" sldId="277"/>
        </pc:sldMkLst>
      </pc:sldChg>
      <pc:sldChg chg="del">
        <pc:chgData name="Weifeng Xu" userId="e7aed605-a3dd-4d5a-a692-a87037af107b" providerId="ADAL" clId="{27FAE7C2-98C3-4F90-970B-CFC2B878BAA9}" dt="2021-03-15T12:32:46.308" v="25" actId="47"/>
        <pc:sldMkLst>
          <pc:docMk/>
          <pc:sldMk cId="4164042851" sldId="277"/>
        </pc:sldMkLst>
      </pc:sldChg>
      <pc:sldChg chg="del">
        <pc:chgData name="Weifeng Xu" userId="e7aed605-a3dd-4d5a-a692-a87037af107b" providerId="ADAL" clId="{27FAE7C2-98C3-4F90-970B-CFC2B878BAA9}" dt="2021-03-15T12:32:43.236" v="8" actId="47"/>
        <pc:sldMkLst>
          <pc:docMk/>
          <pc:sldMk cId="110160891" sldId="278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6T21:25:34.387" v="3008" actId="20577"/>
        <pc:sldMkLst>
          <pc:docMk/>
          <pc:sldMk cId="3924497350" sldId="278"/>
        </pc:sldMkLst>
      </pc:sldChg>
      <pc:sldChg chg="addSp delSp modSp new mod modClrScheme chgLayout">
        <pc:chgData name="Weifeng Xu" userId="e7aed605-a3dd-4d5a-a692-a87037af107b" providerId="ADAL" clId="{27FAE7C2-98C3-4F90-970B-CFC2B878BAA9}" dt="2021-03-17T00:12:39.503" v="3072" actId="1076"/>
        <pc:sldMkLst>
          <pc:docMk/>
          <pc:sldMk cId="128099297" sldId="279"/>
        </pc:sldMkLst>
      </pc:sldChg>
      <pc:sldChg chg="del">
        <pc:chgData name="Weifeng Xu" userId="e7aed605-a3dd-4d5a-a692-a87037af107b" providerId="ADAL" clId="{27FAE7C2-98C3-4F90-970B-CFC2B878BAA9}" dt="2021-03-15T12:32:46.513" v="26" actId="47"/>
        <pc:sldMkLst>
          <pc:docMk/>
          <pc:sldMk cId="2351248153" sldId="279"/>
        </pc:sldMkLst>
      </pc:sldChg>
      <pc:sldChg chg="del">
        <pc:chgData name="Weifeng Xu" userId="e7aed605-a3dd-4d5a-a692-a87037af107b" providerId="ADAL" clId="{27FAE7C2-98C3-4F90-970B-CFC2B878BAA9}" dt="2021-03-15T12:32:46.718" v="27" actId="47"/>
        <pc:sldMkLst>
          <pc:docMk/>
          <pc:sldMk cId="3156258806" sldId="280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7T01:08:22.573" v="3356" actId="20577"/>
        <pc:sldMkLst>
          <pc:docMk/>
          <pc:sldMk cId="3275461220" sldId="280"/>
        </pc:sldMkLst>
      </pc:sldChg>
      <pc:sldChg chg="addSp modSp new mod modClrScheme chgLayout">
        <pc:chgData name="Weifeng Xu" userId="e7aed605-a3dd-4d5a-a692-a87037af107b" providerId="ADAL" clId="{27FAE7C2-98C3-4F90-970B-CFC2B878BAA9}" dt="2021-03-19T01:45:29.620" v="5848" actId="20577"/>
        <pc:sldMkLst>
          <pc:docMk/>
          <pc:sldMk cId="2231598685" sldId="281"/>
        </pc:sldMkLst>
      </pc:sldChg>
      <pc:sldChg chg="del">
        <pc:chgData name="Weifeng Xu" userId="e7aed605-a3dd-4d5a-a692-a87037af107b" providerId="ADAL" clId="{27FAE7C2-98C3-4F90-970B-CFC2B878BAA9}" dt="2021-03-15T12:32:46.905" v="28" actId="47"/>
        <pc:sldMkLst>
          <pc:docMk/>
          <pc:sldMk cId="3873850888" sldId="281"/>
        </pc:sldMkLst>
      </pc:sldChg>
      <pc:sldChg chg="addSp delSp modSp new mod setBg modClrScheme chgLayout">
        <pc:chgData name="Weifeng Xu" userId="e7aed605-a3dd-4d5a-a692-a87037af107b" providerId="ADAL" clId="{27FAE7C2-98C3-4F90-970B-CFC2B878BAA9}" dt="2021-03-17T01:15:35.374" v="3376" actId="26606"/>
        <pc:sldMkLst>
          <pc:docMk/>
          <pc:sldMk cId="3211939551" sldId="282"/>
        </pc:sldMkLst>
      </pc:sldChg>
      <pc:sldChg chg="del">
        <pc:chgData name="Weifeng Xu" userId="e7aed605-a3dd-4d5a-a692-a87037af107b" providerId="ADAL" clId="{27FAE7C2-98C3-4F90-970B-CFC2B878BAA9}" dt="2021-03-15T12:32:47.604" v="32" actId="47"/>
        <pc:sldMkLst>
          <pc:docMk/>
          <pc:sldMk cId="4291129217" sldId="282"/>
        </pc:sldMkLst>
      </pc:sldChg>
      <pc:sldChg chg="del">
        <pc:chgData name="Weifeng Xu" userId="e7aed605-a3dd-4d5a-a692-a87037af107b" providerId="ADAL" clId="{27FAE7C2-98C3-4F90-970B-CFC2B878BAA9}" dt="2021-03-15T12:32:48.766" v="38" actId="47"/>
        <pc:sldMkLst>
          <pc:docMk/>
          <pc:sldMk cId="1345239187" sldId="283"/>
        </pc:sldMkLst>
      </pc:sldChg>
      <pc:sldChg chg="addSp delSp modSp new del mod modClrScheme chgLayout">
        <pc:chgData name="Weifeng Xu" userId="e7aed605-a3dd-4d5a-a692-a87037af107b" providerId="ADAL" clId="{27FAE7C2-98C3-4F90-970B-CFC2B878BAA9}" dt="2021-03-18T20:57:52.241" v="5305" actId="47"/>
        <pc:sldMkLst>
          <pc:docMk/>
          <pc:sldMk cId="2080255708" sldId="283"/>
        </pc:sldMkLst>
      </pc:sldChg>
      <pc:sldChg chg="del">
        <pc:chgData name="Weifeng Xu" userId="e7aed605-a3dd-4d5a-a692-a87037af107b" providerId="ADAL" clId="{27FAE7C2-98C3-4F90-970B-CFC2B878BAA9}" dt="2021-03-15T12:32:48.945" v="39" actId="47"/>
        <pc:sldMkLst>
          <pc:docMk/>
          <pc:sldMk cId="988206790" sldId="284"/>
        </pc:sldMkLst>
      </pc:sldChg>
      <pc:sldChg chg="addSp modSp new mod">
        <pc:chgData name="Weifeng Xu" userId="e7aed605-a3dd-4d5a-a692-a87037af107b" providerId="ADAL" clId="{27FAE7C2-98C3-4F90-970B-CFC2B878BAA9}" dt="2021-03-17T02:12:28.999" v="3641" actId="404"/>
        <pc:sldMkLst>
          <pc:docMk/>
          <pc:sldMk cId="3850375873" sldId="284"/>
        </pc:sldMkLst>
      </pc:sldChg>
      <pc:sldChg chg="del">
        <pc:chgData name="Weifeng Xu" userId="e7aed605-a3dd-4d5a-a692-a87037af107b" providerId="ADAL" clId="{27FAE7C2-98C3-4F90-970B-CFC2B878BAA9}" dt="2021-03-15T12:32:49.152" v="40" actId="47"/>
        <pc:sldMkLst>
          <pc:docMk/>
          <pc:sldMk cId="848153081" sldId="285"/>
        </pc:sldMkLst>
      </pc:sldChg>
      <pc:sldChg chg="addSp modSp new mod setBg">
        <pc:chgData name="Weifeng Xu" userId="e7aed605-a3dd-4d5a-a692-a87037af107b" providerId="ADAL" clId="{27FAE7C2-98C3-4F90-970B-CFC2B878BAA9}" dt="2021-03-17T02:26:05.713" v="3705" actId="403"/>
        <pc:sldMkLst>
          <pc:docMk/>
          <pc:sldMk cId="2575615686" sldId="285"/>
        </pc:sldMkLst>
      </pc:sldChg>
      <pc:sldChg chg="addSp modSp new mod">
        <pc:chgData name="Weifeng Xu" userId="e7aed605-a3dd-4d5a-a692-a87037af107b" providerId="ADAL" clId="{27FAE7C2-98C3-4F90-970B-CFC2B878BAA9}" dt="2021-03-17T02:25:51.766" v="3703" actId="404"/>
        <pc:sldMkLst>
          <pc:docMk/>
          <pc:sldMk cId="218088864" sldId="286"/>
        </pc:sldMkLst>
      </pc:sldChg>
      <pc:sldChg chg="del">
        <pc:chgData name="Weifeng Xu" userId="e7aed605-a3dd-4d5a-a692-a87037af107b" providerId="ADAL" clId="{27FAE7C2-98C3-4F90-970B-CFC2B878BAA9}" dt="2021-03-15T12:32:49.958" v="44" actId="47"/>
        <pc:sldMkLst>
          <pc:docMk/>
          <pc:sldMk cId="319929686" sldId="286"/>
        </pc:sldMkLst>
      </pc:sldChg>
      <pc:sldChg chg="new del ord">
        <pc:chgData name="Weifeng Xu" userId="e7aed605-a3dd-4d5a-a692-a87037af107b" providerId="ADAL" clId="{27FAE7C2-98C3-4F90-970B-CFC2B878BAA9}" dt="2021-03-17T14:18:02.423" v="4469" actId="47"/>
        <pc:sldMkLst>
          <pc:docMk/>
          <pc:sldMk cId="2032130826" sldId="287"/>
        </pc:sldMkLst>
      </pc:sldChg>
      <pc:sldChg chg="addSp delSp modSp new mod">
        <pc:chgData name="Weifeng Xu" userId="e7aed605-a3dd-4d5a-a692-a87037af107b" providerId="ADAL" clId="{27FAE7C2-98C3-4F90-970B-CFC2B878BAA9}" dt="2021-03-17T03:27:30.394" v="4056" actId="14100"/>
        <pc:sldMkLst>
          <pc:docMk/>
          <pc:sldMk cId="124034966" sldId="288"/>
        </pc:sldMkLst>
      </pc:sldChg>
      <pc:sldChg chg="addSp modSp new mod">
        <pc:chgData name="Weifeng Xu" userId="e7aed605-a3dd-4d5a-a692-a87037af107b" providerId="ADAL" clId="{27FAE7C2-98C3-4F90-970B-CFC2B878BAA9}" dt="2021-03-17T13:52:24.707" v="4395" actId="20577"/>
        <pc:sldMkLst>
          <pc:docMk/>
          <pc:sldMk cId="2798164321" sldId="289"/>
        </pc:sldMkLst>
      </pc:sldChg>
      <pc:sldChg chg="del">
        <pc:chgData name="Weifeng Xu" userId="e7aed605-a3dd-4d5a-a692-a87037af107b" providerId="ADAL" clId="{27FAE7C2-98C3-4F90-970B-CFC2B878BAA9}" dt="2021-03-15T12:32:42.554" v="4" actId="47"/>
        <pc:sldMkLst>
          <pc:docMk/>
          <pc:sldMk cId="3622009093" sldId="289"/>
        </pc:sldMkLst>
      </pc:sldChg>
      <pc:sldChg chg="del">
        <pc:chgData name="Weifeng Xu" userId="e7aed605-a3dd-4d5a-a692-a87037af107b" providerId="ADAL" clId="{27FAE7C2-98C3-4F90-970B-CFC2B878BAA9}" dt="2021-03-15T12:32:42.788" v="5" actId="47"/>
        <pc:sldMkLst>
          <pc:docMk/>
          <pc:sldMk cId="1554022807" sldId="290"/>
        </pc:sldMkLst>
      </pc:sldChg>
      <pc:sldChg chg="addSp delSp modSp new mod">
        <pc:chgData name="Weifeng Xu" userId="e7aed605-a3dd-4d5a-a692-a87037af107b" providerId="ADAL" clId="{27FAE7C2-98C3-4F90-970B-CFC2B878BAA9}" dt="2021-03-17T15:05:48.592" v="4786" actId="114"/>
        <pc:sldMkLst>
          <pc:docMk/>
          <pc:sldMk cId="3471470978" sldId="290"/>
        </pc:sldMkLst>
      </pc:sldChg>
      <pc:sldChg chg="addSp delSp modSp new mod modClrScheme chgLayout">
        <pc:chgData name="Weifeng Xu" userId="e7aed605-a3dd-4d5a-a692-a87037af107b" providerId="ADAL" clId="{27FAE7C2-98C3-4F90-970B-CFC2B878BAA9}" dt="2021-03-17T14:56:24.251" v="4770" actId="20577"/>
        <pc:sldMkLst>
          <pc:docMk/>
          <pc:sldMk cId="1201682434" sldId="291"/>
        </pc:sldMkLst>
      </pc:sldChg>
      <pc:sldChg chg="new del">
        <pc:chgData name="Weifeng Xu" userId="e7aed605-a3dd-4d5a-a692-a87037af107b" providerId="ADAL" clId="{27FAE7C2-98C3-4F90-970B-CFC2B878BAA9}" dt="2021-03-18T19:35:35.080" v="4798" actId="47"/>
        <pc:sldMkLst>
          <pc:docMk/>
          <pc:sldMk cId="8268727" sldId="292"/>
        </pc:sldMkLst>
      </pc:sldChg>
      <pc:sldChg chg="addSp delSp modSp new mod modClrScheme chgLayout">
        <pc:chgData name="Weifeng Xu" userId="e7aed605-a3dd-4d5a-a692-a87037af107b" providerId="ADAL" clId="{27FAE7C2-98C3-4F90-970B-CFC2B878BAA9}" dt="2021-03-17T15:00:36.348" v="4780" actId="14100"/>
        <pc:sldMkLst>
          <pc:docMk/>
          <pc:sldMk cId="565478715" sldId="293"/>
        </pc:sldMkLst>
      </pc:sldChg>
      <pc:sldChg chg="addSp delSp modSp new mod ord modClrScheme chgLayout">
        <pc:chgData name="Weifeng Xu" userId="e7aed605-a3dd-4d5a-a692-a87037af107b" providerId="ADAL" clId="{27FAE7C2-98C3-4F90-970B-CFC2B878BAA9}" dt="2021-03-18T20:57:04.239" v="5303" actId="207"/>
        <pc:sldMkLst>
          <pc:docMk/>
          <pc:sldMk cId="487606806" sldId="294"/>
        </pc:sldMkLst>
      </pc:sldChg>
      <pc:sldChg chg="addSp modSp new mod modClrScheme chgLayout">
        <pc:chgData name="Weifeng Xu" userId="e7aed605-a3dd-4d5a-a692-a87037af107b" providerId="ADAL" clId="{27FAE7C2-98C3-4F90-970B-CFC2B878BAA9}" dt="2021-03-18T20:39:42.386" v="5224" actId="20577"/>
        <pc:sldMkLst>
          <pc:docMk/>
          <pc:sldMk cId="3440924285" sldId="295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8T20:34:12.044" v="5085" actId="14100"/>
        <pc:sldMkLst>
          <pc:docMk/>
          <pc:sldMk cId="1494604329" sldId="296"/>
        </pc:sldMkLst>
      </pc:sldChg>
      <pc:sldChg chg="del">
        <pc:chgData name="Weifeng Xu" userId="e7aed605-a3dd-4d5a-a692-a87037af107b" providerId="ADAL" clId="{27FAE7C2-98C3-4F90-970B-CFC2B878BAA9}" dt="2021-03-15T12:32:48.570" v="37" actId="47"/>
        <pc:sldMkLst>
          <pc:docMk/>
          <pc:sldMk cId="2323005149" sldId="296"/>
        </pc:sldMkLst>
      </pc:sldChg>
      <pc:sldChg chg="addSp delSp modSp new mod modClrScheme chgLayout modNotesTx">
        <pc:chgData name="Weifeng Xu" userId="e7aed605-a3dd-4d5a-a692-a87037af107b" providerId="ADAL" clId="{27FAE7C2-98C3-4F90-970B-CFC2B878BAA9}" dt="2021-03-18T23:37:03.685" v="5541" actId="1076"/>
        <pc:sldMkLst>
          <pc:docMk/>
          <pc:sldMk cId="3270382550" sldId="297"/>
        </pc:sldMkLst>
      </pc:sldChg>
      <pc:sldChg chg="addSp delSp modSp new mod modClrScheme chgLayout">
        <pc:chgData name="Weifeng Xu" userId="e7aed605-a3dd-4d5a-a692-a87037af107b" providerId="ADAL" clId="{27FAE7C2-98C3-4F90-970B-CFC2B878BAA9}" dt="2021-03-18T23:50:41.781" v="5564" actId="207"/>
        <pc:sldMkLst>
          <pc:docMk/>
          <pc:sldMk cId="790591655" sldId="298"/>
        </pc:sldMkLst>
      </pc:sldChg>
      <pc:sldChg chg="addSp delSp modSp new mod">
        <pc:chgData name="Weifeng Xu" userId="e7aed605-a3dd-4d5a-a692-a87037af107b" providerId="ADAL" clId="{27FAE7C2-98C3-4F90-970B-CFC2B878BAA9}" dt="2021-03-18T23:50:20.148" v="5563" actId="14100"/>
        <pc:sldMkLst>
          <pc:docMk/>
          <pc:sldMk cId="21390998" sldId="299"/>
        </pc:sldMkLst>
      </pc:sldChg>
      <pc:sldChg chg="addSp delSp modSp new mod setBg modClrScheme setClrOvrMap chgLayout modNotesTx">
        <pc:chgData name="Weifeng Xu" userId="e7aed605-a3dd-4d5a-a692-a87037af107b" providerId="ADAL" clId="{27FAE7C2-98C3-4F90-970B-CFC2B878BAA9}" dt="2021-03-19T01:37:28.127" v="5696" actId="207"/>
        <pc:sldMkLst>
          <pc:docMk/>
          <pc:sldMk cId="1138979085" sldId="300"/>
        </pc:sldMkLst>
      </pc:sldChg>
      <pc:sldChg chg="addSp delSp modSp new mod setBg modClrScheme chgLayout">
        <pc:chgData name="Weifeng Xu" userId="e7aed605-a3dd-4d5a-a692-a87037af107b" providerId="ADAL" clId="{27FAE7C2-98C3-4F90-970B-CFC2B878BAA9}" dt="2021-03-19T01:27:58.083" v="5689" actId="26606"/>
        <pc:sldMkLst>
          <pc:docMk/>
          <pc:sldMk cId="2250649236" sldId="301"/>
        </pc:sldMkLst>
      </pc:sldChg>
      <pc:sldChg chg="addSp delSp modSp new mod modNotesTx">
        <pc:chgData name="Weifeng Xu" userId="e7aed605-a3dd-4d5a-a692-a87037af107b" providerId="ADAL" clId="{27FAE7C2-98C3-4F90-970B-CFC2B878BAA9}" dt="2021-03-19T01:44:16.694" v="5837" actId="14100"/>
        <pc:sldMkLst>
          <pc:docMk/>
          <pc:sldMk cId="3209152045" sldId="302"/>
        </pc:sldMkLst>
      </pc:sldChg>
      <pc:sldChg chg="del">
        <pc:chgData name="Weifeng Xu" userId="e7aed605-a3dd-4d5a-a692-a87037af107b" providerId="ADAL" clId="{27FAE7C2-98C3-4F90-970B-CFC2B878BAA9}" dt="2021-03-15T12:32:50.152" v="45" actId="47"/>
        <pc:sldMkLst>
          <pc:docMk/>
          <pc:sldMk cId="53763807" sldId="304"/>
        </pc:sldMkLst>
      </pc:sldChg>
      <pc:sldChg chg="del">
        <pc:chgData name="Weifeng Xu" userId="e7aed605-a3dd-4d5a-a692-a87037af107b" providerId="ADAL" clId="{27FAE7C2-98C3-4F90-970B-CFC2B878BAA9}" dt="2021-03-15T12:32:43.730" v="11" actId="47"/>
        <pc:sldMkLst>
          <pc:docMk/>
          <pc:sldMk cId="4015681537" sldId="316"/>
        </pc:sldMkLst>
      </pc:sldChg>
      <pc:sldChg chg="del">
        <pc:chgData name="Weifeng Xu" userId="e7aed605-a3dd-4d5a-a692-a87037af107b" providerId="ADAL" clId="{27FAE7C2-98C3-4F90-970B-CFC2B878BAA9}" dt="2021-03-15T12:32:43.944" v="12" actId="47"/>
        <pc:sldMkLst>
          <pc:docMk/>
          <pc:sldMk cId="3632309167" sldId="317"/>
        </pc:sldMkLst>
      </pc:sldChg>
      <pc:sldChg chg="del">
        <pc:chgData name="Weifeng Xu" userId="e7aed605-a3dd-4d5a-a692-a87037af107b" providerId="ADAL" clId="{27FAE7C2-98C3-4F90-970B-CFC2B878BAA9}" dt="2021-03-15T12:32:44.244" v="14" actId="47"/>
        <pc:sldMkLst>
          <pc:docMk/>
          <pc:sldMk cId="1212472519" sldId="323"/>
        </pc:sldMkLst>
      </pc:sldChg>
      <pc:sldChg chg="del">
        <pc:chgData name="Weifeng Xu" userId="e7aed605-a3dd-4d5a-a692-a87037af107b" providerId="ADAL" clId="{27FAE7C2-98C3-4F90-970B-CFC2B878BAA9}" dt="2021-03-15T12:32:44.780" v="16" actId="47"/>
        <pc:sldMkLst>
          <pc:docMk/>
          <pc:sldMk cId="1474958626" sldId="324"/>
        </pc:sldMkLst>
      </pc:sldChg>
      <pc:sldChg chg="del">
        <pc:chgData name="Weifeng Xu" userId="e7aed605-a3dd-4d5a-a692-a87037af107b" providerId="ADAL" clId="{27FAE7C2-98C3-4F90-970B-CFC2B878BAA9}" dt="2021-03-15T12:32:45.338" v="17" actId="47"/>
        <pc:sldMkLst>
          <pc:docMk/>
          <pc:sldMk cId="953707264" sldId="325"/>
        </pc:sldMkLst>
      </pc:sldChg>
      <pc:sldChg chg="del">
        <pc:chgData name="Weifeng Xu" userId="e7aed605-a3dd-4d5a-a692-a87037af107b" providerId="ADAL" clId="{27FAE7C2-98C3-4F90-970B-CFC2B878BAA9}" dt="2021-03-15T12:32:45.379" v="18" actId="47"/>
        <pc:sldMkLst>
          <pc:docMk/>
          <pc:sldMk cId="4066713324" sldId="326"/>
        </pc:sldMkLst>
      </pc:sldChg>
      <pc:sldChg chg="del">
        <pc:chgData name="Weifeng Xu" userId="e7aed605-a3dd-4d5a-a692-a87037af107b" providerId="ADAL" clId="{27FAE7C2-98C3-4F90-970B-CFC2B878BAA9}" dt="2021-03-15T12:32:45.460" v="20" actId="47"/>
        <pc:sldMkLst>
          <pc:docMk/>
          <pc:sldMk cId="1895418146" sldId="327"/>
        </pc:sldMkLst>
      </pc:sldChg>
      <pc:sldChg chg="del">
        <pc:chgData name="Weifeng Xu" userId="e7aed605-a3dd-4d5a-a692-a87037af107b" providerId="ADAL" clId="{27FAE7C2-98C3-4F90-970B-CFC2B878BAA9}" dt="2021-03-15T12:32:45.946" v="23" actId="47"/>
        <pc:sldMkLst>
          <pc:docMk/>
          <pc:sldMk cId="1077324671" sldId="328"/>
        </pc:sldMkLst>
      </pc:sldChg>
      <pc:sldChg chg="del">
        <pc:chgData name="Weifeng Xu" userId="e7aed605-a3dd-4d5a-a692-a87037af107b" providerId="ADAL" clId="{27FAE7C2-98C3-4F90-970B-CFC2B878BAA9}" dt="2021-03-15T12:32:45.556" v="21" actId="47"/>
        <pc:sldMkLst>
          <pc:docMk/>
          <pc:sldMk cId="4060086368" sldId="329"/>
        </pc:sldMkLst>
      </pc:sldChg>
      <pc:sldChg chg="del">
        <pc:chgData name="Weifeng Xu" userId="e7aed605-a3dd-4d5a-a692-a87037af107b" providerId="ADAL" clId="{27FAE7C2-98C3-4F90-970B-CFC2B878BAA9}" dt="2021-03-15T12:32:49.385" v="41" actId="47"/>
        <pc:sldMkLst>
          <pc:docMk/>
          <pc:sldMk cId="3192494774" sldId="330"/>
        </pc:sldMkLst>
      </pc:sldChg>
      <pc:sldChg chg="del">
        <pc:chgData name="Weifeng Xu" userId="e7aed605-a3dd-4d5a-a692-a87037af107b" providerId="ADAL" clId="{27FAE7C2-98C3-4F90-970B-CFC2B878BAA9}" dt="2021-03-15T12:32:49.578" v="42" actId="47"/>
        <pc:sldMkLst>
          <pc:docMk/>
          <pc:sldMk cId="2786836983" sldId="331"/>
        </pc:sldMkLst>
      </pc:sldChg>
      <pc:sldChg chg="del">
        <pc:chgData name="Weifeng Xu" userId="e7aed605-a3dd-4d5a-a692-a87037af107b" providerId="ADAL" clId="{27FAE7C2-98C3-4F90-970B-CFC2B878BAA9}" dt="2021-03-15T12:32:49.780" v="43" actId="47"/>
        <pc:sldMkLst>
          <pc:docMk/>
          <pc:sldMk cId="3230497500" sldId="333"/>
        </pc:sldMkLst>
      </pc:sldChg>
    </pc:docChg>
  </pc:docChgLst>
  <pc:docChgLst>
    <pc:chgData name="Harleen Kaur" userId="S::id65ns02@ubalt.edu::9f7fc1d6-ab67-473f-ba46-e98f6ce2049b" providerId="AD" clId="Web-{AEF35719-F61A-F80F-A042-9EBDEAE0D316}"/>
    <pc:docChg chg="modSld">
      <pc:chgData name="Harleen Kaur" userId="S::id65ns02@ubalt.edu::9f7fc1d6-ab67-473f-ba46-e98f6ce2049b" providerId="AD" clId="Web-{AEF35719-F61A-F80F-A042-9EBDEAE0D316}" dt="2021-06-23T23:49:37.075" v="14" actId="20577"/>
      <pc:docMkLst>
        <pc:docMk/>
      </pc:docMkLst>
      <pc:sldChg chg="modSp">
        <pc:chgData name="Harleen Kaur" userId="S::id65ns02@ubalt.edu::9f7fc1d6-ab67-473f-ba46-e98f6ce2049b" providerId="AD" clId="Web-{AEF35719-F61A-F80F-A042-9EBDEAE0D316}" dt="2021-06-23T23:49:09.387" v="12" actId="20577"/>
        <pc:sldMkLst>
          <pc:docMk/>
          <pc:sldMk cId="1544669389" sldId="348"/>
        </pc:sldMkLst>
      </pc:sldChg>
      <pc:sldChg chg="modSp">
        <pc:chgData name="Harleen Kaur" userId="S::id65ns02@ubalt.edu::9f7fc1d6-ab67-473f-ba46-e98f6ce2049b" providerId="AD" clId="Web-{AEF35719-F61A-F80F-A042-9EBDEAE0D316}" dt="2021-06-23T23:49:37.075" v="14" actId="20577"/>
        <pc:sldMkLst>
          <pc:docMk/>
          <pc:sldMk cId="618152992" sldId="374"/>
        </pc:sldMkLst>
      </pc:sldChg>
    </pc:docChg>
  </pc:docChgLst>
  <pc:docChgLst>
    <pc:chgData name="Harleen Kaur" userId="S::id65ns02@ubalt.edu::9f7fc1d6-ab67-473f-ba46-e98f6ce2049b" providerId="AD" clId="Web-{5EE3EA5F-FD78-573B-23E8-E9E5C84D7DD1}"/>
    <pc:docChg chg="addSld delSld modSld">
      <pc:chgData name="Harleen Kaur" userId="S::id65ns02@ubalt.edu::9f7fc1d6-ab67-473f-ba46-e98f6ce2049b" providerId="AD" clId="Web-{5EE3EA5F-FD78-573B-23E8-E9E5C84D7DD1}" dt="2021-08-03T20:15:42.216" v="679"/>
      <pc:docMkLst>
        <pc:docMk/>
      </pc:docMkLst>
      <pc:sldChg chg="addSp delSp modSp">
        <pc:chgData name="Harleen Kaur" userId="S::id65ns02@ubalt.edu::9f7fc1d6-ab67-473f-ba46-e98f6ce2049b" providerId="AD" clId="Web-{5EE3EA5F-FD78-573B-23E8-E9E5C84D7DD1}" dt="2021-08-03T19:18:53.606" v="2"/>
        <pc:sldMkLst>
          <pc:docMk/>
          <pc:sldMk cId="1323245308" sldId="256"/>
        </pc:sldMkLst>
      </pc:sldChg>
      <pc:sldChg chg="modSp">
        <pc:chgData name="Harleen Kaur" userId="S::id65ns02@ubalt.edu::9f7fc1d6-ab67-473f-ba46-e98f6ce2049b" providerId="AD" clId="Web-{5EE3EA5F-FD78-573B-23E8-E9E5C84D7DD1}" dt="2021-08-03T20:02:06.475" v="662" actId="1076"/>
        <pc:sldMkLst>
          <pc:docMk/>
          <pc:sldMk cId="2008758297" sldId="389"/>
        </pc:sldMkLst>
      </pc:sldChg>
      <pc:sldChg chg="modSp">
        <pc:chgData name="Harleen Kaur" userId="S::id65ns02@ubalt.edu::9f7fc1d6-ab67-473f-ba46-e98f6ce2049b" providerId="AD" clId="Web-{5EE3EA5F-FD78-573B-23E8-E9E5C84D7DD1}" dt="2021-08-03T20:01:57.178" v="660" actId="1076"/>
        <pc:sldMkLst>
          <pc:docMk/>
          <pc:sldMk cId="3040878584" sldId="390"/>
        </pc:sldMkLst>
      </pc:sldChg>
      <pc:sldChg chg="addSp">
        <pc:chgData name="Harleen Kaur" userId="S::id65ns02@ubalt.edu::9f7fc1d6-ab67-473f-ba46-e98f6ce2049b" providerId="AD" clId="Web-{5EE3EA5F-FD78-573B-23E8-E9E5C84D7DD1}" dt="2021-08-03T20:07:21.640" v="663"/>
        <pc:sldMkLst>
          <pc:docMk/>
          <pc:sldMk cId="587065400" sldId="429"/>
        </pc:sldMkLst>
      </pc:sldChg>
      <pc:sldChg chg="addSp delSp modSp">
        <pc:chgData name="Harleen Kaur" userId="S::id65ns02@ubalt.edu::9f7fc1d6-ab67-473f-ba46-e98f6ce2049b" providerId="AD" clId="Web-{5EE3EA5F-FD78-573B-23E8-E9E5C84D7DD1}" dt="2021-08-03T20:15:34.716" v="678"/>
        <pc:sldMkLst>
          <pc:docMk/>
          <pc:sldMk cId="138071100" sldId="453"/>
        </pc:sldMkLst>
      </pc:sldChg>
      <pc:sldChg chg="modSp">
        <pc:chgData name="Harleen Kaur" userId="S::id65ns02@ubalt.edu::9f7fc1d6-ab67-473f-ba46-e98f6ce2049b" providerId="AD" clId="Web-{5EE3EA5F-FD78-573B-23E8-E9E5C84D7DD1}" dt="2021-08-03T20:00:50.082" v="654" actId="1076"/>
        <pc:sldMkLst>
          <pc:docMk/>
          <pc:sldMk cId="119521946" sldId="455"/>
        </pc:sldMkLst>
      </pc:sldChg>
      <pc:sldChg chg="modSp">
        <pc:chgData name="Harleen Kaur" userId="S::id65ns02@ubalt.edu::9f7fc1d6-ab67-473f-ba46-e98f6ce2049b" providerId="AD" clId="Web-{5EE3EA5F-FD78-573B-23E8-E9E5C84D7DD1}" dt="2021-08-03T20:00:23.222" v="652" actId="1076"/>
        <pc:sldMkLst>
          <pc:docMk/>
          <pc:sldMk cId="819406772" sldId="456"/>
        </pc:sldMkLst>
      </pc:sldChg>
      <pc:sldChg chg="modSp">
        <pc:chgData name="Harleen Kaur" userId="S::id65ns02@ubalt.edu::9f7fc1d6-ab67-473f-ba46-e98f6ce2049b" providerId="AD" clId="Web-{5EE3EA5F-FD78-573B-23E8-E9E5C84D7DD1}" dt="2021-08-03T20:01:41.724" v="658" actId="1076"/>
        <pc:sldMkLst>
          <pc:docMk/>
          <pc:sldMk cId="2999971030" sldId="487"/>
        </pc:sldMkLst>
      </pc:sldChg>
      <pc:sldChg chg="modSp">
        <pc:chgData name="Harleen Kaur" userId="S::id65ns02@ubalt.edu::9f7fc1d6-ab67-473f-ba46-e98f6ce2049b" providerId="AD" clId="Web-{5EE3EA5F-FD78-573B-23E8-E9E5C84D7DD1}" dt="2021-08-03T20:01:32.646" v="656" actId="1076"/>
        <pc:sldMkLst>
          <pc:docMk/>
          <pc:sldMk cId="1679723272" sldId="488"/>
        </pc:sldMkLst>
      </pc:sldChg>
      <pc:sldChg chg="modSp modNotes">
        <pc:chgData name="Harleen Kaur" userId="S::id65ns02@ubalt.edu::9f7fc1d6-ab67-473f-ba46-e98f6ce2049b" providerId="AD" clId="Web-{5EE3EA5F-FD78-573B-23E8-E9E5C84D7DD1}" dt="2021-08-03T19:48:20.280" v="323" actId="14100"/>
        <pc:sldMkLst>
          <pc:docMk/>
          <pc:sldMk cId="48681424" sldId="494"/>
        </pc:sldMkLst>
      </pc:sldChg>
      <pc:sldChg chg="modSp">
        <pc:chgData name="Harleen Kaur" userId="S::id65ns02@ubalt.edu::9f7fc1d6-ab67-473f-ba46-e98f6ce2049b" providerId="AD" clId="Web-{5EE3EA5F-FD78-573B-23E8-E9E5C84D7DD1}" dt="2021-08-03T20:00:01.846" v="648" actId="1076"/>
        <pc:sldMkLst>
          <pc:docMk/>
          <pc:sldMk cId="3788700773" sldId="496"/>
        </pc:sldMkLst>
      </pc:sldChg>
      <pc:sldChg chg="modSp new">
        <pc:chgData name="Harleen Kaur" userId="S::id65ns02@ubalt.edu::9f7fc1d6-ab67-473f-ba46-e98f6ce2049b" providerId="AD" clId="Web-{5EE3EA5F-FD78-573B-23E8-E9E5C84D7DD1}" dt="2021-08-03T19:59:49.143" v="646" actId="20577"/>
        <pc:sldMkLst>
          <pc:docMk/>
          <pc:sldMk cId="2615184067" sldId="498"/>
        </pc:sldMkLst>
      </pc:sldChg>
      <pc:sldChg chg="addSp delSp modSp new del">
        <pc:chgData name="Harleen Kaur" userId="S::id65ns02@ubalt.edu::9f7fc1d6-ab67-473f-ba46-e98f6ce2049b" providerId="AD" clId="Web-{5EE3EA5F-FD78-573B-23E8-E9E5C84D7DD1}" dt="2021-08-03T20:15:42.216" v="679"/>
        <pc:sldMkLst>
          <pc:docMk/>
          <pc:sldMk cId="16977482" sldId="499"/>
        </pc:sldMkLst>
      </pc:sldChg>
    </pc:docChg>
  </pc:docChgLst>
  <pc:docChgLst>
    <pc:chgData name="Harleen Kaur" userId="S::id65ns02@ubalt.edu::9f7fc1d6-ab67-473f-ba46-e98f6ce2049b" providerId="AD" clId="Web-{EBBADFC9-AE45-9AFD-4B4E-21831BA1113E}"/>
    <pc:docChg chg="modSld">
      <pc:chgData name="Harleen Kaur" userId="S::id65ns02@ubalt.edu::9f7fc1d6-ab67-473f-ba46-e98f6ce2049b" providerId="AD" clId="Web-{EBBADFC9-AE45-9AFD-4B4E-21831BA1113E}" dt="2021-07-24T21:07:28.206" v="0" actId="20577"/>
      <pc:docMkLst>
        <pc:docMk/>
      </pc:docMkLst>
      <pc:sldChg chg="modSp">
        <pc:chgData name="Harleen Kaur" userId="S::id65ns02@ubalt.edu::9f7fc1d6-ab67-473f-ba46-e98f6ce2049b" providerId="AD" clId="Web-{EBBADFC9-AE45-9AFD-4B4E-21831BA1113E}" dt="2021-07-24T21:07:28.206" v="0" actId="20577"/>
        <pc:sldMkLst>
          <pc:docMk/>
          <pc:sldMk cId="2117915220" sldId="427"/>
        </pc:sldMkLst>
      </pc:sldChg>
    </pc:docChg>
  </pc:docChgLst>
  <pc:docChgLst>
    <pc:chgData name="Weifeng Xu" userId="e7aed605-a3dd-4d5a-a692-a87037af107b" providerId="ADAL" clId="{5A16D312-A0F0-4E3A-908C-D639C15D14BF}"/>
    <pc:docChg chg="undo redo custSel addSld delSld modSld sldOrd">
      <pc:chgData name="Weifeng Xu" userId="e7aed605-a3dd-4d5a-a692-a87037af107b" providerId="ADAL" clId="{5A16D312-A0F0-4E3A-908C-D639C15D14BF}" dt="2021-07-08T12:51:43.961" v="4158" actId="20577"/>
      <pc:docMkLst>
        <pc:docMk/>
      </pc:docMkLst>
      <pc:sldChg chg="modSp mod">
        <pc:chgData name="Weifeng Xu" userId="e7aed605-a3dd-4d5a-a692-a87037af107b" providerId="ADAL" clId="{5A16D312-A0F0-4E3A-908C-D639C15D14BF}" dt="2021-07-07T00:57:06.637" v="1722" actId="20577"/>
        <pc:sldMkLst>
          <pc:docMk/>
          <pc:sldMk cId="1323245308" sldId="256"/>
        </pc:sldMkLst>
      </pc:sldChg>
      <pc:sldChg chg="modSp mod">
        <pc:chgData name="Weifeng Xu" userId="e7aed605-a3dd-4d5a-a692-a87037af107b" providerId="ADAL" clId="{5A16D312-A0F0-4E3A-908C-D639C15D14BF}" dt="2021-07-06T22:58:44.382" v="1228" actId="20577"/>
        <pc:sldMkLst>
          <pc:docMk/>
          <pc:sldMk cId="1408481161" sldId="346"/>
        </pc:sldMkLst>
      </pc:sldChg>
      <pc:sldChg chg="modSp mod">
        <pc:chgData name="Weifeng Xu" userId="e7aed605-a3dd-4d5a-a692-a87037af107b" providerId="ADAL" clId="{5A16D312-A0F0-4E3A-908C-D639C15D14BF}" dt="2021-07-06T21:00:15.571" v="795" actId="20577"/>
        <pc:sldMkLst>
          <pc:docMk/>
          <pc:sldMk cId="2020629071" sldId="362"/>
        </pc:sldMkLst>
      </pc:sldChg>
      <pc:sldChg chg="addSp delSp modSp mod ord">
        <pc:chgData name="Weifeng Xu" userId="e7aed605-a3dd-4d5a-a692-a87037af107b" providerId="ADAL" clId="{5A16D312-A0F0-4E3A-908C-D639C15D14BF}" dt="2021-07-07T14:58:47.009" v="4106" actId="20577"/>
        <pc:sldMkLst>
          <pc:docMk/>
          <pc:sldMk cId="3077270470" sldId="375"/>
        </pc:sldMkLst>
      </pc:sldChg>
      <pc:sldChg chg="addSp delSp modSp del mod">
        <pc:chgData name="Weifeng Xu" userId="e7aed605-a3dd-4d5a-a692-a87037af107b" providerId="ADAL" clId="{5A16D312-A0F0-4E3A-908C-D639C15D14BF}" dt="2021-07-07T01:37:23.311" v="2067" actId="47"/>
        <pc:sldMkLst>
          <pc:docMk/>
          <pc:sldMk cId="2816373483" sldId="376"/>
        </pc:sldMkLst>
      </pc:sldChg>
      <pc:sldChg chg="modSp mod">
        <pc:chgData name="Weifeng Xu" userId="e7aed605-a3dd-4d5a-a692-a87037af107b" providerId="ADAL" clId="{5A16D312-A0F0-4E3A-908C-D639C15D14BF}" dt="2021-07-06T19:41:52.193" v="39" actId="1076"/>
        <pc:sldMkLst>
          <pc:docMk/>
          <pc:sldMk cId="979769990" sldId="377"/>
        </pc:sldMkLst>
      </pc:sldChg>
      <pc:sldChg chg="modSp mod">
        <pc:chgData name="Weifeng Xu" userId="e7aed605-a3dd-4d5a-a692-a87037af107b" providerId="ADAL" clId="{5A16D312-A0F0-4E3A-908C-D639C15D14BF}" dt="2021-07-06T19:41:47.074" v="38" actId="1076"/>
        <pc:sldMkLst>
          <pc:docMk/>
          <pc:sldMk cId="4293835923" sldId="378"/>
        </pc:sldMkLst>
      </pc:sldChg>
      <pc:sldChg chg="addSp delSp modSp mod addCm delCm modCm modNotesTx">
        <pc:chgData name="Weifeng Xu" userId="e7aed605-a3dd-4d5a-a692-a87037af107b" providerId="ADAL" clId="{5A16D312-A0F0-4E3A-908C-D639C15D14BF}" dt="2021-07-07T03:25:55.801" v="3320" actId="207"/>
        <pc:sldMkLst>
          <pc:docMk/>
          <pc:sldMk cId="4148899360" sldId="379"/>
        </pc:sldMkLst>
      </pc:sldChg>
      <pc:sldChg chg="addSp modSp mod modClrScheme chgLayout">
        <pc:chgData name="Weifeng Xu" userId="e7aed605-a3dd-4d5a-a692-a87037af107b" providerId="ADAL" clId="{5A16D312-A0F0-4E3A-908C-D639C15D14BF}" dt="2021-07-07T12:50:32.873" v="3786" actId="20577"/>
        <pc:sldMkLst>
          <pc:docMk/>
          <pc:sldMk cId="3268356748" sldId="380"/>
        </pc:sldMkLst>
      </pc:sldChg>
      <pc:sldChg chg="addSp modSp mod">
        <pc:chgData name="Weifeng Xu" userId="e7aed605-a3dd-4d5a-a692-a87037af107b" providerId="ADAL" clId="{5A16D312-A0F0-4E3A-908C-D639C15D14BF}" dt="2021-07-07T03:10:03.890" v="3201" actId="1076"/>
        <pc:sldMkLst>
          <pc:docMk/>
          <pc:sldMk cId="1272424935" sldId="382"/>
        </pc:sldMkLst>
      </pc:sldChg>
      <pc:sldChg chg="del">
        <pc:chgData name="Weifeng Xu" userId="e7aed605-a3dd-4d5a-a692-a87037af107b" providerId="ADAL" clId="{5A16D312-A0F0-4E3A-908C-D639C15D14BF}" dt="2021-07-07T03:39:47.667" v="3552" actId="47"/>
        <pc:sldMkLst>
          <pc:docMk/>
          <pc:sldMk cId="2810743782" sldId="383"/>
        </pc:sldMkLst>
      </pc:sldChg>
      <pc:sldChg chg="modSp mod">
        <pc:chgData name="Weifeng Xu" userId="e7aed605-a3dd-4d5a-a692-a87037af107b" providerId="ADAL" clId="{5A16D312-A0F0-4E3A-908C-D639C15D14BF}" dt="2021-07-07T14:17:05.396" v="4008" actId="1076"/>
        <pc:sldMkLst>
          <pc:docMk/>
          <pc:sldMk cId="4046926907" sldId="384"/>
        </pc:sldMkLst>
      </pc:sldChg>
      <pc:sldChg chg="modSp mod modNotesTx">
        <pc:chgData name="Weifeng Xu" userId="e7aed605-a3dd-4d5a-a692-a87037af107b" providerId="ADAL" clId="{5A16D312-A0F0-4E3A-908C-D639C15D14BF}" dt="2021-07-07T14:22:00.456" v="4015"/>
        <pc:sldMkLst>
          <pc:docMk/>
          <pc:sldMk cId="954730872" sldId="385"/>
        </pc:sldMkLst>
      </pc:sldChg>
      <pc:sldChg chg="modSp mod">
        <pc:chgData name="Weifeng Xu" userId="e7aed605-a3dd-4d5a-a692-a87037af107b" providerId="ADAL" clId="{5A16D312-A0F0-4E3A-908C-D639C15D14BF}" dt="2021-07-06T21:13:00.498" v="892" actId="14100"/>
        <pc:sldMkLst>
          <pc:docMk/>
          <pc:sldMk cId="1915093242" sldId="387"/>
        </pc:sldMkLst>
      </pc:sldChg>
      <pc:sldChg chg="modSp mod">
        <pc:chgData name="Weifeng Xu" userId="e7aed605-a3dd-4d5a-a692-a87037af107b" providerId="ADAL" clId="{5A16D312-A0F0-4E3A-908C-D639C15D14BF}" dt="2021-07-06T20:55:20.058" v="652" actId="207"/>
        <pc:sldMkLst>
          <pc:docMk/>
          <pc:sldMk cId="3856163379" sldId="394"/>
        </pc:sldMkLst>
      </pc:sldChg>
      <pc:sldChg chg="modSp mod">
        <pc:chgData name="Weifeng Xu" userId="e7aed605-a3dd-4d5a-a692-a87037af107b" providerId="ADAL" clId="{5A16D312-A0F0-4E3A-908C-D639C15D14BF}" dt="2021-07-06T21:01:23.843" v="808" actId="20577"/>
        <pc:sldMkLst>
          <pc:docMk/>
          <pc:sldMk cId="1525666079" sldId="397"/>
        </pc:sldMkLst>
      </pc:sldChg>
      <pc:sldChg chg="modSp mod">
        <pc:chgData name="Weifeng Xu" userId="e7aed605-a3dd-4d5a-a692-a87037af107b" providerId="ADAL" clId="{5A16D312-A0F0-4E3A-908C-D639C15D14BF}" dt="2021-07-06T20:59:57.395" v="793" actId="20577"/>
        <pc:sldMkLst>
          <pc:docMk/>
          <pc:sldMk cId="2012814527" sldId="400"/>
        </pc:sldMkLst>
      </pc:sldChg>
      <pc:sldChg chg="modSp mod">
        <pc:chgData name="Weifeng Xu" userId="e7aed605-a3dd-4d5a-a692-a87037af107b" providerId="ADAL" clId="{5A16D312-A0F0-4E3A-908C-D639C15D14BF}" dt="2021-07-06T21:21:12.044" v="965" actId="20577"/>
        <pc:sldMkLst>
          <pc:docMk/>
          <pc:sldMk cId="1318968879" sldId="401"/>
        </pc:sldMkLst>
      </pc:sldChg>
      <pc:sldChg chg="modSp mod">
        <pc:chgData name="Weifeng Xu" userId="e7aed605-a3dd-4d5a-a692-a87037af107b" providerId="ADAL" clId="{5A16D312-A0F0-4E3A-908C-D639C15D14BF}" dt="2021-07-06T20:58:56.966" v="787" actId="20577"/>
        <pc:sldMkLst>
          <pc:docMk/>
          <pc:sldMk cId="2072083871" sldId="402"/>
        </pc:sldMkLst>
      </pc:sldChg>
      <pc:sldChg chg="modSp mod">
        <pc:chgData name="Weifeng Xu" userId="e7aed605-a3dd-4d5a-a692-a87037af107b" providerId="ADAL" clId="{5A16D312-A0F0-4E3A-908C-D639C15D14BF}" dt="2021-07-06T21:04:05.372" v="845" actId="207"/>
        <pc:sldMkLst>
          <pc:docMk/>
          <pc:sldMk cId="1876217879" sldId="403"/>
        </pc:sldMkLst>
      </pc:sldChg>
      <pc:sldChg chg="modSp mod ord">
        <pc:chgData name="Weifeng Xu" userId="e7aed605-a3dd-4d5a-a692-a87037af107b" providerId="ADAL" clId="{5A16D312-A0F0-4E3A-908C-D639C15D14BF}" dt="2021-07-07T02:27:52.998" v="3113" actId="6549"/>
        <pc:sldMkLst>
          <pc:docMk/>
          <pc:sldMk cId="3831362944" sldId="414"/>
        </pc:sldMkLst>
      </pc:sldChg>
      <pc:sldChg chg="modSp mod">
        <pc:chgData name="Weifeng Xu" userId="e7aed605-a3dd-4d5a-a692-a87037af107b" providerId="ADAL" clId="{5A16D312-A0F0-4E3A-908C-D639C15D14BF}" dt="2021-07-08T12:50:42.027" v="4153" actId="20577"/>
        <pc:sldMkLst>
          <pc:docMk/>
          <pc:sldMk cId="961075764" sldId="416"/>
        </pc:sldMkLst>
      </pc:sldChg>
      <pc:sldChg chg="addSp delSp modSp new mod modNotesTx">
        <pc:chgData name="Weifeng Xu" userId="e7aed605-a3dd-4d5a-a692-a87037af107b" providerId="ADAL" clId="{5A16D312-A0F0-4E3A-908C-D639C15D14BF}" dt="2021-07-08T12:50:17.676" v="4146" actId="207"/>
        <pc:sldMkLst>
          <pc:docMk/>
          <pc:sldMk cId="3442401094" sldId="418"/>
        </pc:sldMkLst>
      </pc:sldChg>
      <pc:sldChg chg="addSp delSp modSp new mod ord modClrScheme chgLayout">
        <pc:chgData name="Weifeng Xu" userId="e7aed605-a3dd-4d5a-a692-a87037af107b" providerId="ADAL" clId="{5A16D312-A0F0-4E3A-908C-D639C15D14BF}" dt="2021-07-06T21:26:06.688" v="1219" actId="207"/>
        <pc:sldMkLst>
          <pc:docMk/>
          <pc:sldMk cId="3306337535" sldId="419"/>
        </pc:sldMkLst>
      </pc:sldChg>
      <pc:sldChg chg="new del">
        <pc:chgData name="Weifeng Xu" userId="e7aed605-a3dd-4d5a-a692-a87037af107b" providerId="ADAL" clId="{5A16D312-A0F0-4E3A-908C-D639C15D14BF}" dt="2021-07-06T23:04:55.661" v="1250" actId="47"/>
        <pc:sldMkLst>
          <pc:docMk/>
          <pc:sldMk cId="3480157695" sldId="420"/>
        </pc:sldMkLst>
      </pc:sldChg>
      <pc:sldChg chg="modSp add del mod">
        <pc:chgData name="Weifeng Xu" userId="e7aed605-a3dd-4d5a-a692-a87037af107b" providerId="ADAL" clId="{5A16D312-A0F0-4E3A-908C-D639C15D14BF}" dt="2021-07-07T01:37:28.798" v="2068" actId="47"/>
        <pc:sldMkLst>
          <pc:docMk/>
          <pc:sldMk cId="546630662" sldId="421"/>
        </pc:sldMkLst>
      </pc:sldChg>
      <pc:sldChg chg="addSp delSp modSp new mod modClrScheme chgLayout">
        <pc:chgData name="Weifeng Xu" userId="e7aed605-a3dd-4d5a-a692-a87037af107b" providerId="ADAL" clId="{5A16D312-A0F0-4E3A-908C-D639C15D14BF}" dt="2021-07-07T15:00:30.127" v="4116" actId="20577"/>
        <pc:sldMkLst>
          <pc:docMk/>
          <pc:sldMk cId="1084032121" sldId="422"/>
        </pc:sldMkLst>
      </pc:sldChg>
      <pc:sldChg chg="addSp delSp modSp new mod modClrScheme chgLayout">
        <pc:chgData name="Weifeng Xu" userId="e7aed605-a3dd-4d5a-a692-a87037af107b" providerId="ADAL" clId="{5A16D312-A0F0-4E3A-908C-D639C15D14BF}" dt="2021-07-07T15:00:58.863" v="4120" actId="20577"/>
        <pc:sldMkLst>
          <pc:docMk/>
          <pc:sldMk cId="3517446545" sldId="423"/>
        </pc:sldMkLst>
      </pc:sldChg>
      <pc:sldChg chg="addSp delSp modSp new mod modClrScheme chgLayout">
        <pc:chgData name="Weifeng Xu" userId="e7aed605-a3dd-4d5a-a692-a87037af107b" providerId="ADAL" clId="{5A16D312-A0F0-4E3A-908C-D639C15D14BF}" dt="2021-07-08T12:32:32.378" v="4122" actId="404"/>
        <pc:sldMkLst>
          <pc:docMk/>
          <pc:sldMk cId="4252957880" sldId="424"/>
        </pc:sldMkLst>
      </pc:sldChg>
      <pc:sldChg chg="addSp delSp modSp new mod modClrScheme chgLayout">
        <pc:chgData name="Weifeng Xu" userId="e7aed605-a3dd-4d5a-a692-a87037af107b" providerId="ADAL" clId="{5A16D312-A0F0-4E3A-908C-D639C15D14BF}" dt="2021-07-07T01:23:32.315" v="2063" actId="6549"/>
        <pc:sldMkLst>
          <pc:docMk/>
          <pc:sldMk cId="2916530060" sldId="425"/>
        </pc:sldMkLst>
      </pc:sldChg>
      <pc:sldChg chg="addSp delSp modSp new mod modClrScheme chgLayout modNotesTx">
        <pc:chgData name="Weifeng Xu" userId="e7aed605-a3dd-4d5a-a692-a87037af107b" providerId="ADAL" clId="{5A16D312-A0F0-4E3A-908C-D639C15D14BF}" dt="2021-07-07T03:38:38.748" v="3551" actId="1076"/>
        <pc:sldMkLst>
          <pc:docMk/>
          <pc:sldMk cId="2406771835" sldId="426"/>
        </pc:sldMkLst>
      </pc:sldChg>
      <pc:sldChg chg="addSp modSp new mod">
        <pc:chgData name="Weifeng Xu" userId="e7aed605-a3dd-4d5a-a692-a87037af107b" providerId="ADAL" clId="{5A16D312-A0F0-4E3A-908C-D639C15D14BF}" dt="2021-07-07T02:27:41.934" v="3112" actId="20577"/>
        <pc:sldMkLst>
          <pc:docMk/>
          <pc:sldMk cId="2117915220" sldId="427"/>
        </pc:sldMkLst>
      </pc:sldChg>
      <pc:sldChg chg="modSp new mod ord">
        <pc:chgData name="Weifeng Xu" userId="e7aed605-a3dd-4d5a-a692-a87037af107b" providerId="ADAL" clId="{5A16D312-A0F0-4E3A-908C-D639C15D14BF}" dt="2021-07-08T12:39:01.242" v="4124" actId="20577"/>
        <pc:sldMkLst>
          <pc:docMk/>
          <pc:sldMk cId="844759815" sldId="428"/>
        </pc:sldMkLst>
      </pc:sldChg>
      <pc:sldChg chg="addSp delSp modSp add mod modClrScheme chgLayout">
        <pc:chgData name="Weifeng Xu" userId="e7aed605-a3dd-4d5a-a692-a87037af107b" providerId="ADAL" clId="{5A16D312-A0F0-4E3A-908C-D639C15D14BF}" dt="2021-07-07T13:08:59.596" v="3819" actId="20577"/>
        <pc:sldMkLst>
          <pc:docMk/>
          <pc:sldMk cId="587065400" sldId="429"/>
        </pc:sldMkLst>
      </pc:sldChg>
      <pc:sldChg chg="addSp delSp modSp new mod ord">
        <pc:chgData name="Weifeng Xu" userId="e7aed605-a3dd-4d5a-a692-a87037af107b" providerId="ADAL" clId="{5A16D312-A0F0-4E3A-908C-D639C15D14BF}" dt="2021-07-07T14:29:46.959" v="4063" actId="207"/>
        <pc:sldMkLst>
          <pc:docMk/>
          <pc:sldMk cId="2368002574" sldId="430"/>
        </pc:sldMkLst>
      </pc:sldChg>
      <pc:sldChg chg="addSp delSp modSp new mod modClrScheme chgLayout">
        <pc:chgData name="Weifeng Xu" userId="e7aed605-a3dd-4d5a-a692-a87037af107b" providerId="ADAL" clId="{5A16D312-A0F0-4E3A-908C-D639C15D14BF}" dt="2021-07-07T14:07:25.014" v="4006" actId="14100"/>
        <pc:sldMkLst>
          <pc:docMk/>
          <pc:sldMk cId="819562653" sldId="431"/>
        </pc:sldMkLst>
      </pc:sldChg>
      <pc:sldChg chg="modSp new mod">
        <pc:chgData name="Weifeng Xu" userId="e7aed605-a3dd-4d5a-a692-a87037af107b" providerId="ADAL" clId="{5A16D312-A0F0-4E3A-908C-D639C15D14BF}" dt="2021-07-08T12:51:43.961" v="4158" actId="20577"/>
        <pc:sldMkLst>
          <pc:docMk/>
          <pc:sldMk cId="1197324011" sldId="432"/>
        </pc:sldMkLst>
      </pc:sldChg>
      <pc:sldChg chg="addSp delSp modSp new mod modClrScheme chgLayout">
        <pc:chgData name="Weifeng Xu" userId="e7aed605-a3dd-4d5a-a692-a87037af107b" providerId="ADAL" clId="{5A16D312-A0F0-4E3A-908C-D639C15D14BF}" dt="2021-07-07T15:01:10.662" v="4121" actId="20577"/>
        <pc:sldMkLst>
          <pc:docMk/>
          <pc:sldMk cId="1526221910" sldId="433"/>
        </pc:sldMkLst>
      </pc:sldChg>
      <pc:sldChg chg="modSp new mod">
        <pc:chgData name="Weifeng Xu" userId="e7aed605-a3dd-4d5a-a692-a87037af107b" providerId="ADAL" clId="{5A16D312-A0F0-4E3A-908C-D639C15D14BF}" dt="2021-07-07T15:00:38.431" v="4119" actId="20577"/>
        <pc:sldMkLst>
          <pc:docMk/>
          <pc:sldMk cId="611713567" sldId="434"/>
        </pc:sldMkLst>
      </pc:sldChg>
    </pc:docChg>
  </pc:docChgLst>
  <pc:docChgLst>
    <pc:chgData name="Weifeng Xu" userId="e7aed605-a3dd-4d5a-a692-a87037af107b" providerId="ADAL" clId="{F99F8FFF-BA20-43EA-924B-4DF5D2A785F3}"/>
    <pc:docChg chg="undo custSel addSld delSld modSld">
      <pc:chgData name="Weifeng Xu" userId="e7aed605-a3dd-4d5a-a692-a87037af107b" providerId="ADAL" clId="{F99F8FFF-BA20-43EA-924B-4DF5D2A785F3}" dt="2025-10-25T13:32:37.146" v="116" actId="113"/>
      <pc:docMkLst>
        <pc:docMk/>
      </pc:docMkLst>
      <pc:sldChg chg="addSp modSp mod">
        <pc:chgData name="Weifeng Xu" userId="e7aed605-a3dd-4d5a-a692-a87037af107b" providerId="ADAL" clId="{F99F8FFF-BA20-43EA-924B-4DF5D2A785F3}" dt="2025-10-25T13:30:48.357" v="102" actId="20577"/>
        <pc:sldMkLst>
          <pc:docMk/>
          <pc:sldMk cId="2217854660" sldId="449"/>
        </pc:sldMkLst>
        <pc:spChg chg="mod">
          <ac:chgData name="Weifeng Xu" userId="e7aed605-a3dd-4d5a-a692-a87037af107b" providerId="ADAL" clId="{F99F8FFF-BA20-43EA-924B-4DF5D2A785F3}" dt="2025-10-25T13:30:48.357" v="102" actId="20577"/>
          <ac:spMkLst>
            <pc:docMk/>
            <pc:sldMk cId="2217854660" sldId="449"/>
            <ac:spMk id="3" creationId="{99A4222C-CA99-4241-B8E3-51BFA8FCE43A}"/>
          </ac:spMkLst>
        </pc:spChg>
        <pc:spChg chg="add">
          <ac:chgData name="Weifeng Xu" userId="e7aed605-a3dd-4d5a-a692-a87037af107b" providerId="ADAL" clId="{F99F8FFF-BA20-43EA-924B-4DF5D2A785F3}" dt="2025-10-25T13:30:06.742" v="84"/>
          <ac:spMkLst>
            <pc:docMk/>
            <pc:sldMk cId="2217854660" sldId="449"/>
            <ac:spMk id="4" creationId="{94C71628-65D5-9079-3A58-DA39A902E88B}"/>
          </ac:spMkLst>
        </pc:spChg>
      </pc:sldChg>
      <pc:sldChg chg="del">
        <pc:chgData name="Weifeng Xu" userId="e7aed605-a3dd-4d5a-a692-a87037af107b" providerId="ADAL" clId="{F99F8FFF-BA20-43EA-924B-4DF5D2A785F3}" dt="2025-10-25T13:32:13.148" v="103" actId="47"/>
        <pc:sldMkLst>
          <pc:docMk/>
          <pc:sldMk cId="1156047588" sldId="497"/>
        </pc:sldMkLst>
      </pc:sldChg>
      <pc:sldChg chg="addSp modSp mod">
        <pc:chgData name="Weifeng Xu" userId="e7aed605-a3dd-4d5a-a692-a87037af107b" providerId="ADAL" clId="{F99F8FFF-BA20-43EA-924B-4DF5D2A785F3}" dt="2025-10-25T13:21:59.426" v="81" actId="13822"/>
        <pc:sldMkLst>
          <pc:docMk/>
          <pc:sldMk cId="83335793" sldId="500"/>
        </pc:sldMkLst>
        <pc:spChg chg="add mod">
          <ac:chgData name="Weifeng Xu" userId="e7aed605-a3dd-4d5a-a692-a87037af107b" providerId="ADAL" clId="{F99F8FFF-BA20-43EA-924B-4DF5D2A785F3}" dt="2025-10-25T13:21:48.954" v="79" actId="207"/>
          <ac:spMkLst>
            <pc:docMk/>
            <pc:sldMk cId="83335793" sldId="500"/>
            <ac:spMk id="2" creationId="{44C7A85B-E10B-53A8-A966-D40C02F7A65B}"/>
          </ac:spMkLst>
        </pc:spChg>
        <pc:cxnChg chg="add mod">
          <ac:chgData name="Weifeng Xu" userId="e7aed605-a3dd-4d5a-a692-a87037af107b" providerId="ADAL" clId="{F99F8FFF-BA20-43EA-924B-4DF5D2A785F3}" dt="2025-10-25T13:21:59.426" v="81" actId="13822"/>
          <ac:cxnSpMkLst>
            <pc:docMk/>
            <pc:sldMk cId="83335793" sldId="500"/>
            <ac:cxnSpMk id="4" creationId="{5551EED2-BDD2-5C7F-7DD1-E048CF6D4A6B}"/>
          </ac:cxnSpMkLst>
        </pc:cxnChg>
      </pc:sldChg>
      <pc:sldChg chg="addSp delSp modSp new mod modClrScheme chgLayout">
        <pc:chgData name="Weifeng Xu" userId="e7aed605-a3dd-4d5a-a692-a87037af107b" providerId="ADAL" clId="{F99F8FFF-BA20-43EA-924B-4DF5D2A785F3}" dt="2025-10-25T13:32:37.146" v="116" actId="113"/>
        <pc:sldMkLst>
          <pc:docMk/>
          <pc:sldMk cId="1921077578" sldId="506"/>
        </pc:sldMkLst>
        <pc:spChg chg="del">
          <ac:chgData name="Weifeng Xu" userId="e7aed605-a3dd-4d5a-a692-a87037af107b" providerId="ADAL" clId="{F99F8FFF-BA20-43EA-924B-4DF5D2A785F3}" dt="2025-10-25T12:58:05.951" v="1" actId="700"/>
          <ac:spMkLst>
            <pc:docMk/>
            <pc:sldMk cId="1921077578" sldId="506"/>
            <ac:spMk id="2" creationId="{EF9FE906-2700-2573-9979-2D31669CF745}"/>
          </ac:spMkLst>
        </pc:spChg>
        <pc:spChg chg="del">
          <ac:chgData name="Weifeng Xu" userId="e7aed605-a3dd-4d5a-a692-a87037af107b" providerId="ADAL" clId="{F99F8FFF-BA20-43EA-924B-4DF5D2A785F3}" dt="2025-10-25T12:58:05.951" v="1" actId="700"/>
          <ac:spMkLst>
            <pc:docMk/>
            <pc:sldMk cId="1921077578" sldId="506"/>
            <ac:spMk id="3" creationId="{215A5108-B97C-6A74-5AF0-9F73DF8638D5}"/>
          </ac:spMkLst>
        </pc:spChg>
        <pc:spChg chg="add mod">
          <ac:chgData name="Weifeng Xu" userId="e7aed605-a3dd-4d5a-a692-a87037af107b" providerId="ADAL" clId="{F99F8FFF-BA20-43EA-924B-4DF5D2A785F3}" dt="2025-10-25T13:32:37.146" v="116" actId="113"/>
          <ac:spMkLst>
            <pc:docMk/>
            <pc:sldMk cId="1921077578" sldId="506"/>
            <ac:spMk id="8" creationId="{7991E609-B181-9854-2177-055D25A9A0C6}"/>
          </ac:spMkLst>
        </pc:spChg>
        <pc:picChg chg="add mod">
          <ac:chgData name="Weifeng Xu" userId="e7aed605-a3dd-4d5a-a692-a87037af107b" providerId="ADAL" clId="{F99F8FFF-BA20-43EA-924B-4DF5D2A785F3}" dt="2025-10-25T13:17:42.941" v="39" actId="1076"/>
          <ac:picMkLst>
            <pc:docMk/>
            <pc:sldMk cId="1921077578" sldId="506"/>
            <ac:picMk id="5" creationId="{CF9A2C57-E425-379E-17A1-1ED60103D6B4}"/>
          </ac:picMkLst>
        </pc:picChg>
        <pc:picChg chg="add mod">
          <ac:chgData name="Weifeng Xu" userId="e7aed605-a3dd-4d5a-a692-a87037af107b" providerId="ADAL" clId="{F99F8FFF-BA20-43EA-924B-4DF5D2A785F3}" dt="2025-10-25T13:17:41.159" v="38" actId="1076"/>
          <ac:picMkLst>
            <pc:docMk/>
            <pc:sldMk cId="1921077578" sldId="506"/>
            <ac:picMk id="7" creationId="{9F658B9A-E9BC-E7FA-BFF3-B474D96F9DD0}"/>
          </ac:picMkLst>
        </pc:picChg>
      </pc:sldChg>
      <pc:sldChg chg="addSp modSp new mod">
        <pc:chgData name="Weifeng Xu" userId="e7aed605-a3dd-4d5a-a692-a87037af107b" providerId="ADAL" clId="{F99F8FFF-BA20-43EA-924B-4DF5D2A785F3}" dt="2025-10-25T13:12:25.103" v="33" actId="207"/>
        <pc:sldMkLst>
          <pc:docMk/>
          <pc:sldMk cId="2938335630" sldId="507"/>
        </pc:sldMkLst>
        <pc:graphicFrameChg chg="add mod modGraphic">
          <ac:chgData name="Weifeng Xu" userId="e7aed605-a3dd-4d5a-a692-a87037af107b" providerId="ADAL" clId="{F99F8FFF-BA20-43EA-924B-4DF5D2A785F3}" dt="2025-10-25T13:12:25.103" v="33" actId="207"/>
          <ac:graphicFrameMkLst>
            <pc:docMk/>
            <pc:sldMk cId="2938335630" sldId="507"/>
            <ac:graphicFrameMk id="4" creationId="{63DB5296-DF52-9E78-8C39-94D3A8B6B761}"/>
          </ac:graphicFrameMkLst>
        </pc:graphicFrameChg>
        <pc:picChg chg="add mod">
          <ac:chgData name="Weifeng Xu" userId="e7aed605-a3dd-4d5a-a692-a87037af107b" providerId="ADAL" clId="{F99F8FFF-BA20-43EA-924B-4DF5D2A785F3}" dt="2025-10-25T13:01:06.328" v="9" actId="1076"/>
          <ac:picMkLst>
            <pc:docMk/>
            <pc:sldMk cId="2938335630" sldId="507"/>
            <ac:picMk id="3" creationId="{9722DD11-50B7-26B9-E522-861346DDFF25}"/>
          </ac:picMkLst>
        </pc:picChg>
      </pc:sldChg>
    </pc:docChg>
  </pc:docChgLst>
  <pc:docChgLst>
    <pc:chgData name="Harleen Kaur" userId="S::id65ns02@ubalt.edu::9f7fc1d6-ab67-473f-ba46-e98f6ce2049b" providerId="AD" clId="Web-{1ADE0CF8-2423-90FF-14EF-C373E9E3B936}"/>
    <pc:docChg chg="addSld modSld">
      <pc:chgData name="Harleen Kaur" userId="S::id65ns02@ubalt.edu::9f7fc1d6-ab67-473f-ba46-e98f6ce2049b" providerId="AD" clId="Web-{1ADE0CF8-2423-90FF-14EF-C373E9E3B936}" dt="2021-07-09T20:30:28.777" v="385" actId="20577"/>
      <pc:docMkLst>
        <pc:docMk/>
      </pc:docMkLst>
      <pc:sldChg chg="addSp delSp modSp">
        <pc:chgData name="Harleen Kaur" userId="S::id65ns02@ubalt.edu::9f7fc1d6-ab67-473f-ba46-e98f6ce2049b" providerId="AD" clId="Web-{1ADE0CF8-2423-90FF-14EF-C373E9E3B936}" dt="2021-07-09T19:33:19.509" v="19" actId="1076"/>
        <pc:sldMkLst>
          <pc:docMk/>
          <pc:sldMk cId="3077270470" sldId="375"/>
        </pc:sldMkLst>
      </pc:sldChg>
      <pc:sldChg chg="modSp">
        <pc:chgData name="Harleen Kaur" userId="S::id65ns02@ubalt.edu::9f7fc1d6-ab67-473f-ba46-e98f6ce2049b" providerId="AD" clId="Web-{1ADE0CF8-2423-90FF-14EF-C373E9E3B936}" dt="2021-07-09T19:34:33.089" v="32" actId="20577"/>
        <pc:sldMkLst>
          <pc:docMk/>
          <pc:sldMk cId="954730872" sldId="385"/>
        </pc:sldMkLst>
      </pc:sldChg>
      <pc:sldChg chg="addSp delSp modSp">
        <pc:chgData name="Harleen Kaur" userId="S::id65ns02@ubalt.edu::9f7fc1d6-ab67-473f-ba46-e98f6ce2049b" providerId="AD" clId="Web-{1ADE0CF8-2423-90FF-14EF-C373E9E3B936}" dt="2021-07-09T19:36:03.233" v="39" actId="1076"/>
        <pc:sldMkLst>
          <pc:docMk/>
          <pc:sldMk cId="961075764" sldId="416"/>
        </pc:sldMkLst>
      </pc:sldChg>
      <pc:sldChg chg="modSp new">
        <pc:chgData name="Harleen Kaur" userId="S::id65ns02@ubalt.edu::9f7fc1d6-ab67-473f-ba46-e98f6ce2049b" providerId="AD" clId="Web-{1ADE0CF8-2423-90FF-14EF-C373E9E3B936}" dt="2021-07-09T19:50:43.434" v="141" actId="20577"/>
        <pc:sldMkLst>
          <pc:docMk/>
          <pc:sldMk cId="2609955097" sldId="437"/>
        </pc:sldMkLst>
      </pc:sldChg>
      <pc:sldChg chg="modSp new">
        <pc:chgData name="Harleen Kaur" userId="S::id65ns02@ubalt.edu::9f7fc1d6-ab67-473f-ba46-e98f6ce2049b" providerId="AD" clId="Web-{1ADE0CF8-2423-90FF-14EF-C373E9E3B936}" dt="2021-07-09T20:01:34.377" v="239" actId="20577"/>
        <pc:sldMkLst>
          <pc:docMk/>
          <pc:sldMk cId="2869426348" sldId="438"/>
        </pc:sldMkLst>
      </pc:sldChg>
      <pc:sldChg chg="addSp modSp new">
        <pc:chgData name="Harleen Kaur" userId="S::id65ns02@ubalt.edu::9f7fc1d6-ab67-473f-ba46-e98f6ce2049b" providerId="AD" clId="Web-{1ADE0CF8-2423-90FF-14EF-C373E9E3B936}" dt="2021-07-09T20:08:01.093" v="286" actId="20577"/>
        <pc:sldMkLst>
          <pc:docMk/>
          <pc:sldMk cId="2156609810" sldId="439"/>
        </pc:sldMkLst>
      </pc:sldChg>
      <pc:sldChg chg="modSp new">
        <pc:chgData name="Harleen Kaur" userId="S::id65ns02@ubalt.edu::9f7fc1d6-ab67-473f-ba46-e98f6ce2049b" providerId="AD" clId="Web-{1ADE0CF8-2423-90FF-14EF-C373E9E3B936}" dt="2021-07-09T20:30:28.777" v="385" actId="20577"/>
        <pc:sldMkLst>
          <pc:docMk/>
          <pc:sldMk cId="3370452083" sldId="440"/>
        </pc:sldMkLst>
      </pc:sldChg>
    </pc:docChg>
  </pc:docChgLst>
  <pc:docChgLst>
    <pc:chgData name="Weifeng Xu" userId="e7aed605-a3dd-4d5a-a692-a87037af107b" providerId="ADAL" clId="{46DE1BDD-FFB5-43D5-AD20-6D652DA11BEB}"/>
    <pc:docChg chg="undo custSel addSld modSld sldOrd">
      <pc:chgData name="Weifeng Xu" userId="e7aed605-a3dd-4d5a-a692-a87037af107b" providerId="ADAL" clId="{46DE1BDD-FFB5-43D5-AD20-6D652DA11BEB}" dt="2021-03-21T13:31:35.466" v="125" actId="478"/>
      <pc:docMkLst>
        <pc:docMk/>
      </pc:docMkLst>
      <pc:sldChg chg="addSp modSp new mod modNotesTx">
        <pc:chgData name="Weifeng Xu" userId="e7aed605-a3dd-4d5a-a692-a87037af107b" providerId="ADAL" clId="{46DE1BDD-FFB5-43D5-AD20-6D652DA11BEB}" dt="2021-03-20T20:17:46.171" v="109" actId="14100"/>
        <pc:sldMkLst>
          <pc:docMk/>
          <pc:sldMk cId="1681695341" sldId="257"/>
        </pc:sldMkLst>
      </pc:sldChg>
      <pc:sldChg chg="new ord">
        <pc:chgData name="Weifeng Xu" userId="e7aed605-a3dd-4d5a-a692-a87037af107b" providerId="ADAL" clId="{46DE1BDD-FFB5-43D5-AD20-6D652DA11BEB}" dt="2021-03-21T13:30:41.235" v="113"/>
        <pc:sldMkLst>
          <pc:docMk/>
          <pc:sldMk cId="239878079" sldId="258"/>
        </pc:sldMkLst>
      </pc:sldChg>
      <pc:sldChg chg="addSp delSp modSp add mod">
        <pc:chgData name="Weifeng Xu" userId="e7aed605-a3dd-4d5a-a692-a87037af107b" providerId="ADAL" clId="{46DE1BDD-FFB5-43D5-AD20-6D652DA11BEB}" dt="2021-03-21T13:31:35.466" v="125" actId="478"/>
        <pc:sldMkLst>
          <pc:docMk/>
          <pc:sldMk cId="1408481161" sldId="346"/>
        </pc:sldMkLst>
      </pc:sldChg>
    </pc:docChg>
  </pc:docChgLst>
  <pc:docChgLst>
    <pc:chgData name="Weifeng Xu" userId="e7aed605-a3dd-4d5a-a692-a87037af107b" providerId="ADAL" clId="{C54D13FE-74BA-4901-A6A3-DD765F0EF80E}"/>
    <pc:docChg chg="undo redo custSel mod addSld modSld sldOrd">
      <pc:chgData name="Weifeng Xu" userId="e7aed605-a3dd-4d5a-a692-a87037af107b" providerId="ADAL" clId="{C54D13FE-74BA-4901-A6A3-DD765F0EF80E}" dt="2021-01-18T02:17:26.309" v="733" actId="6549"/>
      <pc:docMkLst>
        <pc:docMk/>
      </pc:docMkLst>
      <pc:sldChg chg="modSp mod">
        <pc:chgData name="Weifeng Xu" userId="e7aed605-a3dd-4d5a-a692-a87037af107b" providerId="ADAL" clId="{C54D13FE-74BA-4901-A6A3-DD765F0EF80E}" dt="2021-01-18T00:12:35.723" v="6" actId="20577"/>
        <pc:sldMkLst>
          <pc:docMk/>
          <pc:sldMk cId="1392771324" sldId="258"/>
        </pc:sldMkLst>
      </pc:sldChg>
      <pc:sldChg chg="modSp new mod">
        <pc:chgData name="Weifeng Xu" userId="e7aed605-a3dd-4d5a-a692-a87037af107b" providerId="ADAL" clId="{C54D13FE-74BA-4901-A6A3-DD765F0EF80E}" dt="2021-01-18T01:05:02.364" v="374" actId="20577"/>
        <pc:sldMkLst>
          <pc:docMk/>
          <pc:sldMk cId="1449920218" sldId="261"/>
        </pc:sldMkLst>
      </pc:sldChg>
      <pc:sldChg chg="addSp delSp modSp new mod setBg modClrScheme chgLayout modNotesTx">
        <pc:chgData name="Weifeng Xu" userId="e7aed605-a3dd-4d5a-a692-a87037af107b" providerId="ADAL" clId="{C54D13FE-74BA-4901-A6A3-DD765F0EF80E}" dt="2021-01-18T01:45:32.650" v="485" actId="1076"/>
        <pc:sldMkLst>
          <pc:docMk/>
          <pc:sldMk cId="3028204050" sldId="262"/>
        </pc:sldMkLst>
      </pc:sldChg>
      <pc:sldChg chg="addSp delSp modSp new mod setBg setClrOvrMap">
        <pc:chgData name="Weifeng Xu" userId="e7aed605-a3dd-4d5a-a692-a87037af107b" providerId="ADAL" clId="{C54D13FE-74BA-4901-A6A3-DD765F0EF80E}" dt="2021-01-18T02:17:20.454" v="732" actId="20577"/>
        <pc:sldMkLst>
          <pc:docMk/>
          <pc:sldMk cId="2219828795" sldId="263"/>
        </pc:sldMkLst>
      </pc:sldChg>
      <pc:sldChg chg="addSp delSp modSp new mod modClrScheme chgLayout">
        <pc:chgData name="Weifeng Xu" userId="e7aed605-a3dd-4d5a-a692-a87037af107b" providerId="ADAL" clId="{C54D13FE-74BA-4901-A6A3-DD765F0EF80E}" dt="2021-01-18T02:15:18.970" v="684" actId="14100"/>
        <pc:sldMkLst>
          <pc:docMk/>
          <pc:sldMk cId="266696141" sldId="264"/>
        </pc:sldMkLst>
      </pc:sldChg>
      <pc:sldChg chg="addSp delSp modSp add mod ord modClrScheme chgLayout">
        <pc:chgData name="Weifeng Xu" userId="e7aed605-a3dd-4d5a-a692-a87037af107b" providerId="ADAL" clId="{C54D13FE-74BA-4901-A6A3-DD765F0EF80E}" dt="2021-01-18T02:17:26.309" v="733" actId="6549"/>
        <pc:sldMkLst>
          <pc:docMk/>
          <pc:sldMk cId="3192448814" sldId="265"/>
        </pc:sldMkLst>
      </pc:sldChg>
    </pc:docChg>
  </pc:docChgLst>
  <pc:docChgLst>
    <pc:chgData name="Weifeng Xu" userId="e7aed605-a3dd-4d5a-a692-a87037af107b" providerId="ADAL" clId="{18016E91-667B-4939-B094-9429131960E3}"/>
    <pc:docChg chg="modSld">
      <pc:chgData name="Weifeng Xu" userId="e7aed605-a3dd-4d5a-a692-a87037af107b" providerId="ADAL" clId="{18016E91-667B-4939-B094-9429131960E3}" dt="2021-03-20T19:01:10.339" v="25"/>
      <pc:docMkLst>
        <pc:docMk/>
      </pc:docMkLst>
      <pc:sldChg chg="modSp mod">
        <pc:chgData name="Weifeng Xu" userId="e7aed605-a3dd-4d5a-a692-a87037af107b" providerId="ADAL" clId="{18016E91-667B-4939-B094-9429131960E3}" dt="2021-03-20T19:01:10.339" v="25"/>
        <pc:sldMkLst>
          <pc:docMk/>
          <pc:sldMk cId="1323245308" sldId="256"/>
        </pc:sldMkLst>
      </pc:sldChg>
    </pc:docChg>
  </pc:docChgLst>
  <pc:docChgLst>
    <pc:chgData name="Harleen Kaur" userId="S::id65ns02@ubalt.edu::9f7fc1d6-ab67-473f-ba46-e98f6ce2049b" providerId="AD" clId="Web-{19B0EFE9-C48B-B59C-94A3-5168C8EF53DC}"/>
    <pc:docChg chg="modSld">
      <pc:chgData name="Harleen Kaur" userId="S::id65ns02@ubalt.edu::9f7fc1d6-ab67-473f-ba46-e98f6ce2049b" providerId="AD" clId="Web-{19B0EFE9-C48B-B59C-94A3-5168C8EF53DC}" dt="2021-07-08T17:14:34.042" v="73" actId="20577"/>
      <pc:docMkLst>
        <pc:docMk/>
      </pc:docMkLst>
      <pc:sldChg chg="modSp">
        <pc:chgData name="Harleen Kaur" userId="S::id65ns02@ubalt.edu::9f7fc1d6-ab67-473f-ba46-e98f6ce2049b" providerId="AD" clId="Web-{19B0EFE9-C48B-B59C-94A3-5168C8EF53DC}" dt="2021-07-08T16:27:43.764" v="1" actId="20577"/>
        <pc:sldMkLst>
          <pc:docMk/>
          <pc:sldMk cId="844759815" sldId="428"/>
        </pc:sldMkLst>
      </pc:sldChg>
      <pc:sldChg chg="modSp">
        <pc:chgData name="Harleen Kaur" userId="S::id65ns02@ubalt.edu::9f7fc1d6-ab67-473f-ba46-e98f6ce2049b" providerId="AD" clId="Web-{19B0EFE9-C48B-B59C-94A3-5168C8EF53DC}" dt="2021-07-08T16:40:10.264" v="71" actId="14100"/>
        <pc:sldMkLst>
          <pc:docMk/>
          <pc:sldMk cId="1197324011" sldId="432"/>
        </pc:sldMkLst>
      </pc:sldChg>
      <pc:sldChg chg="modSp">
        <pc:chgData name="Harleen Kaur" userId="S::id65ns02@ubalt.edu::9f7fc1d6-ab67-473f-ba46-e98f6ce2049b" providerId="AD" clId="Web-{19B0EFE9-C48B-B59C-94A3-5168C8EF53DC}" dt="2021-07-08T17:14:34.042" v="73" actId="20577"/>
        <pc:sldMkLst>
          <pc:docMk/>
          <pc:sldMk cId="2780548155" sldId="436"/>
        </pc:sldMkLst>
      </pc:sldChg>
    </pc:docChg>
  </pc:docChgLst>
  <pc:docChgLst>
    <pc:chgData name="Weifeng Xu" userId="e7aed605-a3dd-4d5a-a692-a87037af107b" providerId="ADAL" clId="{4DC338DC-19C7-41EB-B9B2-C1FF8A2AEED8}"/>
    <pc:docChg chg="undo custSel addSld delSld modSld">
      <pc:chgData name="Weifeng Xu" userId="e7aed605-a3dd-4d5a-a692-a87037af107b" providerId="ADAL" clId="{4DC338DC-19C7-41EB-B9B2-C1FF8A2AEED8}" dt="2021-03-12T14:19:00.952" v="78" actId="20577"/>
      <pc:docMkLst>
        <pc:docMk/>
      </pc:docMkLst>
      <pc:sldChg chg="del">
        <pc:chgData name="Weifeng Xu" userId="e7aed605-a3dd-4d5a-a692-a87037af107b" providerId="ADAL" clId="{4DC338DC-19C7-41EB-B9B2-C1FF8A2AEED8}" dt="2021-03-06T01:15:55.818" v="0" actId="47"/>
        <pc:sldMkLst>
          <pc:docMk/>
          <pc:sldMk cId="2783025053" sldId="287"/>
        </pc:sldMkLst>
      </pc:sldChg>
      <pc:sldChg chg="del">
        <pc:chgData name="Weifeng Xu" userId="e7aed605-a3dd-4d5a-a692-a87037af107b" providerId="ADAL" clId="{4DC338DC-19C7-41EB-B9B2-C1FF8A2AEED8}" dt="2021-03-06T01:15:58.325" v="6" actId="47"/>
        <pc:sldMkLst>
          <pc:docMk/>
          <pc:sldMk cId="114776636" sldId="288"/>
        </pc:sldMkLst>
      </pc:sldChg>
      <pc:sldChg chg="del">
        <pc:chgData name="Weifeng Xu" userId="e7aed605-a3dd-4d5a-a692-a87037af107b" providerId="ADAL" clId="{4DC338DC-19C7-41EB-B9B2-C1FF8A2AEED8}" dt="2021-03-06T01:15:56.509" v="1" actId="47"/>
        <pc:sldMkLst>
          <pc:docMk/>
          <pc:sldMk cId="1757879576" sldId="293"/>
        </pc:sldMkLst>
      </pc:sldChg>
      <pc:sldChg chg="del">
        <pc:chgData name="Weifeng Xu" userId="e7aed605-a3dd-4d5a-a692-a87037af107b" providerId="ADAL" clId="{4DC338DC-19C7-41EB-B9B2-C1FF8A2AEED8}" dt="2021-03-06T01:15:56.918" v="2" actId="47"/>
        <pc:sldMkLst>
          <pc:docMk/>
          <pc:sldMk cId="2207446241" sldId="294"/>
        </pc:sldMkLst>
      </pc:sldChg>
      <pc:sldChg chg="del">
        <pc:chgData name="Weifeng Xu" userId="e7aed605-a3dd-4d5a-a692-a87037af107b" providerId="ADAL" clId="{4DC338DC-19C7-41EB-B9B2-C1FF8A2AEED8}" dt="2021-03-06T01:15:57.141" v="3" actId="47"/>
        <pc:sldMkLst>
          <pc:docMk/>
          <pc:sldMk cId="2224677796" sldId="297"/>
        </pc:sldMkLst>
      </pc:sldChg>
      <pc:sldChg chg="del">
        <pc:chgData name="Weifeng Xu" userId="e7aed605-a3dd-4d5a-a692-a87037af107b" providerId="ADAL" clId="{4DC338DC-19C7-41EB-B9B2-C1FF8A2AEED8}" dt="2021-03-06T01:15:57.352" v="4" actId="47"/>
        <pc:sldMkLst>
          <pc:docMk/>
          <pc:sldMk cId="1105583169" sldId="298"/>
        </pc:sldMkLst>
      </pc:sldChg>
      <pc:sldChg chg="del">
        <pc:chgData name="Weifeng Xu" userId="e7aed605-a3dd-4d5a-a692-a87037af107b" providerId="ADAL" clId="{4DC338DC-19C7-41EB-B9B2-C1FF8A2AEED8}" dt="2021-03-06T01:15:57.773" v="5" actId="47"/>
        <pc:sldMkLst>
          <pc:docMk/>
          <pc:sldMk cId="3471057309" sldId="299"/>
        </pc:sldMkLst>
      </pc:sldChg>
      <pc:sldChg chg="del">
        <pc:chgData name="Weifeng Xu" userId="e7aed605-a3dd-4d5a-a692-a87037af107b" providerId="ADAL" clId="{4DC338DC-19C7-41EB-B9B2-C1FF8A2AEED8}" dt="2021-03-06T01:15:58.558" v="7" actId="47"/>
        <pc:sldMkLst>
          <pc:docMk/>
          <pc:sldMk cId="877061006" sldId="300"/>
        </pc:sldMkLst>
      </pc:sldChg>
      <pc:sldChg chg="del">
        <pc:chgData name="Weifeng Xu" userId="e7aed605-a3dd-4d5a-a692-a87037af107b" providerId="ADAL" clId="{4DC338DC-19C7-41EB-B9B2-C1FF8A2AEED8}" dt="2021-03-06T01:15:58.739" v="8" actId="47"/>
        <pc:sldMkLst>
          <pc:docMk/>
          <pc:sldMk cId="2343196982" sldId="301"/>
        </pc:sldMkLst>
      </pc:sldChg>
      <pc:sldChg chg="del">
        <pc:chgData name="Weifeng Xu" userId="e7aed605-a3dd-4d5a-a692-a87037af107b" providerId="ADAL" clId="{4DC338DC-19C7-41EB-B9B2-C1FF8A2AEED8}" dt="2021-03-06T01:16:00.971" v="17" actId="47"/>
        <pc:sldMkLst>
          <pc:docMk/>
          <pc:sldMk cId="493733997" sldId="302"/>
        </pc:sldMkLst>
      </pc:sldChg>
      <pc:sldChg chg="del">
        <pc:chgData name="Weifeng Xu" userId="e7aed605-a3dd-4d5a-a692-a87037af107b" providerId="ADAL" clId="{4DC338DC-19C7-41EB-B9B2-C1FF8A2AEED8}" dt="2021-03-06T01:15:58.930" v="9" actId="47"/>
        <pc:sldMkLst>
          <pc:docMk/>
          <pc:sldMk cId="3476121000" sldId="303"/>
        </pc:sldMkLst>
      </pc:sldChg>
      <pc:sldChg chg="modSp mod">
        <pc:chgData name="Weifeng Xu" userId="e7aed605-a3dd-4d5a-a692-a87037af107b" providerId="ADAL" clId="{4DC338DC-19C7-41EB-B9B2-C1FF8A2AEED8}" dt="2021-03-12T14:19:00.952" v="78" actId="20577"/>
        <pc:sldMkLst>
          <pc:docMk/>
          <pc:sldMk cId="53763807" sldId="304"/>
        </pc:sldMkLst>
      </pc:sldChg>
      <pc:sldChg chg="del">
        <pc:chgData name="Weifeng Xu" userId="e7aed605-a3dd-4d5a-a692-a87037af107b" providerId="ADAL" clId="{4DC338DC-19C7-41EB-B9B2-C1FF8A2AEED8}" dt="2021-03-06T01:15:59.145" v="10" actId="47"/>
        <pc:sldMkLst>
          <pc:docMk/>
          <pc:sldMk cId="1618462415" sldId="305"/>
        </pc:sldMkLst>
      </pc:sldChg>
      <pc:sldChg chg="del">
        <pc:chgData name="Weifeng Xu" userId="e7aed605-a3dd-4d5a-a692-a87037af107b" providerId="ADAL" clId="{4DC338DC-19C7-41EB-B9B2-C1FF8A2AEED8}" dt="2021-03-06T01:15:59.352" v="11" actId="47"/>
        <pc:sldMkLst>
          <pc:docMk/>
          <pc:sldMk cId="180323046" sldId="306"/>
        </pc:sldMkLst>
      </pc:sldChg>
      <pc:sldChg chg="del">
        <pc:chgData name="Weifeng Xu" userId="e7aed605-a3dd-4d5a-a692-a87037af107b" providerId="ADAL" clId="{4DC338DC-19C7-41EB-B9B2-C1FF8A2AEED8}" dt="2021-03-06T01:16:00.758" v="16" actId="47"/>
        <pc:sldMkLst>
          <pc:docMk/>
          <pc:sldMk cId="3237227748" sldId="307"/>
        </pc:sldMkLst>
      </pc:sldChg>
      <pc:sldChg chg="del">
        <pc:chgData name="Weifeng Xu" userId="e7aed605-a3dd-4d5a-a692-a87037af107b" providerId="ADAL" clId="{4DC338DC-19C7-41EB-B9B2-C1FF8A2AEED8}" dt="2021-03-06T01:16:01.189" v="18" actId="47"/>
        <pc:sldMkLst>
          <pc:docMk/>
          <pc:sldMk cId="1577270902" sldId="308"/>
        </pc:sldMkLst>
      </pc:sldChg>
      <pc:sldChg chg="del">
        <pc:chgData name="Weifeng Xu" userId="e7aed605-a3dd-4d5a-a692-a87037af107b" providerId="ADAL" clId="{4DC338DC-19C7-41EB-B9B2-C1FF8A2AEED8}" dt="2021-03-06T01:16:02.209" v="21" actId="47"/>
        <pc:sldMkLst>
          <pc:docMk/>
          <pc:sldMk cId="181172030" sldId="309"/>
        </pc:sldMkLst>
      </pc:sldChg>
      <pc:sldChg chg="del">
        <pc:chgData name="Weifeng Xu" userId="e7aed605-a3dd-4d5a-a692-a87037af107b" providerId="ADAL" clId="{4DC338DC-19C7-41EB-B9B2-C1FF8A2AEED8}" dt="2021-03-06T01:16:01.572" v="19" actId="47"/>
        <pc:sldMkLst>
          <pc:docMk/>
          <pc:sldMk cId="1809058598" sldId="310"/>
        </pc:sldMkLst>
      </pc:sldChg>
      <pc:sldChg chg="del">
        <pc:chgData name="Weifeng Xu" userId="e7aed605-a3dd-4d5a-a692-a87037af107b" providerId="ADAL" clId="{4DC338DC-19C7-41EB-B9B2-C1FF8A2AEED8}" dt="2021-03-06T01:16:01.968" v="20" actId="47"/>
        <pc:sldMkLst>
          <pc:docMk/>
          <pc:sldMk cId="4192303" sldId="311"/>
        </pc:sldMkLst>
      </pc:sldChg>
      <pc:sldChg chg="del">
        <pc:chgData name="Weifeng Xu" userId="e7aed605-a3dd-4d5a-a692-a87037af107b" providerId="ADAL" clId="{4DC338DC-19C7-41EB-B9B2-C1FF8A2AEED8}" dt="2021-03-06T01:15:59.634" v="12" actId="47"/>
        <pc:sldMkLst>
          <pc:docMk/>
          <pc:sldMk cId="591621681" sldId="312"/>
        </pc:sldMkLst>
      </pc:sldChg>
      <pc:sldChg chg="del">
        <pc:chgData name="Weifeng Xu" userId="e7aed605-a3dd-4d5a-a692-a87037af107b" providerId="ADAL" clId="{4DC338DC-19C7-41EB-B9B2-C1FF8A2AEED8}" dt="2021-03-06T01:15:59.941" v="13" actId="47"/>
        <pc:sldMkLst>
          <pc:docMk/>
          <pc:sldMk cId="214490323" sldId="313"/>
        </pc:sldMkLst>
      </pc:sldChg>
      <pc:sldChg chg="del">
        <pc:chgData name="Weifeng Xu" userId="e7aed605-a3dd-4d5a-a692-a87037af107b" providerId="ADAL" clId="{4DC338DC-19C7-41EB-B9B2-C1FF8A2AEED8}" dt="2021-03-06T01:16:00.176" v="14" actId="47"/>
        <pc:sldMkLst>
          <pc:docMk/>
          <pc:sldMk cId="3337387503" sldId="318"/>
        </pc:sldMkLst>
      </pc:sldChg>
      <pc:sldChg chg="del">
        <pc:chgData name="Weifeng Xu" userId="e7aed605-a3dd-4d5a-a692-a87037af107b" providerId="ADAL" clId="{4DC338DC-19C7-41EB-B9B2-C1FF8A2AEED8}" dt="2021-03-06T01:16:00.511" v="15" actId="47"/>
        <pc:sldMkLst>
          <pc:docMk/>
          <pc:sldMk cId="2446382234" sldId="319"/>
        </pc:sldMkLst>
      </pc:sldChg>
      <pc:sldChg chg="del">
        <pc:chgData name="Weifeng Xu" userId="e7aed605-a3dd-4d5a-a692-a87037af107b" providerId="ADAL" clId="{4DC338DC-19C7-41EB-B9B2-C1FF8A2AEED8}" dt="2021-03-06T01:16:02.572" v="22" actId="47"/>
        <pc:sldMkLst>
          <pc:docMk/>
          <pc:sldMk cId="3877897741" sldId="320"/>
        </pc:sldMkLst>
      </pc:sldChg>
      <pc:sldChg chg="del">
        <pc:chgData name="Weifeng Xu" userId="e7aed605-a3dd-4d5a-a692-a87037af107b" providerId="ADAL" clId="{4DC338DC-19C7-41EB-B9B2-C1FF8A2AEED8}" dt="2021-03-06T01:16:02.772" v="23" actId="47"/>
        <pc:sldMkLst>
          <pc:docMk/>
          <pc:sldMk cId="926804527" sldId="321"/>
        </pc:sldMkLst>
      </pc:sldChg>
      <pc:sldChg chg="add del">
        <pc:chgData name="Weifeng Xu" userId="e7aed605-a3dd-4d5a-a692-a87037af107b" providerId="ADAL" clId="{4DC338DC-19C7-41EB-B9B2-C1FF8A2AEED8}" dt="2021-03-06T01:16:10.808" v="26" actId="47"/>
        <pc:sldMkLst>
          <pc:docMk/>
          <pc:sldMk cId="3506800452" sldId="322"/>
        </pc:sldMkLst>
      </pc:sldChg>
      <pc:sldChg chg="addSp modSp new mod modClrScheme chgLayout modNotesTx">
        <pc:chgData name="Weifeng Xu" userId="e7aed605-a3dd-4d5a-a692-a87037af107b" providerId="ADAL" clId="{4DC338DC-19C7-41EB-B9B2-C1FF8A2AEED8}" dt="2021-03-06T15:11:17.157" v="45"/>
        <pc:sldMkLst>
          <pc:docMk/>
          <pc:sldMk cId="3192494774" sldId="330"/>
        </pc:sldMkLst>
      </pc:sldChg>
      <pc:sldChg chg="new del">
        <pc:chgData name="Weifeng Xu" userId="e7aed605-a3dd-4d5a-a692-a87037af107b" providerId="ADAL" clId="{4DC338DC-19C7-41EB-B9B2-C1FF8A2AEED8}" dt="2021-03-06T15:07:54.310" v="28" actId="680"/>
        <pc:sldMkLst>
          <pc:docMk/>
          <pc:sldMk cId="3204093995" sldId="330"/>
        </pc:sldMkLst>
      </pc:sldChg>
      <pc:sldChg chg="addSp delSp modSp new mod modClrScheme chgLayout modNotesTx">
        <pc:chgData name="Weifeng Xu" userId="e7aed605-a3dd-4d5a-a692-a87037af107b" providerId="ADAL" clId="{4DC338DC-19C7-41EB-B9B2-C1FF8A2AEED8}" dt="2021-03-06T15:23:18.494" v="68"/>
        <pc:sldMkLst>
          <pc:docMk/>
          <pc:sldMk cId="2786836983" sldId="331"/>
        </pc:sldMkLst>
      </pc:sldChg>
      <pc:sldChg chg="new del">
        <pc:chgData name="Weifeng Xu" userId="e7aed605-a3dd-4d5a-a692-a87037af107b" providerId="ADAL" clId="{4DC338DC-19C7-41EB-B9B2-C1FF8A2AEED8}" dt="2021-03-06T15:39:53.920" v="76" actId="47"/>
        <pc:sldMkLst>
          <pc:docMk/>
          <pc:sldMk cId="4264100167" sldId="332"/>
        </pc:sldMkLst>
      </pc:sldChg>
      <pc:sldChg chg="addSp modSp new mod">
        <pc:chgData name="Weifeng Xu" userId="e7aed605-a3dd-4d5a-a692-a87037af107b" providerId="ADAL" clId="{4DC338DC-19C7-41EB-B9B2-C1FF8A2AEED8}" dt="2021-03-06T15:24:59.767" v="75" actId="14100"/>
        <pc:sldMkLst>
          <pc:docMk/>
          <pc:sldMk cId="3230497500" sldId="333"/>
        </pc:sldMkLst>
      </pc:sldChg>
    </pc:docChg>
  </pc:docChgLst>
  <pc:docChgLst>
    <pc:chgData name="Harleen Kaur" userId="S::id65ns02@ubalt.edu::9f7fc1d6-ab67-473f-ba46-e98f6ce2049b" providerId="AD" clId="Web-{76DD6BC7-DDF2-7EB3-8CF7-58F8DE8F42BC}"/>
    <pc:docChg chg="addSld modSld">
      <pc:chgData name="Harleen Kaur" userId="S::id65ns02@ubalt.edu::9f7fc1d6-ab67-473f-ba46-e98f6ce2049b" providerId="AD" clId="Web-{76DD6BC7-DDF2-7EB3-8CF7-58F8DE8F42BC}" dt="2021-07-02T18:25:20.865" v="90" actId="20577"/>
      <pc:docMkLst>
        <pc:docMk/>
      </pc:docMkLst>
      <pc:sldChg chg="modSp new">
        <pc:chgData name="Harleen Kaur" userId="S::id65ns02@ubalt.edu::9f7fc1d6-ab67-473f-ba46-e98f6ce2049b" providerId="AD" clId="Web-{76DD6BC7-DDF2-7EB3-8CF7-58F8DE8F42BC}" dt="2021-07-02T18:25:20.865" v="90" actId="20577"/>
        <pc:sldMkLst>
          <pc:docMk/>
          <pc:sldMk cId="3831362944" sldId="414"/>
        </pc:sldMkLst>
      </pc:sldChg>
    </pc:docChg>
  </pc:docChgLst>
  <pc:docChgLst>
    <pc:chgData name="Weifeng Xu" userId="e7aed605-a3dd-4d5a-a692-a87037af107b" providerId="ADAL" clId="{9F114576-92CD-4C75-A1B7-B6A50F0196B5}"/>
    <pc:docChg chg="delSld">
      <pc:chgData name="Weifeng Xu" userId="e7aed605-a3dd-4d5a-a692-a87037af107b" providerId="ADAL" clId="{9F114576-92CD-4C75-A1B7-B6A50F0196B5}" dt="2021-03-20T15:48:05.591" v="41" actId="47"/>
      <pc:docMkLst>
        <pc:docMk/>
      </pc:docMkLst>
      <pc:sldChg chg="del">
        <pc:chgData name="Weifeng Xu" userId="e7aed605-a3dd-4d5a-a692-a87037af107b" providerId="ADAL" clId="{9F114576-92CD-4C75-A1B7-B6A50F0196B5}" dt="2021-03-20T15:48:05.050" v="39" actId="47"/>
        <pc:sldMkLst>
          <pc:docMk/>
          <pc:sldMk cId="3947350244" sldId="257"/>
        </pc:sldMkLst>
      </pc:sldChg>
      <pc:sldChg chg="del">
        <pc:chgData name="Weifeng Xu" userId="e7aed605-a3dd-4d5a-a692-a87037af107b" providerId="ADAL" clId="{9F114576-92CD-4C75-A1B7-B6A50F0196B5}" dt="2021-03-20T15:48:05.233" v="40" actId="47"/>
        <pc:sldMkLst>
          <pc:docMk/>
          <pc:sldMk cId="2813085997" sldId="258"/>
        </pc:sldMkLst>
      </pc:sldChg>
      <pc:sldChg chg="del">
        <pc:chgData name="Weifeng Xu" userId="e7aed605-a3dd-4d5a-a692-a87037af107b" providerId="ADAL" clId="{9F114576-92CD-4C75-A1B7-B6A50F0196B5}" dt="2021-03-20T15:48:05.591" v="41" actId="47"/>
        <pc:sldMkLst>
          <pc:docMk/>
          <pc:sldMk cId="2717797818" sldId="259"/>
        </pc:sldMkLst>
      </pc:sldChg>
      <pc:sldChg chg="del">
        <pc:chgData name="Weifeng Xu" userId="e7aed605-a3dd-4d5a-a692-a87037af107b" providerId="ADAL" clId="{9F114576-92CD-4C75-A1B7-B6A50F0196B5}" dt="2021-03-20T15:47:55.592" v="10" actId="47"/>
        <pc:sldMkLst>
          <pc:docMk/>
          <pc:sldMk cId="1329348953" sldId="262"/>
        </pc:sldMkLst>
      </pc:sldChg>
      <pc:sldChg chg="del">
        <pc:chgData name="Weifeng Xu" userId="e7aed605-a3dd-4d5a-a692-a87037af107b" providerId="ADAL" clId="{9F114576-92CD-4C75-A1B7-B6A50F0196B5}" dt="2021-03-20T15:47:56.523" v="14" actId="47"/>
        <pc:sldMkLst>
          <pc:docMk/>
          <pc:sldMk cId="2002273286" sldId="263"/>
        </pc:sldMkLst>
      </pc:sldChg>
      <pc:sldChg chg="del">
        <pc:chgData name="Weifeng Xu" userId="e7aed605-a3dd-4d5a-a692-a87037af107b" providerId="ADAL" clId="{9F114576-92CD-4C75-A1B7-B6A50F0196B5}" dt="2021-03-20T15:48:00.025" v="34" actId="47"/>
        <pc:sldMkLst>
          <pc:docMk/>
          <pc:sldMk cId="1282228560" sldId="264"/>
        </pc:sldMkLst>
      </pc:sldChg>
      <pc:sldChg chg="del">
        <pc:chgData name="Weifeng Xu" userId="e7aed605-a3dd-4d5a-a692-a87037af107b" providerId="ADAL" clId="{9F114576-92CD-4C75-A1B7-B6A50F0196B5}" dt="2021-03-20T15:47:56.158" v="12" actId="47"/>
        <pc:sldMkLst>
          <pc:docMk/>
          <pc:sldMk cId="1966411301" sldId="265"/>
        </pc:sldMkLst>
      </pc:sldChg>
      <pc:sldChg chg="del">
        <pc:chgData name="Weifeng Xu" userId="e7aed605-a3dd-4d5a-a692-a87037af107b" providerId="ADAL" clId="{9F114576-92CD-4C75-A1B7-B6A50F0196B5}" dt="2021-03-20T15:47:52.672" v="3" actId="47"/>
        <pc:sldMkLst>
          <pc:docMk/>
          <pc:sldMk cId="3968060583" sldId="266"/>
        </pc:sldMkLst>
      </pc:sldChg>
      <pc:sldChg chg="del">
        <pc:chgData name="Weifeng Xu" userId="e7aed605-a3dd-4d5a-a692-a87037af107b" providerId="ADAL" clId="{9F114576-92CD-4C75-A1B7-B6A50F0196B5}" dt="2021-03-20T15:47:51.746" v="1" actId="47"/>
        <pc:sldMkLst>
          <pc:docMk/>
          <pc:sldMk cId="957453442" sldId="267"/>
        </pc:sldMkLst>
      </pc:sldChg>
      <pc:sldChg chg="del">
        <pc:chgData name="Weifeng Xu" userId="e7aed605-a3dd-4d5a-a692-a87037af107b" providerId="ADAL" clId="{9F114576-92CD-4C75-A1B7-B6A50F0196B5}" dt="2021-03-20T15:47:51.351" v="0" actId="47"/>
        <pc:sldMkLst>
          <pc:docMk/>
          <pc:sldMk cId="877308037" sldId="268"/>
        </pc:sldMkLst>
      </pc:sldChg>
      <pc:sldChg chg="del">
        <pc:chgData name="Weifeng Xu" userId="e7aed605-a3dd-4d5a-a692-a87037af107b" providerId="ADAL" clId="{9F114576-92CD-4C75-A1B7-B6A50F0196B5}" dt="2021-03-20T15:47:56.987" v="17" actId="47"/>
        <pc:sldMkLst>
          <pc:docMk/>
          <pc:sldMk cId="1144033824" sldId="269"/>
        </pc:sldMkLst>
      </pc:sldChg>
      <pc:sldChg chg="del">
        <pc:chgData name="Weifeng Xu" userId="e7aed605-a3dd-4d5a-a692-a87037af107b" providerId="ADAL" clId="{9F114576-92CD-4C75-A1B7-B6A50F0196B5}" dt="2021-03-20T15:47:57.187" v="18" actId="47"/>
        <pc:sldMkLst>
          <pc:docMk/>
          <pc:sldMk cId="893191663" sldId="270"/>
        </pc:sldMkLst>
      </pc:sldChg>
      <pc:sldChg chg="del">
        <pc:chgData name="Weifeng Xu" userId="e7aed605-a3dd-4d5a-a692-a87037af107b" providerId="ADAL" clId="{9F114576-92CD-4C75-A1B7-B6A50F0196B5}" dt="2021-03-20T15:47:56.841" v="16" actId="47"/>
        <pc:sldMkLst>
          <pc:docMk/>
          <pc:sldMk cId="3206008134" sldId="271"/>
        </pc:sldMkLst>
      </pc:sldChg>
      <pc:sldChg chg="del">
        <pc:chgData name="Weifeng Xu" userId="e7aed605-a3dd-4d5a-a692-a87037af107b" providerId="ADAL" clId="{9F114576-92CD-4C75-A1B7-B6A50F0196B5}" dt="2021-03-20T15:48:00.202" v="35" actId="47"/>
        <pc:sldMkLst>
          <pc:docMk/>
          <pc:sldMk cId="2993734160" sldId="272"/>
        </pc:sldMkLst>
      </pc:sldChg>
      <pc:sldChg chg="del">
        <pc:chgData name="Weifeng Xu" userId="e7aed605-a3dd-4d5a-a692-a87037af107b" providerId="ADAL" clId="{9F114576-92CD-4C75-A1B7-B6A50F0196B5}" dt="2021-03-20T15:47:51.933" v="2" actId="47"/>
        <pc:sldMkLst>
          <pc:docMk/>
          <pc:sldMk cId="774738833" sldId="275"/>
        </pc:sldMkLst>
      </pc:sldChg>
      <pc:sldChg chg="del">
        <pc:chgData name="Weifeng Xu" userId="e7aed605-a3dd-4d5a-a692-a87037af107b" providerId="ADAL" clId="{9F114576-92CD-4C75-A1B7-B6A50F0196B5}" dt="2021-03-20T15:47:56.373" v="13" actId="47"/>
        <pc:sldMkLst>
          <pc:docMk/>
          <pc:sldMk cId="124320607" sldId="276"/>
        </pc:sldMkLst>
      </pc:sldChg>
      <pc:sldChg chg="del">
        <pc:chgData name="Weifeng Xu" userId="e7aed605-a3dd-4d5a-a692-a87037af107b" providerId="ADAL" clId="{9F114576-92CD-4C75-A1B7-B6A50F0196B5}" dt="2021-03-20T15:47:53.922" v="4" actId="47"/>
        <pc:sldMkLst>
          <pc:docMk/>
          <pc:sldMk cId="347589165" sldId="277"/>
        </pc:sldMkLst>
      </pc:sldChg>
      <pc:sldChg chg="del">
        <pc:chgData name="Weifeng Xu" userId="e7aed605-a3dd-4d5a-a692-a87037af107b" providerId="ADAL" clId="{9F114576-92CD-4C75-A1B7-B6A50F0196B5}" dt="2021-03-20T15:47:56.671" v="15" actId="47"/>
        <pc:sldMkLst>
          <pc:docMk/>
          <pc:sldMk cId="3924497350" sldId="278"/>
        </pc:sldMkLst>
      </pc:sldChg>
      <pc:sldChg chg="del">
        <pc:chgData name="Weifeng Xu" userId="e7aed605-a3dd-4d5a-a692-a87037af107b" providerId="ADAL" clId="{9F114576-92CD-4C75-A1B7-B6A50F0196B5}" dt="2021-03-20T15:47:55.790" v="11" actId="47"/>
        <pc:sldMkLst>
          <pc:docMk/>
          <pc:sldMk cId="128099297" sldId="279"/>
        </pc:sldMkLst>
      </pc:sldChg>
      <pc:sldChg chg="del">
        <pc:chgData name="Weifeng Xu" userId="e7aed605-a3dd-4d5a-a692-a87037af107b" providerId="ADAL" clId="{9F114576-92CD-4C75-A1B7-B6A50F0196B5}" dt="2021-03-20T15:47:57.357" v="19" actId="47"/>
        <pc:sldMkLst>
          <pc:docMk/>
          <pc:sldMk cId="3275461220" sldId="280"/>
        </pc:sldMkLst>
      </pc:sldChg>
      <pc:sldChg chg="del">
        <pc:chgData name="Weifeng Xu" userId="e7aed605-a3dd-4d5a-a692-a87037af107b" providerId="ADAL" clId="{9F114576-92CD-4C75-A1B7-B6A50F0196B5}" dt="2021-03-20T15:47:59.674" v="32" actId="47"/>
        <pc:sldMkLst>
          <pc:docMk/>
          <pc:sldMk cId="2231598685" sldId="281"/>
        </pc:sldMkLst>
      </pc:sldChg>
      <pc:sldChg chg="del">
        <pc:chgData name="Weifeng Xu" userId="e7aed605-a3dd-4d5a-a692-a87037af107b" providerId="ADAL" clId="{9F114576-92CD-4C75-A1B7-B6A50F0196B5}" dt="2021-03-20T15:47:59.849" v="33" actId="47"/>
        <pc:sldMkLst>
          <pc:docMk/>
          <pc:sldMk cId="3211939551" sldId="282"/>
        </pc:sldMkLst>
      </pc:sldChg>
      <pc:sldChg chg="del">
        <pc:chgData name="Weifeng Xu" userId="e7aed605-a3dd-4d5a-a692-a87037af107b" providerId="ADAL" clId="{9F114576-92CD-4C75-A1B7-B6A50F0196B5}" dt="2021-03-20T15:48:00.359" v="36" actId="47"/>
        <pc:sldMkLst>
          <pc:docMk/>
          <pc:sldMk cId="3850375873" sldId="284"/>
        </pc:sldMkLst>
      </pc:sldChg>
      <pc:sldChg chg="del">
        <pc:chgData name="Weifeng Xu" userId="e7aed605-a3dd-4d5a-a692-a87037af107b" providerId="ADAL" clId="{9F114576-92CD-4C75-A1B7-B6A50F0196B5}" dt="2021-03-20T15:48:00.744" v="38" actId="47"/>
        <pc:sldMkLst>
          <pc:docMk/>
          <pc:sldMk cId="2575615686" sldId="285"/>
        </pc:sldMkLst>
      </pc:sldChg>
      <pc:sldChg chg="del">
        <pc:chgData name="Weifeng Xu" userId="e7aed605-a3dd-4d5a-a692-a87037af107b" providerId="ADAL" clId="{9F114576-92CD-4C75-A1B7-B6A50F0196B5}" dt="2021-03-20T15:48:00.502" v="37" actId="47"/>
        <pc:sldMkLst>
          <pc:docMk/>
          <pc:sldMk cId="218088864" sldId="286"/>
        </pc:sldMkLst>
      </pc:sldChg>
      <pc:sldChg chg="del">
        <pc:chgData name="Weifeng Xu" userId="e7aed605-a3dd-4d5a-a692-a87037af107b" providerId="ADAL" clId="{9F114576-92CD-4C75-A1B7-B6A50F0196B5}" dt="2021-03-20T15:47:54.148" v="5" actId="47"/>
        <pc:sldMkLst>
          <pc:docMk/>
          <pc:sldMk cId="124034966" sldId="288"/>
        </pc:sldMkLst>
      </pc:sldChg>
      <pc:sldChg chg="del">
        <pc:chgData name="Weifeng Xu" userId="e7aed605-a3dd-4d5a-a692-a87037af107b" providerId="ADAL" clId="{9F114576-92CD-4C75-A1B7-B6A50F0196B5}" dt="2021-03-20T15:47:54.411" v="6" actId="47"/>
        <pc:sldMkLst>
          <pc:docMk/>
          <pc:sldMk cId="2798164321" sldId="289"/>
        </pc:sldMkLst>
      </pc:sldChg>
      <pc:sldChg chg="del">
        <pc:chgData name="Weifeng Xu" userId="e7aed605-a3dd-4d5a-a692-a87037af107b" providerId="ADAL" clId="{9F114576-92CD-4C75-A1B7-B6A50F0196B5}" dt="2021-03-20T15:47:55.046" v="7" actId="47"/>
        <pc:sldMkLst>
          <pc:docMk/>
          <pc:sldMk cId="3471470978" sldId="290"/>
        </pc:sldMkLst>
      </pc:sldChg>
      <pc:sldChg chg="del">
        <pc:chgData name="Weifeng Xu" userId="e7aed605-a3dd-4d5a-a692-a87037af107b" providerId="ADAL" clId="{9F114576-92CD-4C75-A1B7-B6A50F0196B5}" dt="2021-03-20T15:47:55.241" v="8" actId="47"/>
        <pc:sldMkLst>
          <pc:docMk/>
          <pc:sldMk cId="1201682434" sldId="291"/>
        </pc:sldMkLst>
      </pc:sldChg>
      <pc:sldChg chg="del">
        <pc:chgData name="Weifeng Xu" userId="e7aed605-a3dd-4d5a-a692-a87037af107b" providerId="ADAL" clId="{9F114576-92CD-4C75-A1B7-B6A50F0196B5}" dt="2021-03-20T15:47:55.422" v="9" actId="47"/>
        <pc:sldMkLst>
          <pc:docMk/>
          <pc:sldMk cId="565478715" sldId="293"/>
        </pc:sldMkLst>
      </pc:sldChg>
      <pc:sldChg chg="del">
        <pc:chgData name="Weifeng Xu" userId="e7aed605-a3dd-4d5a-a692-a87037af107b" providerId="ADAL" clId="{9F114576-92CD-4C75-A1B7-B6A50F0196B5}" dt="2021-03-20T15:47:57.926" v="22" actId="47"/>
        <pc:sldMkLst>
          <pc:docMk/>
          <pc:sldMk cId="487606806" sldId="294"/>
        </pc:sldMkLst>
      </pc:sldChg>
      <pc:sldChg chg="del">
        <pc:chgData name="Weifeng Xu" userId="e7aed605-a3dd-4d5a-a692-a87037af107b" providerId="ADAL" clId="{9F114576-92CD-4C75-A1B7-B6A50F0196B5}" dt="2021-03-20T15:47:57.512" v="20" actId="47"/>
        <pc:sldMkLst>
          <pc:docMk/>
          <pc:sldMk cId="3440924285" sldId="295"/>
        </pc:sldMkLst>
      </pc:sldChg>
      <pc:sldChg chg="del">
        <pc:chgData name="Weifeng Xu" userId="e7aed605-a3dd-4d5a-a692-a87037af107b" providerId="ADAL" clId="{9F114576-92CD-4C75-A1B7-B6A50F0196B5}" dt="2021-03-20T15:47:57.707" v="21" actId="47"/>
        <pc:sldMkLst>
          <pc:docMk/>
          <pc:sldMk cId="1494604329" sldId="296"/>
        </pc:sldMkLst>
      </pc:sldChg>
      <pc:sldChg chg="del">
        <pc:chgData name="Weifeng Xu" userId="e7aed605-a3dd-4d5a-a692-a87037af107b" providerId="ADAL" clId="{9F114576-92CD-4C75-A1B7-B6A50F0196B5}" dt="2021-03-20T15:47:58.125" v="23" actId="47"/>
        <pc:sldMkLst>
          <pc:docMk/>
          <pc:sldMk cId="3270382550" sldId="297"/>
        </pc:sldMkLst>
      </pc:sldChg>
      <pc:sldChg chg="del">
        <pc:chgData name="Weifeng Xu" userId="e7aed605-a3dd-4d5a-a692-a87037af107b" providerId="ADAL" clId="{9F114576-92CD-4C75-A1B7-B6A50F0196B5}" dt="2021-03-20T15:47:58.275" v="24" actId="47"/>
        <pc:sldMkLst>
          <pc:docMk/>
          <pc:sldMk cId="790591655" sldId="298"/>
        </pc:sldMkLst>
      </pc:sldChg>
      <pc:sldChg chg="del">
        <pc:chgData name="Weifeng Xu" userId="e7aed605-a3dd-4d5a-a692-a87037af107b" providerId="ADAL" clId="{9F114576-92CD-4C75-A1B7-B6A50F0196B5}" dt="2021-03-20T15:47:58.455" v="25" actId="47"/>
        <pc:sldMkLst>
          <pc:docMk/>
          <pc:sldMk cId="21390998" sldId="299"/>
        </pc:sldMkLst>
      </pc:sldChg>
      <pc:sldChg chg="del">
        <pc:chgData name="Weifeng Xu" userId="e7aed605-a3dd-4d5a-a692-a87037af107b" providerId="ADAL" clId="{9F114576-92CD-4C75-A1B7-B6A50F0196B5}" dt="2021-03-20T15:47:58.651" v="26" actId="47"/>
        <pc:sldMkLst>
          <pc:docMk/>
          <pc:sldMk cId="1138979085" sldId="300"/>
        </pc:sldMkLst>
      </pc:sldChg>
      <pc:sldChg chg="del">
        <pc:chgData name="Weifeng Xu" userId="e7aed605-a3dd-4d5a-a692-a87037af107b" providerId="ADAL" clId="{9F114576-92CD-4C75-A1B7-B6A50F0196B5}" dt="2021-03-20T15:47:58.867" v="27" actId="47"/>
        <pc:sldMkLst>
          <pc:docMk/>
          <pc:sldMk cId="2250649236" sldId="301"/>
        </pc:sldMkLst>
      </pc:sldChg>
      <pc:sldChg chg="del">
        <pc:chgData name="Weifeng Xu" userId="e7aed605-a3dd-4d5a-a692-a87037af107b" providerId="ADAL" clId="{9F114576-92CD-4C75-A1B7-B6A50F0196B5}" dt="2021-03-20T15:47:59.046" v="28" actId="47"/>
        <pc:sldMkLst>
          <pc:docMk/>
          <pc:sldMk cId="3209152045" sldId="302"/>
        </pc:sldMkLst>
      </pc:sldChg>
      <pc:sldChg chg="del">
        <pc:chgData name="Weifeng Xu" userId="e7aed605-a3dd-4d5a-a692-a87037af107b" providerId="ADAL" clId="{9F114576-92CD-4C75-A1B7-B6A50F0196B5}" dt="2021-03-20T15:47:59.198" v="29" actId="47"/>
        <pc:sldMkLst>
          <pc:docMk/>
          <pc:sldMk cId="3439482671" sldId="303"/>
        </pc:sldMkLst>
      </pc:sldChg>
      <pc:sldChg chg="del">
        <pc:chgData name="Weifeng Xu" userId="e7aed605-a3dd-4d5a-a692-a87037af107b" providerId="ADAL" clId="{9F114576-92CD-4C75-A1B7-B6A50F0196B5}" dt="2021-03-20T15:47:59.328" v="30" actId="47"/>
        <pc:sldMkLst>
          <pc:docMk/>
          <pc:sldMk cId="1193768337" sldId="304"/>
        </pc:sldMkLst>
      </pc:sldChg>
      <pc:sldChg chg="del">
        <pc:chgData name="Weifeng Xu" userId="e7aed605-a3dd-4d5a-a692-a87037af107b" providerId="ADAL" clId="{9F114576-92CD-4C75-A1B7-B6A50F0196B5}" dt="2021-03-20T15:47:59.480" v="31" actId="47"/>
        <pc:sldMkLst>
          <pc:docMk/>
          <pc:sldMk cId="64038938" sldId="306"/>
        </pc:sldMkLst>
      </pc:sldChg>
    </pc:docChg>
  </pc:docChgLst>
  <pc:docChgLst>
    <pc:chgData name="Harleen Kaur" userId="S::id65ns02@ubalt.edu::9f7fc1d6-ab67-473f-ba46-e98f6ce2049b" providerId="AD" clId="Web-{55F6C754-DE50-7232-E896-F3232CB65FE8}"/>
    <pc:docChg chg="addSld delSld modSld">
      <pc:chgData name="Harleen Kaur" userId="S::id65ns02@ubalt.edu::9f7fc1d6-ab67-473f-ba46-e98f6ce2049b" providerId="AD" clId="Web-{55F6C754-DE50-7232-E896-F3232CB65FE8}" dt="2021-06-19T20:45:01.759" v="620" actId="20577"/>
      <pc:docMkLst>
        <pc:docMk/>
      </pc:docMkLst>
      <pc:sldChg chg="modSp">
        <pc:chgData name="Harleen Kaur" userId="S::id65ns02@ubalt.edu::9f7fc1d6-ab67-473f-ba46-e98f6ce2049b" providerId="AD" clId="Web-{55F6C754-DE50-7232-E896-F3232CB65FE8}" dt="2021-06-19T20:11:21.626" v="33" actId="20577"/>
        <pc:sldMkLst>
          <pc:docMk/>
          <pc:sldMk cId="239878079" sldId="258"/>
        </pc:sldMkLst>
      </pc:sldChg>
      <pc:sldChg chg="modSp new">
        <pc:chgData name="Harleen Kaur" userId="S::id65ns02@ubalt.edu::9f7fc1d6-ab67-473f-ba46-e98f6ce2049b" providerId="AD" clId="Web-{55F6C754-DE50-7232-E896-F3232CB65FE8}" dt="2021-06-19T20:12:01.971" v="53" actId="20577"/>
        <pc:sldMkLst>
          <pc:docMk/>
          <pc:sldMk cId="2119920008" sldId="347"/>
        </pc:sldMkLst>
      </pc:sldChg>
      <pc:sldChg chg="addSp delSp modSp new mod setBg">
        <pc:chgData name="Harleen Kaur" userId="S::id65ns02@ubalt.edu::9f7fc1d6-ab67-473f-ba46-e98f6ce2049b" providerId="AD" clId="Web-{55F6C754-DE50-7232-E896-F3232CB65FE8}" dt="2021-06-19T20:14:08.131" v="96" actId="14100"/>
        <pc:sldMkLst>
          <pc:docMk/>
          <pc:sldMk cId="1544669389" sldId="348"/>
        </pc:sldMkLst>
      </pc:sldChg>
      <pc:sldChg chg="addSp delSp modSp new">
        <pc:chgData name="Harleen Kaur" userId="S::id65ns02@ubalt.edu::9f7fc1d6-ab67-473f-ba46-e98f6ce2049b" providerId="AD" clId="Web-{55F6C754-DE50-7232-E896-F3232CB65FE8}" dt="2021-06-19T20:16:48.260" v="137" actId="14100"/>
        <pc:sldMkLst>
          <pc:docMk/>
          <pc:sldMk cId="4183142448" sldId="349"/>
        </pc:sldMkLst>
      </pc:sldChg>
      <pc:sldChg chg="addSp delSp modSp new mod setBg">
        <pc:chgData name="Harleen Kaur" userId="S::id65ns02@ubalt.edu::9f7fc1d6-ab67-473f-ba46-e98f6ce2049b" providerId="AD" clId="Web-{55F6C754-DE50-7232-E896-F3232CB65FE8}" dt="2021-06-19T20:18:38.404" v="167" actId="20577"/>
        <pc:sldMkLst>
          <pc:docMk/>
          <pc:sldMk cId="4065896590" sldId="350"/>
        </pc:sldMkLst>
      </pc:sldChg>
      <pc:sldChg chg="modSp new">
        <pc:chgData name="Harleen Kaur" userId="S::id65ns02@ubalt.edu::9f7fc1d6-ab67-473f-ba46-e98f6ce2049b" providerId="AD" clId="Web-{55F6C754-DE50-7232-E896-F3232CB65FE8}" dt="2021-06-19T20:19:01.592" v="177" actId="20577"/>
        <pc:sldMkLst>
          <pc:docMk/>
          <pc:sldMk cId="2698244104" sldId="351"/>
        </pc:sldMkLst>
      </pc:sldChg>
      <pc:sldChg chg="modSp new">
        <pc:chgData name="Harleen Kaur" userId="S::id65ns02@ubalt.edu::9f7fc1d6-ab67-473f-ba46-e98f6ce2049b" providerId="AD" clId="Web-{55F6C754-DE50-7232-E896-F3232CB65FE8}" dt="2021-06-19T20:19:32.515" v="195" actId="20577"/>
        <pc:sldMkLst>
          <pc:docMk/>
          <pc:sldMk cId="3408609546" sldId="352"/>
        </pc:sldMkLst>
      </pc:sldChg>
      <pc:sldChg chg="addSp delSp modSp new mod setBg">
        <pc:chgData name="Harleen Kaur" userId="S::id65ns02@ubalt.edu::9f7fc1d6-ab67-473f-ba46-e98f6ce2049b" providerId="AD" clId="Web-{55F6C754-DE50-7232-E896-F3232CB65FE8}" dt="2021-06-19T20:21:06.001" v="221" actId="1076"/>
        <pc:sldMkLst>
          <pc:docMk/>
          <pc:sldMk cId="3550158572" sldId="353"/>
        </pc:sldMkLst>
      </pc:sldChg>
      <pc:sldChg chg="addSp delSp modSp new">
        <pc:chgData name="Harleen Kaur" userId="S::id65ns02@ubalt.edu::9f7fc1d6-ab67-473f-ba46-e98f6ce2049b" providerId="AD" clId="Web-{55F6C754-DE50-7232-E896-F3232CB65FE8}" dt="2021-06-19T20:22:08.628" v="241" actId="20577"/>
        <pc:sldMkLst>
          <pc:docMk/>
          <pc:sldMk cId="1487878612" sldId="354"/>
        </pc:sldMkLst>
      </pc:sldChg>
      <pc:sldChg chg="addSp delSp modSp new mod setBg">
        <pc:chgData name="Harleen Kaur" userId="S::id65ns02@ubalt.edu::9f7fc1d6-ab67-473f-ba46-e98f6ce2049b" providerId="AD" clId="Web-{55F6C754-DE50-7232-E896-F3232CB65FE8}" dt="2021-06-19T20:23:41.131" v="278" actId="20577"/>
        <pc:sldMkLst>
          <pc:docMk/>
          <pc:sldMk cId="1765136060" sldId="355"/>
        </pc:sldMkLst>
      </pc:sldChg>
      <pc:sldChg chg="addSp delSp modSp new mod setBg setClrOvrMap">
        <pc:chgData name="Harleen Kaur" userId="S::id65ns02@ubalt.edu::9f7fc1d6-ab67-473f-ba46-e98f6ce2049b" providerId="AD" clId="Web-{55F6C754-DE50-7232-E896-F3232CB65FE8}" dt="2021-06-19T20:25:42.181" v="292"/>
        <pc:sldMkLst>
          <pc:docMk/>
          <pc:sldMk cId="3157762318" sldId="356"/>
        </pc:sldMkLst>
      </pc:sldChg>
      <pc:sldChg chg="addSp delSp modSp new">
        <pc:chgData name="Harleen Kaur" userId="S::id65ns02@ubalt.edu::9f7fc1d6-ab67-473f-ba46-e98f6ce2049b" providerId="AD" clId="Web-{55F6C754-DE50-7232-E896-F3232CB65FE8}" dt="2021-06-19T20:29:30.609" v="317" actId="1076"/>
        <pc:sldMkLst>
          <pc:docMk/>
          <pc:sldMk cId="2358562964" sldId="357"/>
        </pc:sldMkLst>
      </pc:sldChg>
      <pc:sldChg chg="addSp delSp modSp new">
        <pc:chgData name="Harleen Kaur" userId="S::id65ns02@ubalt.edu::9f7fc1d6-ab67-473f-ba46-e98f6ce2049b" providerId="AD" clId="Web-{55F6C754-DE50-7232-E896-F3232CB65FE8}" dt="2021-06-19T20:32:16.832" v="342" actId="1076"/>
        <pc:sldMkLst>
          <pc:docMk/>
          <pc:sldMk cId="2410761944" sldId="358"/>
        </pc:sldMkLst>
      </pc:sldChg>
      <pc:sldChg chg="addSp delSp modSp new">
        <pc:chgData name="Harleen Kaur" userId="S::id65ns02@ubalt.edu::9f7fc1d6-ab67-473f-ba46-e98f6ce2049b" providerId="AD" clId="Web-{55F6C754-DE50-7232-E896-F3232CB65FE8}" dt="2021-06-19T20:34:02.226" v="360" actId="14100"/>
        <pc:sldMkLst>
          <pc:docMk/>
          <pc:sldMk cId="2274693630" sldId="359"/>
        </pc:sldMkLst>
      </pc:sldChg>
      <pc:sldChg chg="addSp delSp modSp new">
        <pc:chgData name="Harleen Kaur" userId="S::id65ns02@ubalt.edu::9f7fc1d6-ab67-473f-ba46-e98f6ce2049b" providerId="AD" clId="Web-{55F6C754-DE50-7232-E896-F3232CB65FE8}" dt="2021-06-19T20:35:34.181" v="390" actId="14100"/>
        <pc:sldMkLst>
          <pc:docMk/>
          <pc:sldMk cId="3941886475" sldId="360"/>
        </pc:sldMkLst>
      </pc:sldChg>
      <pc:sldChg chg="modSp new del">
        <pc:chgData name="Harleen Kaur" userId="S::id65ns02@ubalt.edu::9f7fc1d6-ab67-473f-ba46-e98f6ce2049b" providerId="AD" clId="Web-{55F6C754-DE50-7232-E896-F3232CB65FE8}" dt="2021-06-19T20:36:58.137" v="424"/>
        <pc:sldMkLst>
          <pc:docMk/>
          <pc:sldMk cId="561032410" sldId="361"/>
        </pc:sldMkLst>
      </pc:sldChg>
      <pc:sldChg chg="addSp delSp modSp new">
        <pc:chgData name="Harleen Kaur" userId="S::id65ns02@ubalt.edu::9f7fc1d6-ab67-473f-ba46-e98f6ce2049b" providerId="AD" clId="Web-{55F6C754-DE50-7232-E896-F3232CB65FE8}" dt="2021-06-19T20:37:57.341" v="449" actId="20577"/>
        <pc:sldMkLst>
          <pc:docMk/>
          <pc:sldMk cId="2020629071" sldId="362"/>
        </pc:sldMkLst>
      </pc:sldChg>
      <pc:sldChg chg="addSp delSp modSp new">
        <pc:chgData name="Harleen Kaur" userId="S::id65ns02@ubalt.edu::9f7fc1d6-ab67-473f-ba46-e98f6ce2049b" providerId="AD" clId="Web-{55F6C754-DE50-7232-E896-F3232CB65FE8}" dt="2021-06-19T20:39:35.157" v="473" actId="1076"/>
        <pc:sldMkLst>
          <pc:docMk/>
          <pc:sldMk cId="4098661029" sldId="363"/>
        </pc:sldMkLst>
      </pc:sldChg>
      <pc:sldChg chg="addSp delSp modSp new mod setBg">
        <pc:chgData name="Harleen Kaur" userId="S::id65ns02@ubalt.edu::9f7fc1d6-ab67-473f-ba46-e98f6ce2049b" providerId="AD" clId="Web-{55F6C754-DE50-7232-E896-F3232CB65FE8}" dt="2021-06-19T20:41:47.754" v="523"/>
        <pc:sldMkLst>
          <pc:docMk/>
          <pc:sldMk cId="2934714722" sldId="364"/>
        </pc:sldMkLst>
      </pc:sldChg>
      <pc:sldChg chg="addSp delSp modSp new mod setBg">
        <pc:chgData name="Harleen Kaur" userId="S::id65ns02@ubalt.edu::9f7fc1d6-ab67-473f-ba46-e98f6ce2049b" providerId="AD" clId="Web-{55F6C754-DE50-7232-E896-F3232CB65FE8}" dt="2021-06-19T20:41:44.363" v="522"/>
        <pc:sldMkLst>
          <pc:docMk/>
          <pc:sldMk cId="2424500802" sldId="365"/>
        </pc:sldMkLst>
      </pc:sldChg>
      <pc:sldChg chg="modSp new">
        <pc:chgData name="Harleen Kaur" userId="S::id65ns02@ubalt.edu::9f7fc1d6-ab67-473f-ba46-e98f6ce2049b" providerId="AD" clId="Web-{55F6C754-DE50-7232-E896-F3232CB65FE8}" dt="2021-06-19T20:42:06.989" v="532" actId="20577"/>
        <pc:sldMkLst>
          <pc:docMk/>
          <pc:sldMk cId="1393786381" sldId="366"/>
        </pc:sldMkLst>
      </pc:sldChg>
      <pc:sldChg chg="modSp new">
        <pc:chgData name="Harleen Kaur" userId="S::id65ns02@ubalt.edu::9f7fc1d6-ab67-473f-ba46-e98f6ce2049b" providerId="AD" clId="Web-{55F6C754-DE50-7232-E896-F3232CB65FE8}" dt="2021-06-19T20:42:34.646" v="547" actId="20577"/>
        <pc:sldMkLst>
          <pc:docMk/>
          <pc:sldMk cId="1170663561" sldId="367"/>
        </pc:sldMkLst>
      </pc:sldChg>
      <pc:sldChg chg="addSp delSp modSp new">
        <pc:chgData name="Harleen Kaur" userId="S::id65ns02@ubalt.edu::9f7fc1d6-ab67-473f-ba46-e98f6ce2049b" providerId="AD" clId="Web-{55F6C754-DE50-7232-E896-F3232CB65FE8}" dt="2021-06-19T20:43:20.131" v="585" actId="14100"/>
        <pc:sldMkLst>
          <pc:docMk/>
          <pc:sldMk cId="124931539" sldId="368"/>
        </pc:sldMkLst>
      </pc:sldChg>
      <pc:sldChg chg="addSp delSp modSp new">
        <pc:chgData name="Harleen Kaur" userId="S::id65ns02@ubalt.edu::9f7fc1d6-ab67-473f-ba46-e98f6ce2049b" providerId="AD" clId="Web-{55F6C754-DE50-7232-E896-F3232CB65FE8}" dt="2021-06-19T20:44:22.617" v="608" actId="20577"/>
        <pc:sldMkLst>
          <pc:docMk/>
          <pc:sldMk cId="730993558" sldId="369"/>
        </pc:sldMkLst>
      </pc:sldChg>
      <pc:sldChg chg="modSp new">
        <pc:chgData name="Harleen Kaur" userId="S::id65ns02@ubalt.edu::9f7fc1d6-ab67-473f-ba46-e98f6ce2049b" providerId="AD" clId="Web-{55F6C754-DE50-7232-E896-F3232CB65FE8}" dt="2021-06-19T20:45:01.759" v="620" actId="20577"/>
        <pc:sldMkLst>
          <pc:docMk/>
          <pc:sldMk cId="618983" sldId="370"/>
        </pc:sldMkLst>
      </pc:sldChg>
      <pc:sldChg chg="new del">
        <pc:chgData name="Harleen Kaur" userId="S::id65ns02@ubalt.edu::9f7fc1d6-ab67-473f-ba46-e98f6ce2049b" providerId="AD" clId="Web-{55F6C754-DE50-7232-E896-F3232CB65FE8}" dt="2021-06-19T20:44:49.134" v="617"/>
        <pc:sldMkLst>
          <pc:docMk/>
          <pc:sldMk cId="330160796" sldId="371"/>
        </pc:sldMkLst>
      </pc:sldChg>
    </pc:docChg>
  </pc:docChgLst>
  <pc:docChgLst>
    <pc:chgData name="Harleen Kaur" userId="S::id65ns02@ubalt.edu::9f7fc1d6-ab67-473f-ba46-e98f6ce2049b" providerId="AD" clId="Web-{45D98E61-C80D-F01F-F51B-B0AA2E33AA6B}"/>
    <pc:docChg chg="addSld delSld modSld">
      <pc:chgData name="Harleen Kaur" userId="S::id65ns02@ubalt.edu::9f7fc1d6-ab67-473f-ba46-e98f6ce2049b" providerId="AD" clId="Web-{45D98E61-C80D-F01F-F51B-B0AA2E33AA6B}" dt="2021-06-24T21:18:55.394" v="1169" actId="20577"/>
      <pc:docMkLst>
        <pc:docMk/>
      </pc:docMkLst>
      <pc:sldChg chg="del">
        <pc:chgData name="Harleen Kaur" userId="S::id65ns02@ubalt.edu::9f7fc1d6-ab67-473f-ba46-e98f6ce2049b" providerId="AD" clId="Web-{45D98E61-C80D-F01F-F51B-B0AA2E33AA6B}" dt="2021-06-24T17:13:38.343" v="257"/>
        <pc:sldMkLst>
          <pc:docMk/>
          <pc:sldMk cId="239878079" sldId="258"/>
        </pc:sldMkLst>
      </pc:sldChg>
      <pc:sldChg chg="addSp delSp modSp del">
        <pc:chgData name="Harleen Kaur" userId="S::id65ns02@ubalt.edu::9f7fc1d6-ab67-473f-ba46-e98f6ce2049b" providerId="AD" clId="Web-{45D98E61-C80D-F01F-F51B-B0AA2E33AA6B}" dt="2021-06-24T17:30:57.605" v="351"/>
        <pc:sldMkLst>
          <pc:docMk/>
          <pc:sldMk cId="2119920008" sldId="347"/>
        </pc:sldMkLst>
      </pc:sldChg>
      <pc:sldChg chg="modSp del">
        <pc:chgData name="Harleen Kaur" userId="S::id65ns02@ubalt.edu::9f7fc1d6-ab67-473f-ba46-e98f6ce2049b" providerId="AD" clId="Web-{45D98E61-C80D-F01F-F51B-B0AA2E33AA6B}" dt="2021-06-24T18:49:42.635" v="716"/>
        <pc:sldMkLst>
          <pc:docMk/>
          <pc:sldMk cId="1544669389" sldId="348"/>
        </pc:sldMkLst>
      </pc:sldChg>
      <pc:sldChg chg="modSp del">
        <pc:chgData name="Harleen Kaur" userId="S::id65ns02@ubalt.edu::9f7fc1d6-ab67-473f-ba46-e98f6ce2049b" providerId="AD" clId="Web-{45D98E61-C80D-F01F-F51B-B0AA2E33AA6B}" dt="2021-06-24T18:49:48.182" v="717"/>
        <pc:sldMkLst>
          <pc:docMk/>
          <pc:sldMk cId="4183142448" sldId="349"/>
        </pc:sldMkLst>
      </pc:sldChg>
      <pc:sldChg chg="del">
        <pc:chgData name="Harleen Kaur" userId="S::id65ns02@ubalt.edu::9f7fc1d6-ab67-473f-ba46-e98f6ce2049b" providerId="AD" clId="Web-{45D98E61-C80D-F01F-F51B-B0AA2E33AA6B}" dt="2021-06-24T19:21:15.449" v="933"/>
        <pc:sldMkLst>
          <pc:docMk/>
          <pc:sldMk cId="4065896590" sldId="350"/>
        </pc:sldMkLst>
      </pc:sldChg>
      <pc:sldChg chg="del">
        <pc:chgData name="Harleen Kaur" userId="S::id65ns02@ubalt.edu::9f7fc1d6-ab67-473f-ba46-e98f6ce2049b" providerId="AD" clId="Web-{45D98E61-C80D-F01F-F51B-B0AA2E33AA6B}" dt="2021-06-24T19:33:38.764" v="1095"/>
        <pc:sldMkLst>
          <pc:docMk/>
          <pc:sldMk cId="2698244104" sldId="351"/>
        </pc:sldMkLst>
      </pc:sldChg>
      <pc:sldChg chg="del">
        <pc:chgData name="Harleen Kaur" userId="S::id65ns02@ubalt.edu::9f7fc1d6-ab67-473f-ba46-e98f6ce2049b" providerId="AD" clId="Web-{45D98E61-C80D-F01F-F51B-B0AA2E33AA6B}" dt="2021-06-24T19:30:30.166" v="1047"/>
        <pc:sldMkLst>
          <pc:docMk/>
          <pc:sldMk cId="1515407158" sldId="371"/>
        </pc:sldMkLst>
      </pc:sldChg>
      <pc:sldChg chg="addSp delSp modSp new">
        <pc:chgData name="Harleen Kaur" userId="S::id65ns02@ubalt.edu::9f7fc1d6-ab67-473f-ba46-e98f6ce2049b" providerId="AD" clId="Web-{45D98E61-C80D-F01F-F51B-B0AA2E33AA6B}" dt="2021-06-24T17:13:32.843" v="256" actId="20577"/>
        <pc:sldMkLst>
          <pc:docMk/>
          <pc:sldMk cId="3077270470" sldId="375"/>
        </pc:sldMkLst>
      </pc:sldChg>
      <pc:sldChg chg="modSp new del">
        <pc:chgData name="Harleen Kaur" userId="S::id65ns02@ubalt.edu::9f7fc1d6-ab67-473f-ba46-e98f6ce2049b" providerId="AD" clId="Web-{45D98E61-C80D-F01F-F51B-B0AA2E33AA6B}" dt="2021-06-24T16:26:11.831" v="140"/>
        <pc:sldMkLst>
          <pc:docMk/>
          <pc:sldMk cId="3531068868" sldId="375"/>
        </pc:sldMkLst>
      </pc:sldChg>
      <pc:sldChg chg="addSp delSp modSp new">
        <pc:chgData name="Harleen Kaur" userId="S::id65ns02@ubalt.edu::9f7fc1d6-ab67-473f-ba46-e98f6ce2049b" providerId="AD" clId="Web-{45D98E61-C80D-F01F-F51B-B0AA2E33AA6B}" dt="2021-06-24T21:18:55.394" v="1169" actId="20577"/>
        <pc:sldMkLst>
          <pc:docMk/>
          <pc:sldMk cId="2816373483" sldId="376"/>
        </pc:sldMkLst>
      </pc:sldChg>
      <pc:sldChg chg="addSp modSp new modNotes">
        <pc:chgData name="Harleen Kaur" userId="S::id65ns02@ubalt.edu::9f7fc1d6-ab67-473f-ba46-e98f6ce2049b" providerId="AD" clId="Web-{45D98E61-C80D-F01F-F51B-B0AA2E33AA6B}" dt="2021-06-24T18:32:23.421" v="570" actId="20577"/>
        <pc:sldMkLst>
          <pc:docMk/>
          <pc:sldMk cId="979769990" sldId="377"/>
        </pc:sldMkLst>
      </pc:sldChg>
      <pc:sldChg chg="addSp delSp modSp new modNotes">
        <pc:chgData name="Harleen Kaur" userId="S::id65ns02@ubalt.edu::9f7fc1d6-ab67-473f-ba46-e98f6ce2049b" providerId="AD" clId="Web-{45D98E61-C80D-F01F-F51B-B0AA2E33AA6B}" dt="2021-06-24T19:31:27.355" v="1066"/>
        <pc:sldMkLst>
          <pc:docMk/>
          <pc:sldMk cId="4293835923" sldId="378"/>
        </pc:sldMkLst>
      </pc:sldChg>
      <pc:sldChg chg="addSp delSp modSp new modNotes">
        <pc:chgData name="Harleen Kaur" userId="S::id65ns02@ubalt.edu::9f7fc1d6-ab67-473f-ba46-e98f6ce2049b" providerId="AD" clId="Web-{45D98E61-C80D-F01F-F51B-B0AA2E33AA6B}" dt="2021-06-24T19:32:06.199" v="1091"/>
        <pc:sldMkLst>
          <pc:docMk/>
          <pc:sldMk cId="4148899360" sldId="379"/>
        </pc:sldMkLst>
      </pc:sldChg>
      <pc:sldChg chg="modSp new">
        <pc:chgData name="Harleen Kaur" userId="S::id65ns02@ubalt.edu::9f7fc1d6-ab67-473f-ba46-e98f6ce2049b" providerId="AD" clId="Web-{45D98E61-C80D-F01F-F51B-B0AA2E33AA6B}" dt="2021-06-24T18:32:05.249" v="558" actId="20577"/>
        <pc:sldMkLst>
          <pc:docMk/>
          <pc:sldMk cId="3268356748" sldId="380"/>
        </pc:sldMkLst>
      </pc:sldChg>
      <pc:sldChg chg="addSp delSp modSp new">
        <pc:chgData name="Harleen Kaur" userId="S::id65ns02@ubalt.edu::9f7fc1d6-ab67-473f-ba46-e98f6ce2049b" providerId="AD" clId="Web-{45D98E61-C80D-F01F-F51B-B0AA2E33AA6B}" dt="2021-06-24T19:08:45.773" v="835" actId="14100"/>
        <pc:sldMkLst>
          <pc:docMk/>
          <pc:sldMk cId="2679643070" sldId="381"/>
        </pc:sldMkLst>
      </pc:sldChg>
      <pc:sldChg chg="addSp delSp modSp new">
        <pc:chgData name="Harleen Kaur" userId="S::id65ns02@ubalt.edu::9f7fc1d6-ab67-473f-ba46-e98f6ce2049b" providerId="AD" clId="Web-{45D98E61-C80D-F01F-F51B-B0AA2E33AA6B}" dt="2021-06-24T19:20:12.635" v="927" actId="14100"/>
        <pc:sldMkLst>
          <pc:docMk/>
          <pc:sldMk cId="1272424935" sldId="382"/>
        </pc:sldMkLst>
      </pc:sldChg>
      <pc:sldChg chg="modSp new">
        <pc:chgData name="Harleen Kaur" userId="S::id65ns02@ubalt.edu::9f7fc1d6-ab67-473f-ba46-e98f6ce2049b" providerId="AD" clId="Web-{45D98E61-C80D-F01F-F51B-B0AA2E33AA6B}" dt="2021-06-24T19:20:49.573" v="932" actId="20577"/>
        <pc:sldMkLst>
          <pc:docMk/>
          <pc:sldMk cId="2810743782" sldId="383"/>
        </pc:sldMkLst>
      </pc:sldChg>
      <pc:sldChg chg="addSp modSp new">
        <pc:chgData name="Harleen Kaur" userId="S::id65ns02@ubalt.edu::9f7fc1d6-ab67-473f-ba46-e98f6ce2049b" providerId="AD" clId="Web-{45D98E61-C80D-F01F-F51B-B0AA2E33AA6B}" dt="2021-06-24T19:29:29.227" v="1023" actId="14100"/>
        <pc:sldMkLst>
          <pc:docMk/>
          <pc:sldMk cId="4046926907" sldId="384"/>
        </pc:sldMkLst>
      </pc:sldChg>
      <pc:sldChg chg="modSp new">
        <pc:chgData name="Harleen Kaur" userId="S::id65ns02@ubalt.edu::9f7fc1d6-ab67-473f-ba46-e98f6ce2049b" providerId="AD" clId="Web-{45D98E61-C80D-F01F-F51B-B0AA2E33AA6B}" dt="2021-06-24T19:30:25.666" v="1046" actId="20577"/>
        <pc:sldMkLst>
          <pc:docMk/>
          <pc:sldMk cId="954730872" sldId="385"/>
        </pc:sldMkLst>
      </pc:sldChg>
      <pc:sldChg chg="modSp new">
        <pc:chgData name="Harleen Kaur" userId="S::id65ns02@ubalt.edu::9f7fc1d6-ab67-473f-ba46-e98f6ce2049b" providerId="AD" clId="Web-{45D98E61-C80D-F01F-F51B-B0AA2E33AA6B}" dt="2021-06-24T19:33:35.905" v="1094" actId="20577"/>
        <pc:sldMkLst>
          <pc:docMk/>
          <pc:sldMk cId="3188243652" sldId="386"/>
        </pc:sldMkLst>
      </pc:sldChg>
      <pc:sldChg chg="modSp new">
        <pc:chgData name="Harleen Kaur" userId="S::id65ns02@ubalt.edu::9f7fc1d6-ab67-473f-ba46-e98f6ce2049b" providerId="AD" clId="Web-{45D98E61-C80D-F01F-F51B-B0AA2E33AA6B}" dt="2021-06-24T21:12:14.712" v="1108" actId="20577"/>
        <pc:sldMkLst>
          <pc:docMk/>
          <pc:sldMk cId="1915093242" sldId="387"/>
        </pc:sldMkLst>
      </pc:sldChg>
    </pc:docChg>
  </pc:docChgLst>
  <pc:docChgLst>
    <pc:chgData name="Harleen Kaur" userId="S::id65ns02@ubalt.edu::9f7fc1d6-ab67-473f-ba46-e98f6ce2049b" providerId="AD" clId="Web-{82F1C96C-0C5C-514E-4C03-59002ECB4943}"/>
    <pc:docChg chg="addSld delSld modSld">
      <pc:chgData name="Harleen Kaur" userId="S::id65ns02@ubalt.edu::9f7fc1d6-ab67-473f-ba46-e98f6ce2049b" providerId="AD" clId="Web-{82F1C96C-0C5C-514E-4C03-59002ECB4943}" dt="2021-06-28T03:13:00.077" v="80"/>
      <pc:docMkLst>
        <pc:docMk/>
      </pc:docMkLst>
      <pc:sldChg chg="modSp">
        <pc:chgData name="Harleen Kaur" userId="S::id65ns02@ubalt.edu::9f7fc1d6-ab67-473f-ba46-e98f6ce2049b" providerId="AD" clId="Web-{82F1C96C-0C5C-514E-4C03-59002ECB4943}" dt="2021-06-28T02:38:27.562" v="26" actId="20577"/>
        <pc:sldMkLst>
          <pc:docMk/>
          <pc:sldMk cId="4098661029" sldId="363"/>
        </pc:sldMkLst>
      </pc:sldChg>
      <pc:sldChg chg="del">
        <pc:chgData name="Harleen Kaur" userId="S::id65ns02@ubalt.edu::9f7fc1d6-ab67-473f-ba46-e98f6ce2049b" providerId="AD" clId="Web-{82F1C96C-0C5C-514E-4C03-59002ECB4943}" dt="2021-06-28T02:38:37.828" v="27"/>
        <pc:sldMkLst>
          <pc:docMk/>
          <pc:sldMk cId="2424500802" sldId="365"/>
        </pc:sldMkLst>
      </pc:sldChg>
      <pc:sldChg chg="del">
        <pc:chgData name="Harleen Kaur" userId="S::id65ns02@ubalt.edu::9f7fc1d6-ab67-473f-ba46-e98f6ce2049b" providerId="AD" clId="Web-{82F1C96C-0C5C-514E-4C03-59002ECB4943}" dt="2021-06-28T02:42:28.516" v="58"/>
        <pc:sldMkLst>
          <pc:docMk/>
          <pc:sldMk cId="381141565" sldId="372"/>
        </pc:sldMkLst>
      </pc:sldChg>
      <pc:sldChg chg="modSp">
        <pc:chgData name="Harleen Kaur" userId="S::id65ns02@ubalt.edu::9f7fc1d6-ab67-473f-ba46-e98f6ce2049b" providerId="AD" clId="Web-{82F1C96C-0C5C-514E-4C03-59002ECB4943}" dt="2021-06-28T02:28:31.907" v="6" actId="20577"/>
        <pc:sldMkLst>
          <pc:docMk/>
          <pc:sldMk cId="2810743782" sldId="383"/>
        </pc:sldMkLst>
      </pc:sldChg>
      <pc:sldChg chg="addSp delSp modSp new">
        <pc:chgData name="Harleen Kaur" userId="S::id65ns02@ubalt.edu::9f7fc1d6-ab67-473f-ba46-e98f6ce2049b" providerId="AD" clId="Web-{82F1C96C-0C5C-514E-4C03-59002ECB4943}" dt="2021-06-28T02:42:20.375" v="57" actId="14100"/>
        <pc:sldMkLst>
          <pc:docMk/>
          <pc:sldMk cId="270977072" sldId="398"/>
        </pc:sldMkLst>
      </pc:sldChg>
      <pc:sldChg chg="addSp delSp modSp new del">
        <pc:chgData name="Harleen Kaur" userId="S::id65ns02@ubalt.edu::9f7fc1d6-ab67-473f-ba46-e98f6ce2049b" providerId="AD" clId="Web-{82F1C96C-0C5C-514E-4C03-59002ECB4943}" dt="2021-06-28T03:13:00.077" v="80"/>
        <pc:sldMkLst>
          <pc:docMk/>
          <pc:sldMk cId="3263107623" sldId="399"/>
        </pc:sldMkLst>
      </pc:sldChg>
    </pc:docChg>
  </pc:docChgLst>
  <pc:docChgLst>
    <pc:chgData name="Harleen Kaur" userId="S::id65ns02@ubalt.edu::9f7fc1d6-ab67-473f-ba46-e98f6ce2049b" providerId="AD" clId="Web-{2A5EC553-5D7B-46B6-37E4-70B3F4A411DE}"/>
    <pc:docChg chg="modSld">
      <pc:chgData name="Harleen Kaur" userId="S::id65ns02@ubalt.edu::9f7fc1d6-ab67-473f-ba46-e98f6ce2049b" providerId="AD" clId="Web-{2A5EC553-5D7B-46B6-37E4-70B3F4A411DE}" dt="2021-08-02T18:55:42.530" v="56"/>
      <pc:docMkLst>
        <pc:docMk/>
      </pc:docMkLst>
      <pc:sldChg chg="addSp modSp">
        <pc:chgData name="Harleen Kaur" userId="S::id65ns02@ubalt.edu::9f7fc1d6-ab67-473f-ba46-e98f6ce2049b" providerId="AD" clId="Web-{2A5EC553-5D7B-46B6-37E4-70B3F4A411DE}" dt="2021-08-02T13:04:31.702" v="36" actId="1076"/>
        <pc:sldMkLst>
          <pc:docMk/>
          <pc:sldMk cId="138071100" sldId="453"/>
        </pc:sldMkLst>
      </pc:sldChg>
      <pc:sldChg chg="modSp">
        <pc:chgData name="Harleen Kaur" userId="S::id65ns02@ubalt.edu::9f7fc1d6-ab67-473f-ba46-e98f6ce2049b" providerId="AD" clId="Web-{2A5EC553-5D7B-46B6-37E4-70B3F4A411DE}" dt="2021-08-02T18:42:48.315" v="41" actId="20577"/>
        <pc:sldMkLst>
          <pc:docMk/>
          <pc:sldMk cId="3905067354" sldId="477"/>
        </pc:sldMkLst>
      </pc:sldChg>
      <pc:sldChg chg="modSp">
        <pc:chgData name="Harleen Kaur" userId="S::id65ns02@ubalt.edu::9f7fc1d6-ab67-473f-ba46-e98f6ce2049b" providerId="AD" clId="Web-{2A5EC553-5D7B-46B6-37E4-70B3F4A411DE}" dt="2021-08-02T12:33:56.128" v="15" actId="20577"/>
        <pc:sldMkLst>
          <pc:docMk/>
          <pc:sldMk cId="3111778466" sldId="482"/>
        </pc:sldMkLst>
      </pc:sldChg>
      <pc:sldChg chg="modSp">
        <pc:chgData name="Harleen Kaur" userId="S::id65ns02@ubalt.edu::9f7fc1d6-ab67-473f-ba46-e98f6ce2049b" providerId="AD" clId="Web-{2A5EC553-5D7B-46B6-37E4-70B3F4A411DE}" dt="2021-08-02T12:51:29.818" v="29" actId="20577"/>
        <pc:sldMkLst>
          <pc:docMk/>
          <pc:sldMk cId="111182765" sldId="483"/>
        </pc:sldMkLst>
      </pc:sldChg>
      <pc:sldChg chg="modNotes">
        <pc:chgData name="Harleen Kaur" userId="S::id65ns02@ubalt.edu::9f7fc1d6-ab67-473f-ba46-e98f6ce2049b" providerId="AD" clId="Web-{2A5EC553-5D7B-46B6-37E4-70B3F4A411DE}" dt="2021-08-02T18:55:42.530" v="56"/>
        <pc:sldMkLst>
          <pc:docMk/>
          <pc:sldMk cId="1962938929" sldId="485"/>
        </pc:sldMkLst>
      </pc:sldChg>
      <pc:sldChg chg="modSp">
        <pc:chgData name="Harleen Kaur" userId="S::id65ns02@ubalt.edu::9f7fc1d6-ab67-473f-ba46-e98f6ce2049b" providerId="AD" clId="Web-{2A5EC553-5D7B-46B6-37E4-70B3F4A411DE}" dt="2021-08-02T18:43:09.660" v="53" actId="20577"/>
        <pc:sldMkLst>
          <pc:docMk/>
          <pc:sldMk cId="66603034" sldId="486"/>
        </pc:sldMkLst>
      </pc:sldChg>
    </pc:docChg>
  </pc:docChgLst>
  <pc:docChgLst>
    <pc:chgData name="Harleen Kaur" userId="S::id65ns02@ubalt.edu::9f7fc1d6-ab67-473f-ba46-e98f6ce2049b" providerId="AD" clId="Web-{A8705A35-AF37-B230-62EC-24BF5CACCE19}"/>
    <pc:docChg chg="modSld">
      <pc:chgData name="Harleen Kaur" userId="S::id65ns02@ubalt.edu::9f7fc1d6-ab67-473f-ba46-e98f6ce2049b" providerId="AD" clId="Web-{A8705A35-AF37-B230-62EC-24BF5CACCE19}" dt="2021-06-28T12:53:22.376" v="60" actId="20577"/>
      <pc:docMkLst>
        <pc:docMk/>
      </pc:docMkLst>
      <pc:sldChg chg="modSp">
        <pc:chgData name="Harleen Kaur" userId="S::id65ns02@ubalt.edu::9f7fc1d6-ab67-473f-ba46-e98f6ce2049b" providerId="AD" clId="Web-{A8705A35-AF37-B230-62EC-24BF5CACCE19}" dt="2021-06-28T12:34:17.269" v="4" actId="20577"/>
        <pc:sldMkLst>
          <pc:docMk/>
          <pc:sldMk cId="2816373483" sldId="376"/>
        </pc:sldMkLst>
      </pc:sldChg>
      <pc:sldChg chg="addSp modSp modNotes">
        <pc:chgData name="Harleen Kaur" userId="S::id65ns02@ubalt.edu::9f7fc1d6-ab67-473f-ba46-e98f6ce2049b" providerId="AD" clId="Web-{A8705A35-AF37-B230-62EC-24BF5CACCE19}" dt="2021-06-28T12:42:56.266" v="47" actId="1076"/>
        <pc:sldMkLst>
          <pc:docMk/>
          <pc:sldMk cId="979769990" sldId="377"/>
        </pc:sldMkLst>
      </pc:sldChg>
      <pc:sldChg chg="modSp">
        <pc:chgData name="Harleen Kaur" userId="S::id65ns02@ubalt.edu::9f7fc1d6-ab67-473f-ba46-e98f6ce2049b" providerId="AD" clId="Web-{A8705A35-AF37-B230-62EC-24BF5CACCE19}" dt="2021-06-28T12:38:01.056" v="12" actId="20577"/>
        <pc:sldMkLst>
          <pc:docMk/>
          <pc:sldMk cId="3268356748" sldId="380"/>
        </pc:sldMkLst>
      </pc:sldChg>
      <pc:sldChg chg="modSp">
        <pc:chgData name="Harleen Kaur" userId="S::id65ns02@ubalt.edu::9f7fc1d6-ab67-473f-ba46-e98f6ce2049b" providerId="AD" clId="Web-{A8705A35-AF37-B230-62EC-24BF5CACCE19}" dt="2021-06-28T12:48:08.930" v="50" actId="20577"/>
        <pc:sldMkLst>
          <pc:docMk/>
          <pc:sldMk cId="2810743782" sldId="383"/>
        </pc:sldMkLst>
      </pc:sldChg>
      <pc:sldChg chg="modSp">
        <pc:chgData name="Harleen Kaur" userId="S::id65ns02@ubalt.edu::9f7fc1d6-ab67-473f-ba46-e98f6ce2049b" providerId="AD" clId="Web-{A8705A35-AF37-B230-62EC-24BF5CACCE19}" dt="2021-06-28T12:50:30.309" v="53" actId="20577"/>
        <pc:sldMkLst>
          <pc:docMk/>
          <pc:sldMk cId="954730872" sldId="385"/>
        </pc:sldMkLst>
      </pc:sldChg>
      <pc:sldChg chg="modSp">
        <pc:chgData name="Harleen Kaur" userId="S::id65ns02@ubalt.edu::9f7fc1d6-ab67-473f-ba46-e98f6ce2049b" providerId="AD" clId="Web-{A8705A35-AF37-B230-62EC-24BF5CACCE19}" dt="2021-06-28T12:53:22.376" v="60" actId="20577"/>
        <pc:sldMkLst>
          <pc:docMk/>
          <pc:sldMk cId="3365298552" sldId="388"/>
        </pc:sldMkLst>
      </pc:sldChg>
    </pc:docChg>
  </pc:docChgLst>
  <pc:docChgLst>
    <pc:chgData name="Harleen Kaur" userId="S::id65ns02@ubalt.edu::9f7fc1d6-ab67-473f-ba46-e98f6ce2049b" providerId="AD" clId="Web-{457AF695-138B-F376-2B28-6312DEDE7462}"/>
    <pc:docChg chg="addSld modSld">
      <pc:chgData name="Harleen Kaur" userId="S::id65ns02@ubalt.edu::9f7fc1d6-ab67-473f-ba46-e98f6ce2049b" providerId="AD" clId="Web-{457AF695-138B-F376-2B28-6312DEDE7462}" dt="2021-07-06T18:38:52.236" v="1020" actId="20577"/>
      <pc:docMkLst>
        <pc:docMk/>
      </pc:docMkLst>
      <pc:sldChg chg="delSp modSp">
        <pc:chgData name="Harleen Kaur" userId="S::id65ns02@ubalt.edu::9f7fc1d6-ab67-473f-ba46-e98f6ce2049b" providerId="AD" clId="Web-{457AF695-138B-F376-2B28-6312DEDE7462}" dt="2021-07-06T16:49:58.060" v="274" actId="14100"/>
        <pc:sldMkLst>
          <pc:docMk/>
          <pc:sldMk cId="2020629071" sldId="362"/>
        </pc:sldMkLst>
      </pc:sldChg>
      <pc:sldChg chg="modSp">
        <pc:chgData name="Harleen Kaur" userId="S::id65ns02@ubalt.edu::9f7fc1d6-ab67-473f-ba46-e98f6ce2049b" providerId="AD" clId="Web-{457AF695-138B-F376-2B28-6312DEDE7462}" dt="2021-07-06T16:32:02.452" v="18" actId="20577"/>
        <pc:sldMkLst>
          <pc:docMk/>
          <pc:sldMk cId="3856163379" sldId="394"/>
        </pc:sldMkLst>
      </pc:sldChg>
      <pc:sldChg chg="delSp modSp">
        <pc:chgData name="Harleen Kaur" userId="S::id65ns02@ubalt.edu::9f7fc1d6-ab67-473f-ba46-e98f6ce2049b" providerId="AD" clId="Web-{457AF695-138B-F376-2B28-6312DEDE7462}" dt="2021-07-06T16:50:42.374" v="278"/>
        <pc:sldMkLst>
          <pc:docMk/>
          <pc:sldMk cId="1525666079" sldId="397"/>
        </pc:sldMkLst>
      </pc:sldChg>
      <pc:sldChg chg="modSp">
        <pc:chgData name="Harleen Kaur" userId="S::id65ns02@ubalt.edu::9f7fc1d6-ab67-473f-ba46-e98f6ce2049b" providerId="AD" clId="Web-{457AF695-138B-F376-2B28-6312DEDE7462}" dt="2021-07-06T16:36:47.773" v="60" actId="20577"/>
        <pc:sldMkLst>
          <pc:docMk/>
          <pc:sldMk cId="1318968879" sldId="401"/>
        </pc:sldMkLst>
      </pc:sldChg>
      <pc:sldChg chg="modSp">
        <pc:chgData name="Harleen Kaur" userId="S::id65ns02@ubalt.edu::9f7fc1d6-ab67-473f-ba46-e98f6ce2049b" providerId="AD" clId="Web-{457AF695-138B-F376-2B28-6312DEDE7462}" dt="2021-07-06T17:23:34.962" v="652" actId="20577"/>
        <pc:sldMkLst>
          <pc:docMk/>
          <pc:sldMk cId="2072083871" sldId="402"/>
        </pc:sldMkLst>
      </pc:sldChg>
      <pc:sldChg chg="modSp">
        <pc:chgData name="Harleen Kaur" userId="S::id65ns02@ubalt.edu::9f7fc1d6-ab67-473f-ba46-e98f6ce2049b" providerId="AD" clId="Web-{457AF695-138B-F376-2B28-6312DEDE7462}" dt="2021-07-06T17:15:04.383" v="340" actId="20577"/>
        <pc:sldMkLst>
          <pc:docMk/>
          <pc:sldMk cId="1876217879" sldId="403"/>
        </pc:sldMkLst>
      </pc:sldChg>
      <pc:sldChg chg="modSp">
        <pc:chgData name="Harleen Kaur" userId="S::id65ns02@ubalt.edu::9f7fc1d6-ab67-473f-ba46-e98f6ce2049b" providerId="AD" clId="Web-{457AF695-138B-F376-2B28-6312DEDE7462}" dt="2021-07-06T18:06:19.089" v="885" actId="20577"/>
        <pc:sldMkLst>
          <pc:docMk/>
          <pc:sldMk cId="2925871886" sldId="404"/>
        </pc:sldMkLst>
      </pc:sldChg>
      <pc:sldChg chg="modSp">
        <pc:chgData name="Harleen Kaur" userId="S::id65ns02@ubalt.edu::9f7fc1d6-ab67-473f-ba46-e98f6ce2049b" providerId="AD" clId="Web-{457AF695-138B-F376-2B28-6312DEDE7462}" dt="2021-07-06T17:21:12.006" v="565" actId="20577"/>
        <pc:sldMkLst>
          <pc:docMk/>
          <pc:sldMk cId="2895696043" sldId="406"/>
        </pc:sldMkLst>
      </pc:sldChg>
      <pc:sldChg chg="modSp">
        <pc:chgData name="Harleen Kaur" userId="S::id65ns02@ubalt.edu::9f7fc1d6-ab67-473f-ba46-e98f6ce2049b" providerId="AD" clId="Web-{457AF695-138B-F376-2B28-6312DEDE7462}" dt="2021-07-06T18:01:27.411" v="880" actId="14100"/>
        <pc:sldMkLst>
          <pc:docMk/>
          <pc:sldMk cId="1124496874" sldId="407"/>
        </pc:sldMkLst>
      </pc:sldChg>
      <pc:sldChg chg="addSp delSp modSp new">
        <pc:chgData name="Harleen Kaur" userId="S::id65ns02@ubalt.edu::9f7fc1d6-ab67-473f-ba46-e98f6ce2049b" providerId="AD" clId="Web-{457AF695-138B-F376-2B28-6312DEDE7462}" dt="2021-07-06T16:39:26.590" v="84" actId="20577"/>
        <pc:sldMkLst>
          <pc:docMk/>
          <pc:sldMk cId="1378301349" sldId="415"/>
        </pc:sldMkLst>
      </pc:sldChg>
      <pc:sldChg chg="addSp delSp modSp new">
        <pc:chgData name="Harleen Kaur" userId="S::id65ns02@ubalt.edu::9f7fc1d6-ab67-473f-ba46-e98f6ce2049b" providerId="AD" clId="Web-{457AF695-138B-F376-2B28-6312DEDE7462}" dt="2021-07-06T17:58:46.018" v="843" actId="20577"/>
        <pc:sldMkLst>
          <pc:docMk/>
          <pc:sldMk cId="961075764" sldId="416"/>
        </pc:sldMkLst>
      </pc:sldChg>
      <pc:sldChg chg="addSp delSp modSp new">
        <pc:chgData name="Harleen Kaur" userId="S::id65ns02@ubalt.edu::9f7fc1d6-ab67-473f-ba46-e98f6ce2049b" providerId="AD" clId="Web-{457AF695-138B-F376-2B28-6312DEDE7462}" dt="2021-07-06T18:38:52.236" v="1020" actId="20577"/>
        <pc:sldMkLst>
          <pc:docMk/>
          <pc:sldMk cId="3965738968" sldId="417"/>
        </pc:sldMkLst>
      </pc:sldChg>
    </pc:docChg>
  </pc:docChgLst>
  <pc:docChgLst>
    <pc:chgData name="Weifeng Xu" userId="e7aed605-a3dd-4d5a-a692-a87037af107b" providerId="ADAL" clId="{38C0388A-6B20-4E10-AB29-C10F85EBBB2E}"/>
    <pc:docChg chg="undo custSel addSld delSld modSld">
      <pc:chgData name="Weifeng Xu" userId="e7aed605-a3dd-4d5a-a692-a87037af107b" providerId="ADAL" clId="{38C0388A-6B20-4E10-AB29-C10F85EBBB2E}" dt="2021-03-19T14:20:41.040" v="375" actId="14734"/>
      <pc:docMkLst>
        <pc:docMk/>
      </pc:docMkLst>
      <pc:sldChg chg="addSp modSp new mod modClrScheme chgLayout modNotesTx">
        <pc:chgData name="Weifeng Xu" userId="e7aed605-a3dd-4d5a-a692-a87037af107b" providerId="ADAL" clId="{38C0388A-6B20-4E10-AB29-C10F85EBBB2E}" dt="2021-03-19T14:20:23.707" v="374" actId="20577"/>
        <pc:sldMkLst>
          <pc:docMk/>
          <pc:sldMk cId="3439482671" sldId="303"/>
        </pc:sldMkLst>
      </pc:sldChg>
      <pc:sldChg chg="addSp delSp modSp new mod modClrScheme chgLayout modNotesTx">
        <pc:chgData name="Weifeng Xu" userId="e7aed605-a3dd-4d5a-a692-a87037af107b" providerId="ADAL" clId="{38C0388A-6B20-4E10-AB29-C10F85EBBB2E}" dt="2021-03-19T14:20:41.040" v="375" actId="14734"/>
        <pc:sldMkLst>
          <pc:docMk/>
          <pc:sldMk cId="1193768337" sldId="304"/>
        </pc:sldMkLst>
      </pc:sldChg>
      <pc:sldChg chg="addSp delSp modSp new del mod setBg modClrScheme setClrOvrMap chgLayout modNotesTx">
        <pc:chgData name="Weifeng Xu" userId="e7aed605-a3dd-4d5a-a692-a87037af107b" providerId="ADAL" clId="{38C0388A-6B20-4E10-AB29-C10F85EBBB2E}" dt="2021-03-19T14:19:05.790" v="367" actId="47"/>
        <pc:sldMkLst>
          <pc:docMk/>
          <pc:sldMk cId="3028288411" sldId="305"/>
        </pc:sldMkLst>
      </pc:sldChg>
      <pc:sldChg chg="addSp delSp modSp new mod modClrScheme chgLayout">
        <pc:chgData name="Weifeng Xu" userId="e7aed605-a3dd-4d5a-a692-a87037af107b" providerId="ADAL" clId="{38C0388A-6B20-4E10-AB29-C10F85EBBB2E}" dt="2021-03-19T14:18:06.887" v="366" actId="108"/>
        <pc:sldMkLst>
          <pc:docMk/>
          <pc:sldMk cId="64038938" sldId="306"/>
        </pc:sldMkLst>
      </pc:sldChg>
    </pc:docChg>
  </pc:docChgLst>
  <pc:docChgLst>
    <pc:chgData name="Harleen Kaur" userId="S::id65ns02@ubalt.edu::9f7fc1d6-ab67-473f-ba46-e98f6ce2049b" providerId="AD" clId="Web-{A30573EC-A0B7-94F5-6044-0D35D8AC0428}"/>
    <pc:docChg chg="addSld delSld modSld">
      <pc:chgData name="Harleen Kaur" userId="S::id65ns02@ubalt.edu::9f7fc1d6-ab67-473f-ba46-e98f6ce2049b" providerId="AD" clId="Web-{A30573EC-A0B7-94F5-6044-0D35D8AC0428}" dt="2021-06-25T18:46:58.445" v="818"/>
      <pc:docMkLst>
        <pc:docMk/>
      </pc:docMkLst>
      <pc:sldChg chg="del">
        <pc:chgData name="Harleen Kaur" userId="S::id65ns02@ubalt.edu::9f7fc1d6-ab67-473f-ba46-e98f6ce2049b" providerId="AD" clId="Web-{A30573EC-A0B7-94F5-6044-0D35D8AC0428}" dt="2021-06-25T16:50:50.584" v="129"/>
        <pc:sldMkLst>
          <pc:docMk/>
          <pc:sldMk cId="3408609546" sldId="352"/>
        </pc:sldMkLst>
      </pc:sldChg>
      <pc:sldChg chg="addSp delSp del">
        <pc:chgData name="Harleen Kaur" userId="S::id65ns02@ubalt.edu::9f7fc1d6-ab67-473f-ba46-e98f6ce2049b" providerId="AD" clId="Web-{A30573EC-A0B7-94F5-6044-0D35D8AC0428}" dt="2021-06-25T17:52:53.967" v="520"/>
        <pc:sldMkLst>
          <pc:docMk/>
          <pc:sldMk cId="3550158572" sldId="353"/>
        </pc:sldMkLst>
      </pc:sldChg>
      <pc:sldChg chg="del">
        <pc:chgData name="Harleen Kaur" userId="S::id65ns02@ubalt.edu::9f7fc1d6-ab67-473f-ba46-e98f6ce2049b" providerId="AD" clId="Web-{A30573EC-A0B7-94F5-6044-0D35D8AC0428}" dt="2021-06-25T17:52:57.623" v="521"/>
        <pc:sldMkLst>
          <pc:docMk/>
          <pc:sldMk cId="1487878612" sldId="354"/>
        </pc:sldMkLst>
      </pc:sldChg>
      <pc:sldChg chg="del">
        <pc:chgData name="Harleen Kaur" userId="S::id65ns02@ubalt.edu::9f7fc1d6-ab67-473f-ba46-e98f6ce2049b" providerId="AD" clId="Web-{A30573EC-A0B7-94F5-6044-0D35D8AC0428}" dt="2021-06-25T17:53:00.124" v="522"/>
        <pc:sldMkLst>
          <pc:docMk/>
          <pc:sldMk cId="3157762318" sldId="356"/>
        </pc:sldMkLst>
      </pc:sldChg>
      <pc:sldChg chg="del">
        <pc:chgData name="Harleen Kaur" userId="S::id65ns02@ubalt.edu::9f7fc1d6-ab67-473f-ba46-e98f6ce2049b" providerId="AD" clId="Web-{A30573EC-A0B7-94F5-6044-0D35D8AC0428}" dt="2021-06-25T18:03:28.847" v="593"/>
        <pc:sldMkLst>
          <pc:docMk/>
          <pc:sldMk cId="3941886475" sldId="360"/>
        </pc:sldMkLst>
      </pc:sldChg>
      <pc:sldChg chg="addSp delSp modSp modNotes">
        <pc:chgData name="Harleen Kaur" userId="S::id65ns02@ubalt.edu::9f7fc1d6-ab67-473f-ba46-e98f6ce2049b" providerId="AD" clId="Web-{A30573EC-A0B7-94F5-6044-0D35D8AC0428}" dt="2021-06-25T18:14:17.539" v="657"/>
        <pc:sldMkLst>
          <pc:docMk/>
          <pc:sldMk cId="2020629071" sldId="362"/>
        </pc:sldMkLst>
      </pc:sldChg>
      <pc:sldChg chg="addSp delSp modSp modNotes">
        <pc:chgData name="Harleen Kaur" userId="S::id65ns02@ubalt.edu::9f7fc1d6-ab67-473f-ba46-e98f6ce2049b" providerId="AD" clId="Web-{A30573EC-A0B7-94F5-6044-0D35D8AC0428}" dt="2021-06-25T18:46:58.445" v="818"/>
        <pc:sldMkLst>
          <pc:docMk/>
          <pc:sldMk cId="4098661029" sldId="363"/>
        </pc:sldMkLst>
      </pc:sldChg>
      <pc:sldChg chg="del">
        <pc:chgData name="Harleen Kaur" userId="S::id65ns02@ubalt.edu::9f7fc1d6-ab67-473f-ba46-e98f6ce2049b" providerId="AD" clId="Web-{A30573EC-A0B7-94F5-6044-0D35D8AC0428}" dt="2021-06-25T18:41:35.403" v="784"/>
        <pc:sldMkLst>
          <pc:docMk/>
          <pc:sldMk cId="2934714722" sldId="364"/>
        </pc:sldMkLst>
      </pc:sldChg>
      <pc:sldChg chg="addSp delSp modSp">
        <pc:chgData name="Harleen Kaur" userId="S::id65ns02@ubalt.edu::9f7fc1d6-ab67-473f-ba46-e98f6ce2049b" providerId="AD" clId="Web-{A30573EC-A0B7-94F5-6044-0D35D8AC0428}" dt="2021-06-25T16:49:46.160" v="125"/>
        <pc:sldMkLst>
          <pc:docMk/>
          <pc:sldMk cId="3077270470" sldId="375"/>
        </pc:sldMkLst>
      </pc:sldChg>
      <pc:sldChg chg="modSp">
        <pc:chgData name="Harleen Kaur" userId="S::id65ns02@ubalt.edu::9f7fc1d6-ab67-473f-ba46-e98f6ce2049b" providerId="AD" clId="Web-{A30573EC-A0B7-94F5-6044-0D35D8AC0428}" dt="2021-06-25T16:39:32.172" v="2" actId="1076"/>
        <pc:sldMkLst>
          <pc:docMk/>
          <pc:sldMk cId="4148899360" sldId="379"/>
        </pc:sldMkLst>
      </pc:sldChg>
      <pc:sldChg chg="delSp">
        <pc:chgData name="Harleen Kaur" userId="S::id65ns02@ubalt.edu::9f7fc1d6-ab67-473f-ba46-e98f6ce2049b" providerId="AD" clId="Web-{A30573EC-A0B7-94F5-6044-0D35D8AC0428}" dt="2021-06-25T16:38:19.013" v="0"/>
        <pc:sldMkLst>
          <pc:docMk/>
          <pc:sldMk cId="3268356748" sldId="380"/>
        </pc:sldMkLst>
      </pc:sldChg>
      <pc:sldChg chg="modSp">
        <pc:chgData name="Harleen Kaur" userId="S::id65ns02@ubalt.edu::9f7fc1d6-ab67-473f-ba46-e98f6ce2049b" providerId="AD" clId="Web-{A30573EC-A0B7-94F5-6044-0D35D8AC0428}" dt="2021-06-25T18:02:20.032" v="592" actId="20577"/>
        <pc:sldMkLst>
          <pc:docMk/>
          <pc:sldMk cId="954730872" sldId="385"/>
        </pc:sldMkLst>
      </pc:sldChg>
      <pc:sldChg chg="addSp delSp modSp">
        <pc:chgData name="Harleen Kaur" userId="S::id65ns02@ubalt.edu::9f7fc1d6-ab67-473f-ba46-e98f6ce2049b" providerId="AD" clId="Web-{A30573EC-A0B7-94F5-6044-0D35D8AC0428}" dt="2021-06-25T16:59:57.351" v="208" actId="20577"/>
        <pc:sldMkLst>
          <pc:docMk/>
          <pc:sldMk cId="1915093242" sldId="387"/>
        </pc:sldMkLst>
      </pc:sldChg>
      <pc:sldChg chg="modSp new del">
        <pc:chgData name="Harleen Kaur" userId="S::id65ns02@ubalt.edu::9f7fc1d6-ab67-473f-ba46-e98f6ce2049b" providerId="AD" clId="Web-{A30573EC-A0B7-94F5-6044-0D35D8AC0428}" dt="2021-06-25T16:51:02.709" v="135"/>
        <pc:sldMkLst>
          <pc:docMk/>
          <pc:sldMk cId="671319410" sldId="388"/>
        </pc:sldMkLst>
      </pc:sldChg>
      <pc:sldChg chg="delSp modSp new">
        <pc:chgData name="Harleen Kaur" userId="S::id65ns02@ubalt.edu::9f7fc1d6-ab67-473f-ba46-e98f6ce2049b" providerId="AD" clId="Web-{A30573EC-A0B7-94F5-6044-0D35D8AC0428}" dt="2021-06-25T16:51:20.303" v="145"/>
        <pc:sldMkLst>
          <pc:docMk/>
          <pc:sldMk cId="3365298552" sldId="388"/>
        </pc:sldMkLst>
      </pc:sldChg>
      <pc:sldChg chg="addSp modSp new modNotes">
        <pc:chgData name="Harleen Kaur" userId="S::id65ns02@ubalt.edu::9f7fc1d6-ab67-473f-ba46-e98f6ce2049b" providerId="AD" clId="Web-{A30573EC-A0B7-94F5-6044-0D35D8AC0428}" dt="2021-06-25T16:53:53.543" v="184"/>
        <pc:sldMkLst>
          <pc:docMk/>
          <pc:sldMk cId="2008758297" sldId="389"/>
        </pc:sldMkLst>
      </pc:sldChg>
      <pc:sldChg chg="addSp modSp new modNotes">
        <pc:chgData name="Harleen Kaur" userId="S::id65ns02@ubalt.edu::9f7fc1d6-ab67-473f-ba46-e98f6ce2049b" providerId="AD" clId="Web-{A30573EC-A0B7-94F5-6044-0D35D8AC0428}" dt="2021-06-25T17:02:17.621" v="263" actId="14100"/>
        <pc:sldMkLst>
          <pc:docMk/>
          <pc:sldMk cId="3040878584" sldId="390"/>
        </pc:sldMkLst>
      </pc:sldChg>
      <pc:sldChg chg="addSp delSp modSp new">
        <pc:chgData name="Harleen Kaur" userId="S::id65ns02@ubalt.edu::9f7fc1d6-ab67-473f-ba46-e98f6ce2049b" providerId="AD" clId="Web-{A30573EC-A0B7-94F5-6044-0D35D8AC0428}" dt="2021-06-25T17:07:36.022" v="335" actId="14100"/>
        <pc:sldMkLst>
          <pc:docMk/>
          <pc:sldMk cId="4104176517" sldId="391"/>
        </pc:sldMkLst>
      </pc:sldChg>
      <pc:sldChg chg="addSp delSp modSp new">
        <pc:chgData name="Harleen Kaur" userId="S::id65ns02@ubalt.edu::9f7fc1d6-ab67-473f-ba46-e98f6ce2049b" providerId="AD" clId="Web-{A30573EC-A0B7-94F5-6044-0D35D8AC0428}" dt="2021-06-25T17:22:41.004" v="359" actId="14100"/>
        <pc:sldMkLst>
          <pc:docMk/>
          <pc:sldMk cId="4258082541" sldId="392"/>
        </pc:sldMkLst>
      </pc:sldChg>
      <pc:sldChg chg="addSp delSp modSp new">
        <pc:chgData name="Harleen Kaur" userId="S::id65ns02@ubalt.edu::9f7fc1d6-ab67-473f-ba46-e98f6ce2049b" providerId="AD" clId="Web-{A30573EC-A0B7-94F5-6044-0D35D8AC0428}" dt="2021-06-25T17:42:36.276" v="519" actId="14100"/>
        <pc:sldMkLst>
          <pc:docMk/>
          <pc:sldMk cId="1701036471" sldId="393"/>
        </pc:sldMkLst>
      </pc:sldChg>
      <pc:sldChg chg="modSp new">
        <pc:chgData name="Harleen Kaur" userId="S::id65ns02@ubalt.edu::9f7fc1d6-ab67-473f-ba46-e98f6ce2049b" providerId="AD" clId="Web-{A30573EC-A0B7-94F5-6044-0D35D8AC0428}" dt="2021-06-25T17:59:49.308" v="587" actId="20577"/>
        <pc:sldMkLst>
          <pc:docMk/>
          <pc:sldMk cId="3856163379" sldId="394"/>
        </pc:sldMkLst>
      </pc:sldChg>
      <pc:sldChg chg="addSp delSp modSp new">
        <pc:chgData name="Harleen Kaur" userId="S::id65ns02@ubalt.edu::9f7fc1d6-ab67-473f-ba46-e98f6ce2049b" providerId="AD" clId="Web-{A30573EC-A0B7-94F5-6044-0D35D8AC0428}" dt="2021-06-25T17:57:52.008" v="560" actId="14100"/>
        <pc:sldMkLst>
          <pc:docMk/>
          <pc:sldMk cId="3523215299" sldId="395"/>
        </pc:sldMkLst>
      </pc:sldChg>
      <pc:sldChg chg="modSp new">
        <pc:chgData name="Harleen Kaur" userId="S::id65ns02@ubalt.edu::9f7fc1d6-ab67-473f-ba46-e98f6ce2049b" providerId="AD" clId="Web-{A30573EC-A0B7-94F5-6044-0D35D8AC0428}" dt="2021-06-25T17:59:14.370" v="581" actId="20577"/>
        <pc:sldMkLst>
          <pc:docMk/>
          <pc:sldMk cId="3010338886" sldId="396"/>
        </pc:sldMkLst>
      </pc:sldChg>
      <pc:sldChg chg="addSp delSp modSp new">
        <pc:chgData name="Harleen Kaur" userId="S::id65ns02@ubalt.edu::9f7fc1d6-ab67-473f-ba46-e98f6ce2049b" providerId="AD" clId="Web-{A30573EC-A0B7-94F5-6044-0D35D8AC0428}" dt="2021-06-25T18:42:50.265" v="791" actId="20577"/>
        <pc:sldMkLst>
          <pc:docMk/>
          <pc:sldMk cId="1525666079" sldId="397"/>
        </pc:sldMkLst>
      </pc:sldChg>
    </pc:docChg>
  </pc:docChgLst>
  <pc:docChgLst>
    <pc:chgData name="Weifeng Xu" userId="e7aed605-a3dd-4d5a-a692-a87037af107b" providerId="ADAL" clId="{AA256C9C-DD0A-4A24-AECC-DADA2E819996}"/>
    <pc:docChg chg="undo redo custSel addSld delSld modSld sldOrd">
      <pc:chgData name="Weifeng Xu" userId="e7aed605-a3dd-4d5a-a692-a87037af107b" providerId="ADAL" clId="{AA256C9C-DD0A-4A24-AECC-DADA2E819996}" dt="2021-03-06T01:10:00.999" v="10634" actId="47"/>
      <pc:docMkLst>
        <pc:docMk/>
      </pc:docMkLst>
      <pc:sldChg chg="modSp new mod modNotesTx">
        <pc:chgData name="Weifeng Xu" userId="e7aed605-a3dd-4d5a-a692-a87037af107b" providerId="ADAL" clId="{AA256C9C-DD0A-4A24-AECC-DADA2E819996}" dt="2021-03-05T19:45:20.383" v="9957" actId="6549"/>
        <pc:sldMkLst>
          <pc:docMk/>
          <pc:sldMk cId="1323245308" sldId="256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2-26T22:11:14.469" v="900" actId="33524"/>
        <pc:sldMkLst>
          <pc:docMk/>
          <pc:sldMk cId="594714798" sldId="257"/>
        </pc:sldMkLst>
      </pc:sldChg>
      <pc:sldChg chg="addSp modSp new mod modNotesTx">
        <pc:chgData name="Weifeng Xu" userId="e7aed605-a3dd-4d5a-a692-a87037af107b" providerId="ADAL" clId="{AA256C9C-DD0A-4A24-AECC-DADA2E819996}" dt="2021-02-26T15:41:14.219" v="142" actId="1076"/>
        <pc:sldMkLst>
          <pc:docMk/>
          <pc:sldMk cId="824954207" sldId="258"/>
        </pc:sldMkLst>
      </pc:sldChg>
      <pc:sldChg chg="del">
        <pc:chgData name="Weifeng Xu" userId="e7aed605-a3dd-4d5a-a692-a87037af107b" providerId="ADAL" clId="{AA256C9C-DD0A-4A24-AECC-DADA2E819996}" dt="2021-02-26T14:47:33.980" v="0" actId="47"/>
        <pc:sldMkLst>
          <pc:docMk/>
          <pc:sldMk cId="1392771324" sldId="258"/>
        </pc:sldMkLst>
      </pc:sldChg>
      <pc:sldChg chg="addSp delSp modSp new mod setBg addAnim delAnim modNotesTx">
        <pc:chgData name="Weifeng Xu" userId="e7aed605-a3dd-4d5a-a692-a87037af107b" providerId="ADAL" clId="{AA256C9C-DD0A-4A24-AECC-DADA2E819996}" dt="2021-02-26T15:55:53.438" v="211" actId="26606"/>
        <pc:sldMkLst>
          <pc:docMk/>
          <pc:sldMk cId="357665137" sldId="259"/>
        </pc:sldMkLst>
      </pc:sldChg>
      <pc:sldChg chg="del">
        <pc:chgData name="Weifeng Xu" userId="e7aed605-a3dd-4d5a-a692-a87037af107b" providerId="ADAL" clId="{AA256C9C-DD0A-4A24-AECC-DADA2E819996}" dt="2021-02-26T14:47:34.111" v="1" actId="47"/>
        <pc:sldMkLst>
          <pc:docMk/>
          <pc:sldMk cId="2206727044" sldId="259"/>
        </pc:sldMkLst>
      </pc:sldChg>
      <pc:sldChg chg="addSp delSp modSp new mod ord modClrScheme chgLayout modNotesTx">
        <pc:chgData name="Weifeng Xu" userId="e7aed605-a3dd-4d5a-a692-a87037af107b" providerId="ADAL" clId="{AA256C9C-DD0A-4A24-AECC-DADA2E819996}" dt="2021-02-28T19:42:06.059" v="3496" actId="1076"/>
        <pc:sldMkLst>
          <pc:docMk/>
          <pc:sldMk cId="838394385" sldId="260"/>
        </pc:sldMkLst>
      </pc:sldChg>
      <pc:sldChg chg="del">
        <pc:chgData name="Weifeng Xu" userId="e7aed605-a3dd-4d5a-a692-a87037af107b" providerId="ADAL" clId="{AA256C9C-DD0A-4A24-AECC-DADA2E819996}" dt="2021-02-26T14:47:34.265" v="2" actId="47"/>
        <pc:sldMkLst>
          <pc:docMk/>
          <pc:sldMk cId="3022601266" sldId="260"/>
        </pc:sldMkLst>
      </pc:sldChg>
      <pc:sldChg chg="del">
        <pc:chgData name="Weifeng Xu" userId="e7aed605-a3dd-4d5a-a692-a87037af107b" providerId="ADAL" clId="{AA256C9C-DD0A-4A24-AECC-DADA2E819996}" dt="2021-02-26T14:47:34.460" v="3" actId="47"/>
        <pc:sldMkLst>
          <pc:docMk/>
          <pc:sldMk cId="1449920218" sldId="261"/>
        </pc:sldMkLst>
      </pc:sldChg>
      <pc:sldChg chg="addSp delSp modSp new mod setBg setClrOvrMap modNotesTx">
        <pc:chgData name="Weifeng Xu" userId="e7aed605-a3dd-4d5a-a692-a87037af107b" providerId="ADAL" clId="{AA256C9C-DD0A-4A24-AECC-DADA2E819996}" dt="2021-02-26T23:24:42.894" v="922" actId="20577"/>
        <pc:sldMkLst>
          <pc:docMk/>
          <pc:sldMk cId="1539245675" sldId="261"/>
        </pc:sldMkLst>
      </pc:sldChg>
      <pc:sldChg chg="del">
        <pc:chgData name="Weifeng Xu" userId="e7aed605-a3dd-4d5a-a692-a87037af107b" providerId="ADAL" clId="{AA256C9C-DD0A-4A24-AECC-DADA2E819996}" dt="2021-02-26T14:47:34.558" v="4" actId="47"/>
        <pc:sldMkLst>
          <pc:docMk/>
          <pc:sldMk cId="3028204050" sldId="262"/>
        </pc:sldMkLst>
      </pc:sldChg>
      <pc:sldChg chg="addSp delSp modSp new mod setBg">
        <pc:chgData name="Weifeng Xu" userId="e7aed605-a3dd-4d5a-a692-a87037af107b" providerId="ADAL" clId="{AA256C9C-DD0A-4A24-AECC-DADA2E819996}" dt="2021-02-26T23:24:33.191" v="921" actId="6549"/>
        <pc:sldMkLst>
          <pc:docMk/>
          <pc:sldMk cId="3347624405" sldId="262"/>
        </pc:sldMkLst>
      </pc:sldChg>
      <pc:sldChg chg="modSp new mod">
        <pc:chgData name="Weifeng Xu" userId="e7aed605-a3dd-4d5a-a692-a87037af107b" providerId="ADAL" clId="{AA256C9C-DD0A-4A24-AECC-DADA2E819996}" dt="2021-02-26T22:07:44.144" v="887" actId="313"/>
        <pc:sldMkLst>
          <pc:docMk/>
          <pc:sldMk cId="523254660" sldId="263"/>
        </pc:sldMkLst>
      </pc:sldChg>
      <pc:sldChg chg="del">
        <pc:chgData name="Weifeng Xu" userId="e7aed605-a3dd-4d5a-a692-a87037af107b" providerId="ADAL" clId="{AA256C9C-DD0A-4A24-AECC-DADA2E819996}" dt="2021-02-26T14:47:34.851" v="6" actId="47"/>
        <pc:sldMkLst>
          <pc:docMk/>
          <pc:sldMk cId="2219828795" sldId="263"/>
        </pc:sldMkLst>
      </pc:sldChg>
      <pc:sldChg chg="del">
        <pc:chgData name="Weifeng Xu" userId="e7aed605-a3dd-4d5a-a692-a87037af107b" providerId="ADAL" clId="{AA256C9C-DD0A-4A24-AECC-DADA2E819996}" dt="2021-02-26T14:47:35.014" v="7" actId="47"/>
        <pc:sldMkLst>
          <pc:docMk/>
          <pc:sldMk cId="266696141" sldId="264"/>
        </pc:sldMkLst>
      </pc:sldChg>
      <pc:sldChg chg="addSp delSp modSp new mod setBg modClrScheme chgLayout modNotesTx">
        <pc:chgData name="Weifeng Xu" userId="e7aed605-a3dd-4d5a-a692-a87037af107b" providerId="ADAL" clId="{AA256C9C-DD0A-4A24-AECC-DADA2E819996}" dt="2021-02-28T14:40:33.310" v="2566" actId="1076"/>
        <pc:sldMkLst>
          <pc:docMk/>
          <pc:sldMk cId="1483570226" sldId="264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3-06T00:11:56.294" v="10594" actId="20577"/>
        <pc:sldMkLst>
          <pc:docMk/>
          <pc:sldMk cId="1005714408" sldId="265"/>
        </pc:sldMkLst>
      </pc:sldChg>
      <pc:sldChg chg="del">
        <pc:chgData name="Weifeng Xu" userId="e7aed605-a3dd-4d5a-a692-a87037af107b" providerId="ADAL" clId="{AA256C9C-DD0A-4A24-AECC-DADA2E819996}" dt="2021-02-26T14:47:34.700" v="5" actId="47"/>
        <pc:sldMkLst>
          <pc:docMk/>
          <pc:sldMk cId="3192448814" sldId="265"/>
        </pc:sldMkLst>
      </pc:sldChg>
      <pc:sldChg chg="addSp delSp modSp new mod modNotesTx">
        <pc:chgData name="Weifeng Xu" userId="e7aed605-a3dd-4d5a-a692-a87037af107b" providerId="ADAL" clId="{AA256C9C-DD0A-4A24-AECC-DADA2E819996}" dt="2021-03-05T21:40:51.971" v="10420" actId="108"/>
        <pc:sldMkLst>
          <pc:docMk/>
          <pc:sldMk cId="2103126633" sldId="266"/>
        </pc:sldMkLst>
      </pc:sldChg>
      <pc:sldChg chg="addSp delSp modSp add mod">
        <pc:chgData name="Weifeng Xu" userId="e7aed605-a3dd-4d5a-a692-a87037af107b" providerId="ADAL" clId="{AA256C9C-DD0A-4A24-AECC-DADA2E819996}" dt="2021-03-05T22:13:51.978" v="10530" actId="1076"/>
        <pc:sldMkLst>
          <pc:docMk/>
          <pc:sldMk cId="2454898931" sldId="267"/>
        </pc:sldMkLst>
      </pc:sldChg>
      <pc:sldChg chg="addSp delSp modSp new mod modClrScheme chgLayout">
        <pc:chgData name="Weifeng Xu" userId="e7aed605-a3dd-4d5a-a692-a87037af107b" providerId="ADAL" clId="{AA256C9C-DD0A-4A24-AECC-DADA2E819996}" dt="2021-02-28T14:00:27.335" v="2028" actId="20577"/>
        <pc:sldMkLst>
          <pc:docMk/>
          <pc:sldMk cId="927007670" sldId="268"/>
        </pc:sldMkLst>
      </pc:sldChg>
      <pc:sldChg chg="addSp delSp modSp new mod modClrScheme chgLayout">
        <pc:chgData name="Weifeng Xu" userId="e7aed605-a3dd-4d5a-a692-a87037af107b" providerId="ADAL" clId="{AA256C9C-DD0A-4A24-AECC-DADA2E819996}" dt="2021-02-28T14:01:21.829" v="2041" actId="20577"/>
        <pc:sldMkLst>
          <pc:docMk/>
          <pc:sldMk cId="1151958853" sldId="269"/>
        </pc:sldMkLst>
      </pc:sldChg>
      <pc:sldChg chg="addSp delSp modSp new mod modClrScheme chgLayout">
        <pc:chgData name="Weifeng Xu" userId="e7aed605-a3dd-4d5a-a692-a87037af107b" providerId="ADAL" clId="{AA256C9C-DD0A-4A24-AECC-DADA2E819996}" dt="2021-02-28T14:04:18.155" v="2106" actId="108"/>
        <pc:sldMkLst>
          <pc:docMk/>
          <pc:sldMk cId="2256375109" sldId="270"/>
        </pc:sldMkLst>
      </pc:sldChg>
      <pc:sldChg chg="modSp new mod">
        <pc:chgData name="Weifeng Xu" userId="e7aed605-a3dd-4d5a-a692-a87037af107b" providerId="ADAL" clId="{AA256C9C-DD0A-4A24-AECC-DADA2E819996}" dt="2021-02-28T14:21:39.487" v="2435" actId="20577"/>
        <pc:sldMkLst>
          <pc:docMk/>
          <pc:sldMk cId="1000008397" sldId="271"/>
        </pc:sldMkLst>
      </pc:sldChg>
      <pc:sldChg chg="addSp delSp modSp new mod setBg modClrScheme chgLayout modNotesTx">
        <pc:chgData name="Weifeng Xu" userId="e7aed605-a3dd-4d5a-a692-a87037af107b" providerId="ADAL" clId="{AA256C9C-DD0A-4A24-AECC-DADA2E819996}" dt="2021-02-28T14:31:55.580" v="2490" actId="20577"/>
        <pc:sldMkLst>
          <pc:docMk/>
          <pc:sldMk cId="3702491373" sldId="272"/>
        </pc:sldMkLst>
      </pc:sldChg>
      <pc:sldChg chg="addSp delSp modSp new mod setBg modNotesTx">
        <pc:chgData name="Weifeng Xu" userId="e7aed605-a3dd-4d5a-a692-a87037af107b" providerId="ADAL" clId="{AA256C9C-DD0A-4A24-AECC-DADA2E819996}" dt="2021-03-02T22:18:23.789" v="6246" actId="1076"/>
        <pc:sldMkLst>
          <pc:docMk/>
          <pc:sldMk cId="4260313878" sldId="273"/>
        </pc:sldMkLst>
      </pc:sldChg>
      <pc:sldChg chg="addSp delSp modSp new mod modClrScheme chgLayout">
        <pc:chgData name="Weifeng Xu" userId="e7aed605-a3dd-4d5a-a692-a87037af107b" providerId="ADAL" clId="{AA256C9C-DD0A-4A24-AECC-DADA2E819996}" dt="2021-02-28T15:06:57.285" v="2657" actId="20577"/>
        <pc:sldMkLst>
          <pc:docMk/>
          <pc:sldMk cId="3090718351" sldId="274"/>
        </pc:sldMkLst>
      </pc:sldChg>
      <pc:sldChg chg="addSp delSp modSp new mod setBg modClrScheme chgLayout">
        <pc:chgData name="Weifeng Xu" userId="e7aed605-a3dd-4d5a-a692-a87037af107b" providerId="ADAL" clId="{AA256C9C-DD0A-4A24-AECC-DADA2E819996}" dt="2021-02-28T15:13:37.857" v="2729" actId="14100"/>
        <pc:sldMkLst>
          <pc:docMk/>
          <pc:sldMk cId="3821000861" sldId="275"/>
        </pc:sldMkLst>
      </pc:sldChg>
      <pc:sldChg chg="addSp delSp modSp new mod modClrScheme chgLayout">
        <pc:chgData name="Weifeng Xu" userId="e7aed605-a3dd-4d5a-a692-a87037af107b" providerId="ADAL" clId="{AA256C9C-DD0A-4A24-AECC-DADA2E819996}" dt="2021-02-28T15:20:40.196" v="2732"/>
        <pc:sldMkLst>
          <pc:docMk/>
          <pc:sldMk cId="1773513139" sldId="276"/>
        </pc:sldMkLst>
      </pc:sldChg>
      <pc:sldChg chg="addSp delSp modSp new mod modClrScheme chgLayout">
        <pc:chgData name="Weifeng Xu" userId="e7aed605-a3dd-4d5a-a692-a87037af107b" providerId="ADAL" clId="{AA256C9C-DD0A-4A24-AECC-DADA2E819996}" dt="2021-02-28T15:56:44.237" v="2943" actId="20577"/>
        <pc:sldMkLst>
          <pc:docMk/>
          <pc:sldMk cId="4164042851" sldId="277"/>
        </pc:sldMkLst>
      </pc:sldChg>
      <pc:sldChg chg="addSp delSp modSp new mod modClrScheme chgLayout">
        <pc:chgData name="Weifeng Xu" userId="e7aed605-a3dd-4d5a-a692-a87037af107b" providerId="ADAL" clId="{AA256C9C-DD0A-4A24-AECC-DADA2E819996}" dt="2021-02-28T15:22:22.343" v="2738"/>
        <pc:sldMkLst>
          <pc:docMk/>
          <pc:sldMk cId="110160891" sldId="278"/>
        </pc:sldMkLst>
      </pc:sldChg>
      <pc:sldChg chg="addSp delSp modSp new mod setBg modClrScheme chgLayout modNotesTx">
        <pc:chgData name="Weifeng Xu" userId="e7aed605-a3dd-4d5a-a692-a87037af107b" providerId="ADAL" clId="{AA256C9C-DD0A-4A24-AECC-DADA2E819996}" dt="2021-03-02T22:11:27.734" v="6170" actId="6549"/>
        <pc:sldMkLst>
          <pc:docMk/>
          <pc:sldMk cId="2351248153" sldId="279"/>
        </pc:sldMkLst>
      </pc:sldChg>
      <pc:sldChg chg="modSp new mod">
        <pc:chgData name="Weifeng Xu" userId="e7aed605-a3dd-4d5a-a692-a87037af107b" providerId="ADAL" clId="{AA256C9C-DD0A-4A24-AECC-DADA2E819996}" dt="2021-02-28T20:10:50.835" v="3559" actId="108"/>
        <pc:sldMkLst>
          <pc:docMk/>
          <pc:sldMk cId="3156258806" sldId="280"/>
        </pc:sldMkLst>
      </pc:sldChg>
      <pc:sldChg chg="modSp add mod modNotesTx">
        <pc:chgData name="Weifeng Xu" userId="e7aed605-a3dd-4d5a-a692-a87037af107b" providerId="ADAL" clId="{AA256C9C-DD0A-4A24-AECC-DADA2E819996}" dt="2021-03-02T21:19:08.375" v="6004" actId="6549"/>
        <pc:sldMkLst>
          <pc:docMk/>
          <pc:sldMk cId="3873850888" sldId="281"/>
        </pc:sldMkLst>
      </pc:sldChg>
      <pc:sldChg chg="addSp delSp modSp new mod modClrScheme chgLayout">
        <pc:chgData name="Weifeng Xu" userId="e7aed605-a3dd-4d5a-a692-a87037af107b" providerId="ADAL" clId="{AA256C9C-DD0A-4A24-AECC-DADA2E819996}" dt="2021-02-28T19:36:40.354" v="3477" actId="20577"/>
        <pc:sldMkLst>
          <pc:docMk/>
          <pc:sldMk cId="4291129217" sldId="282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3-02T00:21:41.524" v="5407" actId="20577"/>
        <pc:sldMkLst>
          <pc:docMk/>
          <pc:sldMk cId="1345239187" sldId="283"/>
        </pc:sldMkLst>
      </pc:sldChg>
      <pc:sldChg chg="addSp delSp modSp new mod ord modClrScheme chgLayout modNotesTx">
        <pc:chgData name="Weifeng Xu" userId="e7aed605-a3dd-4d5a-a692-a87037af107b" providerId="ADAL" clId="{AA256C9C-DD0A-4A24-AECC-DADA2E819996}" dt="2021-03-03T01:20:43.061" v="6949" actId="207"/>
        <pc:sldMkLst>
          <pc:docMk/>
          <pc:sldMk cId="988206790" sldId="284"/>
        </pc:sldMkLst>
      </pc:sldChg>
      <pc:sldChg chg="addSp delSp modSp new mod setBg">
        <pc:chgData name="Weifeng Xu" userId="e7aed605-a3dd-4d5a-a692-a87037af107b" providerId="ADAL" clId="{AA256C9C-DD0A-4A24-AECC-DADA2E819996}" dt="2021-03-03T01:20:47.873" v="6950" actId="207"/>
        <pc:sldMkLst>
          <pc:docMk/>
          <pc:sldMk cId="848153081" sldId="285"/>
        </pc:sldMkLst>
      </pc:sldChg>
      <pc:sldChg chg="addSp modSp new mod modClrScheme chgLayout modNotesTx">
        <pc:chgData name="Weifeng Xu" userId="e7aed605-a3dd-4d5a-a692-a87037af107b" providerId="ADAL" clId="{AA256C9C-DD0A-4A24-AECC-DADA2E819996}" dt="2021-03-03T01:06:48.381" v="6773" actId="27636"/>
        <pc:sldMkLst>
          <pc:docMk/>
          <pc:sldMk cId="319929686" sldId="286"/>
        </pc:sldMkLst>
      </pc:sldChg>
      <pc:sldChg chg="addSp delSp modSp new mod modClrScheme chgLayout">
        <pc:chgData name="Weifeng Xu" userId="e7aed605-a3dd-4d5a-a692-a87037af107b" providerId="ADAL" clId="{AA256C9C-DD0A-4A24-AECC-DADA2E819996}" dt="2021-03-01T02:11:54.831" v="4792" actId="313"/>
        <pc:sldMkLst>
          <pc:docMk/>
          <pc:sldMk cId="2783025053" sldId="287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3-02T20:12:05.995" v="5975" actId="114"/>
        <pc:sldMkLst>
          <pc:docMk/>
          <pc:sldMk cId="114776636" sldId="288"/>
        </pc:sldMkLst>
      </pc:sldChg>
      <pc:sldChg chg="addSp delSp modSp new mod setBg modClrScheme chgLayout modNotesTx">
        <pc:chgData name="Weifeng Xu" userId="e7aed605-a3dd-4d5a-a692-a87037af107b" providerId="ADAL" clId="{AA256C9C-DD0A-4A24-AECC-DADA2E819996}" dt="2021-03-01T20:15:14.639" v="5131" actId="14100"/>
        <pc:sldMkLst>
          <pc:docMk/>
          <pc:sldMk cId="3622009093" sldId="289"/>
        </pc:sldMkLst>
      </pc:sldChg>
      <pc:sldChg chg="addSp delSp modSp new mod setBg modNotesTx">
        <pc:chgData name="Weifeng Xu" userId="e7aed605-a3dd-4d5a-a692-a87037af107b" providerId="ADAL" clId="{AA256C9C-DD0A-4A24-AECC-DADA2E819996}" dt="2021-03-01T15:40:09.662" v="4901" actId="11529"/>
        <pc:sldMkLst>
          <pc:docMk/>
          <pc:sldMk cId="1554022807" sldId="290"/>
        </pc:sldMkLst>
      </pc:sldChg>
      <pc:sldChg chg="addSp delSp modSp new del mod modClrScheme chgLayout">
        <pc:chgData name="Weifeng Xu" userId="e7aed605-a3dd-4d5a-a692-a87037af107b" providerId="ADAL" clId="{AA256C9C-DD0A-4A24-AECC-DADA2E819996}" dt="2021-03-01T20:29:24.171" v="5132" actId="47"/>
        <pc:sldMkLst>
          <pc:docMk/>
          <pc:sldMk cId="827751928" sldId="291"/>
        </pc:sldMkLst>
      </pc:sldChg>
      <pc:sldChg chg="addSp delSp modSp new del mod ord setBg">
        <pc:chgData name="Weifeng Xu" userId="e7aed605-a3dd-4d5a-a692-a87037af107b" providerId="ADAL" clId="{AA256C9C-DD0A-4A24-AECC-DADA2E819996}" dt="2021-03-01T19:58:03.679" v="5073" actId="47"/>
        <pc:sldMkLst>
          <pc:docMk/>
          <pc:sldMk cId="3822761523" sldId="292"/>
        </pc:sldMkLst>
      </pc:sldChg>
      <pc:sldChg chg="addSp delSp modSp new mod ord modNotesTx">
        <pc:chgData name="Weifeng Xu" userId="e7aed605-a3dd-4d5a-a692-a87037af107b" providerId="ADAL" clId="{AA256C9C-DD0A-4A24-AECC-DADA2E819996}" dt="2021-03-01T20:08:39.822" v="5122" actId="1076"/>
        <pc:sldMkLst>
          <pc:docMk/>
          <pc:sldMk cId="1757879576" sldId="293"/>
        </pc:sldMkLst>
      </pc:sldChg>
      <pc:sldChg chg="addSp modSp new mod">
        <pc:chgData name="Weifeng Xu" userId="e7aed605-a3dd-4d5a-a692-a87037af107b" providerId="ADAL" clId="{AA256C9C-DD0A-4A24-AECC-DADA2E819996}" dt="2021-03-01T20:44:25.886" v="5190" actId="14100"/>
        <pc:sldMkLst>
          <pc:docMk/>
          <pc:sldMk cId="2207446241" sldId="294"/>
        </pc:sldMkLst>
      </pc:sldChg>
      <pc:sldChg chg="addSp delSp modSp new del mod setBg chgLayout">
        <pc:chgData name="Weifeng Xu" userId="e7aed605-a3dd-4d5a-a692-a87037af107b" providerId="ADAL" clId="{AA256C9C-DD0A-4A24-AECC-DADA2E819996}" dt="2021-03-03T15:27:12.431" v="7115" actId="47"/>
        <pc:sldMkLst>
          <pc:docMk/>
          <pc:sldMk cId="4055577986" sldId="295"/>
        </pc:sldMkLst>
      </pc:sldChg>
      <pc:sldChg chg="addSp delSp modSp new mod modClrScheme chgLayout">
        <pc:chgData name="Weifeng Xu" userId="e7aed605-a3dd-4d5a-a692-a87037af107b" providerId="ADAL" clId="{AA256C9C-DD0A-4A24-AECC-DADA2E819996}" dt="2021-03-02T00:19:02.511" v="5333"/>
        <pc:sldMkLst>
          <pc:docMk/>
          <pc:sldMk cId="2323005149" sldId="296"/>
        </pc:sldMkLst>
      </pc:sldChg>
      <pc:sldChg chg="addSp delSp modSp new mod ord modClrScheme chgLayout modNotesTx">
        <pc:chgData name="Weifeng Xu" userId="e7aed605-a3dd-4d5a-a692-a87037af107b" providerId="ADAL" clId="{AA256C9C-DD0A-4A24-AECC-DADA2E819996}" dt="2021-03-02T20:23:07.964" v="5989" actId="13822"/>
        <pc:sldMkLst>
          <pc:docMk/>
          <pc:sldMk cId="2224677796" sldId="297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3-02T02:38:46.566" v="5710" actId="1076"/>
        <pc:sldMkLst>
          <pc:docMk/>
          <pc:sldMk cId="1105583169" sldId="298"/>
        </pc:sldMkLst>
      </pc:sldChg>
      <pc:sldChg chg="addSp delSp modSp new mod modNotesTx">
        <pc:chgData name="Weifeng Xu" userId="e7aed605-a3dd-4d5a-a692-a87037af107b" providerId="ADAL" clId="{AA256C9C-DD0A-4A24-AECC-DADA2E819996}" dt="2021-03-03T15:30:40.779" v="7131" actId="14100"/>
        <pc:sldMkLst>
          <pc:docMk/>
          <pc:sldMk cId="3471057309" sldId="299"/>
        </pc:sldMkLst>
      </pc:sldChg>
      <pc:sldChg chg="addSp delSp modSp new mod setBg modNotesTx">
        <pc:chgData name="Weifeng Xu" userId="e7aed605-a3dd-4d5a-a692-a87037af107b" providerId="ADAL" clId="{AA256C9C-DD0A-4A24-AECC-DADA2E819996}" dt="2021-03-02T03:37:31.474" v="5973"/>
        <pc:sldMkLst>
          <pc:docMk/>
          <pc:sldMk cId="877061006" sldId="300"/>
        </pc:sldMkLst>
      </pc:sldChg>
      <pc:sldChg chg="addSp delSp modSp new mod setBg modClrScheme delDesignElem chgLayout">
        <pc:chgData name="Weifeng Xu" userId="e7aed605-a3dd-4d5a-a692-a87037af107b" providerId="ADAL" clId="{AA256C9C-DD0A-4A24-AECC-DADA2E819996}" dt="2021-03-03T00:22:42.415" v="6552" actId="700"/>
        <pc:sldMkLst>
          <pc:docMk/>
          <pc:sldMk cId="2343196982" sldId="301"/>
        </pc:sldMkLst>
      </pc:sldChg>
      <pc:sldChg chg="addSp delSp modSp new mod setBg setClrOvrMap modNotesTx">
        <pc:chgData name="Weifeng Xu" userId="e7aed605-a3dd-4d5a-a692-a87037af107b" providerId="ADAL" clId="{AA256C9C-DD0A-4A24-AECC-DADA2E819996}" dt="2021-03-04T01:33:36.099" v="7893" actId="20577"/>
        <pc:sldMkLst>
          <pc:docMk/>
          <pc:sldMk cId="493733997" sldId="302"/>
        </pc:sldMkLst>
      </pc:sldChg>
      <pc:sldChg chg="addSp delSp modSp new mod modClrScheme chgLayout">
        <pc:chgData name="Weifeng Xu" userId="e7aed605-a3dd-4d5a-a692-a87037af107b" providerId="ADAL" clId="{AA256C9C-DD0A-4A24-AECC-DADA2E819996}" dt="2021-03-03T00:26:19.695" v="6619" actId="114"/>
        <pc:sldMkLst>
          <pc:docMk/>
          <pc:sldMk cId="3476121000" sldId="303"/>
        </pc:sldMkLst>
      </pc:sldChg>
      <pc:sldChg chg="addSp modSp new mod">
        <pc:chgData name="Weifeng Xu" userId="e7aed605-a3dd-4d5a-a692-a87037af107b" providerId="ADAL" clId="{AA256C9C-DD0A-4A24-AECC-DADA2E819996}" dt="2021-03-03T15:26:49.354" v="7114" actId="1076"/>
        <pc:sldMkLst>
          <pc:docMk/>
          <pc:sldMk cId="53763807" sldId="304"/>
        </pc:sldMkLst>
      </pc:sldChg>
      <pc:sldChg chg="addSp modSp new mod modClrScheme chgLayout modNotesTx">
        <pc:chgData name="Weifeng Xu" userId="e7aed605-a3dd-4d5a-a692-a87037af107b" providerId="ADAL" clId="{AA256C9C-DD0A-4A24-AECC-DADA2E819996}" dt="2021-03-03T16:13:57.251" v="7181" actId="313"/>
        <pc:sldMkLst>
          <pc:docMk/>
          <pc:sldMk cId="1618462415" sldId="305"/>
        </pc:sldMkLst>
      </pc:sldChg>
      <pc:sldChg chg="addSp delSp modSp new mod setBg modNotesTx">
        <pc:chgData name="Weifeng Xu" userId="e7aed605-a3dd-4d5a-a692-a87037af107b" providerId="ADAL" clId="{AA256C9C-DD0A-4A24-AECC-DADA2E819996}" dt="2021-03-03T20:13:27.354" v="7393" actId="13822"/>
        <pc:sldMkLst>
          <pc:docMk/>
          <pc:sldMk cId="180323046" sldId="306"/>
        </pc:sldMkLst>
      </pc:sldChg>
      <pc:sldChg chg="addSp modSp new mod modNotesTx">
        <pc:chgData name="Weifeng Xu" userId="e7aed605-a3dd-4d5a-a692-a87037af107b" providerId="ADAL" clId="{AA256C9C-DD0A-4A24-AECC-DADA2E819996}" dt="2021-03-04T01:01:21.648" v="7429" actId="20577"/>
        <pc:sldMkLst>
          <pc:docMk/>
          <pc:sldMk cId="3237227748" sldId="307"/>
        </pc:sldMkLst>
      </pc:sldChg>
      <pc:sldChg chg="addSp delSp modSp new mod setBg modClrScheme chgLayout">
        <pc:chgData name="Weifeng Xu" userId="e7aed605-a3dd-4d5a-a692-a87037af107b" providerId="ADAL" clId="{AA256C9C-DD0A-4A24-AECC-DADA2E819996}" dt="2021-03-04T01:40:04.424" v="7941" actId="313"/>
        <pc:sldMkLst>
          <pc:docMk/>
          <pc:sldMk cId="1577270902" sldId="308"/>
        </pc:sldMkLst>
      </pc:sldChg>
      <pc:sldChg chg="addSp modSp new mod modClrScheme chgLayout modNotesTx">
        <pc:chgData name="Weifeng Xu" userId="e7aed605-a3dd-4d5a-a692-a87037af107b" providerId="ADAL" clId="{AA256C9C-DD0A-4A24-AECC-DADA2E819996}" dt="2021-03-06T00:53:17.866" v="10632" actId="20577"/>
        <pc:sldMkLst>
          <pc:docMk/>
          <pc:sldMk cId="181172030" sldId="309"/>
        </pc:sldMkLst>
      </pc:sldChg>
      <pc:sldChg chg="addSp modSp new mod modNotesTx">
        <pc:chgData name="Weifeng Xu" userId="e7aed605-a3dd-4d5a-a692-a87037af107b" providerId="ADAL" clId="{AA256C9C-DD0A-4A24-AECC-DADA2E819996}" dt="2021-03-04T01:45:11.674" v="8115"/>
        <pc:sldMkLst>
          <pc:docMk/>
          <pc:sldMk cId="1809058598" sldId="310"/>
        </pc:sldMkLst>
      </pc:sldChg>
      <pc:sldChg chg="addSp modSp new mod ord setBg modNotesTx">
        <pc:chgData name="Weifeng Xu" userId="e7aed605-a3dd-4d5a-a692-a87037af107b" providerId="ADAL" clId="{AA256C9C-DD0A-4A24-AECC-DADA2E819996}" dt="2021-03-04T01:52:43.974" v="8121"/>
        <pc:sldMkLst>
          <pc:docMk/>
          <pc:sldMk cId="4192303" sldId="311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3-04T14:19:28.906" v="8326" actId="20577"/>
        <pc:sldMkLst>
          <pc:docMk/>
          <pc:sldMk cId="591621681" sldId="312"/>
        </pc:sldMkLst>
      </pc:sldChg>
      <pc:sldChg chg="delSp modSp add mod setBg modClrScheme chgLayout">
        <pc:chgData name="Weifeng Xu" userId="e7aed605-a3dd-4d5a-a692-a87037af107b" providerId="ADAL" clId="{AA256C9C-DD0A-4A24-AECC-DADA2E819996}" dt="2021-03-04T14:14:00.727" v="8193" actId="26606"/>
        <pc:sldMkLst>
          <pc:docMk/>
          <pc:sldMk cId="214490323" sldId="313"/>
        </pc:sldMkLst>
      </pc:sldChg>
      <pc:sldChg chg="modSp new del mod ord">
        <pc:chgData name="Weifeng Xu" userId="e7aed605-a3dd-4d5a-a692-a87037af107b" providerId="ADAL" clId="{AA256C9C-DD0A-4A24-AECC-DADA2E819996}" dt="2021-03-06T01:10:00.999" v="10634" actId="47"/>
        <pc:sldMkLst>
          <pc:docMk/>
          <pc:sldMk cId="3728242763" sldId="314"/>
        </pc:sldMkLst>
      </pc:sldChg>
      <pc:sldChg chg="addSp delSp modSp new del mod setBg modClrScheme chgLayout">
        <pc:chgData name="Weifeng Xu" userId="e7aed605-a3dd-4d5a-a692-a87037af107b" providerId="ADAL" clId="{AA256C9C-DD0A-4A24-AECC-DADA2E819996}" dt="2021-03-06T01:07:43.610" v="10633" actId="47"/>
        <pc:sldMkLst>
          <pc:docMk/>
          <pc:sldMk cId="3108349625" sldId="315"/>
        </pc:sldMkLst>
      </pc:sldChg>
      <pc:sldChg chg="addSp modSp new mod modClrScheme chgLayout modNotesTx">
        <pc:chgData name="Weifeng Xu" userId="e7aed605-a3dd-4d5a-a692-a87037af107b" providerId="ADAL" clId="{AA256C9C-DD0A-4A24-AECC-DADA2E819996}" dt="2021-03-04T16:45:39.384" v="9017" actId="6549"/>
        <pc:sldMkLst>
          <pc:docMk/>
          <pc:sldMk cId="4015681537" sldId="316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3-04T16:34:13.476" v="8898" actId="1076"/>
        <pc:sldMkLst>
          <pc:docMk/>
          <pc:sldMk cId="3632309167" sldId="317"/>
        </pc:sldMkLst>
      </pc:sldChg>
      <pc:sldChg chg="addSp delSp modSp new mod ord setBg modClrScheme chgLayout">
        <pc:chgData name="Weifeng Xu" userId="e7aed605-a3dd-4d5a-a692-a87037af107b" providerId="ADAL" clId="{AA256C9C-DD0A-4A24-AECC-DADA2E819996}" dt="2021-03-04T20:09:51.053" v="9244" actId="1076"/>
        <pc:sldMkLst>
          <pc:docMk/>
          <pc:sldMk cId="3337387503" sldId="318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3-04T20:02:26.656" v="9210" actId="5793"/>
        <pc:sldMkLst>
          <pc:docMk/>
          <pc:sldMk cId="2446382234" sldId="319"/>
        </pc:sldMkLst>
      </pc:sldChg>
      <pc:sldChg chg="addSp modSp new mod modNotesTx">
        <pc:chgData name="Weifeng Xu" userId="e7aed605-a3dd-4d5a-a692-a87037af107b" providerId="ADAL" clId="{AA256C9C-DD0A-4A24-AECC-DADA2E819996}" dt="2021-03-06T00:50:45.150" v="10627" actId="20577"/>
        <pc:sldMkLst>
          <pc:docMk/>
          <pc:sldMk cId="3877897741" sldId="320"/>
        </pc:sldMkLst>
      </pc:sldChg>
      <pc:sldChg chg="addSp delSp modSp new mod modClrScheme chgLayout modNotesTx">
        <pc:chgData name="Weifeng Xu" userId="e7aed605-a3dd-4d5a-a692-a87037af107b" providerId="ADAL" clId="{AA256C9C-DD0A-4A24-AECC-DADA2E819996}" dt="2021-03-06T00:50:35.757" v="10621" actId="207"/>
        <pc:sldMkLst>
          <pc:docMk/>
          <pc:sldMk cId="926804527" sldId="321"/>
        </pc:sldMkLst>
      </pc:sldChg>
      <pc:sldChg chg="addSp modSp new mod modNotesTx">
        <pc:chgData name="Weifeng Xu" userId="e7aed605-a3dd-4d5a-a692-a87037af107b" providerId="ADAL" clId="{AA256C9C-DD0A-4A24-AECC-DADA2E819996}" dt="2021-03-05T19:56:00.535" v="10087" actId="1076"/>
        <pc:sldMkLst>
          <pc:docMk/>
          <pc:sldMk cId="3506800452" sldId="322"/>
        </pc:sldMkLst>
      </pc:sldChg>
      <pc:sldChg chg="addSp delSp modSp new mod setBg modClrScheme setClrOvrMap chgLayout">
        <pc:chgData name="Weifeng Xu" userId="e7aed605-a3dd-4d5a-a692-a87037af107b" providerId="ADAL" clId="{AA256C9C-DD0A-4A24-AECC-DADA2E819996}" dt="2021-03-05T20:35:18.409" v="10151" actId="20577"/>
        <pc:sldMkLst>
          <pc:docMk/>
          <pc:sldMk cId="1212472519" sldId="323"/>
        </pc:sldMkLst>
      </pc:sldChg>
      <pc:sldChg chg="addSp delSp modSp add mod">
        <pc:chgData name="Weifeng Xu" userId="e7aed605-a3dd-4d5a-a692-a87037af107b" providerId="ADAL" clId="{AA256C9C-DD0A-4A24-AECC-DADA2E819996}" dt="2021-03-05T21:11:48.534" v="10307" actId="1076"/>
        <pc:sldMkLst>
          <pc:docMk/>
          <pc:sldMk cId="1474958626" sldId="324"/>
        </pc:sldMkLst>
      </pc:sldChg>
      <pc:sldChg chg="addSp delSp modSp new mod modClrScheme chgLayout">
        <pc:chgData name="Weifeng Xu" userId="e7aed605-a3dd-4d5a-a692-a87037af107b" providerId="ADAL" clId="{AA256C9C-DD0A-4A24-AECC-DADA2E819996}" dt="2021-03-05T21:18:43.715" v="10341" actId="20577"/>
        <pc:sldMkLst>
          <pc:docMk/>
          <pc:sldMk cId="953707264" sldId="325"/>
        </pc:sldMkLst>
      </pc:sldChg>
      <pc:sldChg chg="addSp modSp add mod">
        <pc:chgData name="Weifeng Xu" userId="e7aed605-a3dd-4d5a-a692-a87037af107b" providerId="ADAL" clId="{AA256C9C-DD0A-4A24-AECC-DADA2E819996}" dt="2021-03-05T21:21:44.231" v="10357" actId="6549"/>
        <pc:sldMkLst>
          <pc:docMk/>
          <pc:sldMk cId="4066713324" sldId="326"/>
        </pc:sldMkLst>
      </pc:sldChg>
      <pc:sldChg chg="addSp modSp add mod">
        <pc:chgData name="Weifeng Xu" userId="e7aed605-a3dd-4d5a-a692-a87037af107b" providerId="ADAL" clId="{AA256C9C-DD0A-4A24-AECC-DADA2E819996}" dt="2021-03-05T21:46:05.551" v="10469" actId="1076"/>
        <pc:sldMkLst>
          <pc:docMk/>
          <pc:sldMk cId="1895418146" sldId="327"/>
        </pc:sldMkLst>
      </pc:sldChg>
      <pc:sldChg chg="add del">
        <pc:chgData name="Weifeng Xu" userId="e7aed605-a3dd-4d5a-a692-a87037af107b" providerId="ADAL" clId="{AA256C9C-DD0A-4A24-AECC-DADA2E819996}" dt="2021-03-05T21:14:24.595" v="10320"/>
        <pc:sldMkLst>
          <pc:docMk/>
          <pc:sldMk cId="3544567058" sldId="327"/>
        </pc:sldMkLst>
      </pc:sldChg>
      <pc:sldChg chg="delSp modSp add mod">
        <pc:chgData name="Weifeng Xu" userId="e7aed605-a3dd-4d5a-a692-a87037af107b" providerId="ADAL" clId="{AA256C9C-DD0A-4A24-AECC-DADA2E819996}" dt="2021-03-05T22:17:35.143" v="10563" actId="20577"/>
        <pc:sldMkLst>
          <pc:docMk/>
          <pc:sldMk cId="1077324671" sldId="328"/>
        </pc:sldMkLst>
      </pc:sldChg>
      <pc:sldChg chg="addSp modSp new mod ord">
        <pc:chgData name="Weifeng Xu" userId="e7aed605-a3dd-4d5a-a692-a87037af107b" providerId="ADAL" clId="{AA256C9C-DD0A-4A24-AECC-DADA2E819996}" dt="2021-03-06T00:07:30.807" v="10565" actId="114"/>
        <pc:sldMkLst>
          <pc:docMk/>
          <pc:sldMk cId="4060086368" sldId="329"/>
        </pc:sldMkLst>
      </pc:sldChg>
      <pc:sldChg chg="new del">
        <pc:chgData name="Weifeng Xu" userId="e7aed605-a3dd-4d5a-a692-a87037af107b" providerId="ADAL" clId="{AA256C9C-DD0A-4A24-AECC-DADA2E819996}" dt="2021-03-06T00:49:17.049" v="10596" actId="680"/>
        <pc:sldMkLst>
          <pc:docMk/>
          <pc:sldMk cId="1125489474" sldId="330"/>
        </pc:sldMkLst>
      </pc:sldChg>
    </pc:docChg>
  </pc:docChgLst>
  <pc:docChgLst>
    <pc:chgData name="Weifeng Xu" userId="e7aed605-a3dd-4d5a-a692-a87037af107b" providerId="ADAL" clId="{E0A36AE6-DAEB-4086-8CDB-3902B8401090}"/>
    <pc:docChg chg="undo custSel mod addSld delSld modSld">
      <pc:chgData name="Weifeng Xu" userId="e7aed605-a3dd-4d5a-a692-a87037af107b" providerId="ADAL" clId="{E0A36AE6-DAEB-4086-8CDB-3902B8401090}" dt="2021-01-18T00:01:06.800" v="260" actId="6549"/>
      <pc:docMkLst>
        <pc:docMk/>
      </pc:docMkLst>
      <pc:sldChg chg="addSp delSp modSp mod setBg">
        <pc:chgData name="Weifeng Xu" userId="e7aed605-a3dd-4d5a-a692-a87037af107b" providerId="ADAL" clId="{E0A36AE6-DAEB-4086-8CDB-3902B8401090}" dt="2021-01-17T23:59:46.284" v="256" actId="26606"/>
        <pc:sldMkLst>
          <pc:docMk/>
          <pc:sldMk cId="1392771324" sldId="258"/>
        </pc:sldMkLst>
      </pc:sldChg>
      <pc:sldChg chg="del">
        <pc:chgData name="Weifeng Xu" userId="e7aed605-a3dd-4d5a-a692-a87037af107b" providerId="ADAL" clId="{E0A36AE6-DAEB-4086-8CDB-3902B8401090}" dt="2021-01-17T23:45:25.843" v="81" actId="47"/>
        <pc:sldMkLst>
          <pc:docMk/>
          <pc:sldMk cId="627889270" sldId="259"/>
        </pc:sldMkLst>
      </pc:sldChg>
      <pc:sldChg chg="modSp new mod">
        <pc:chgData name="Weifeng Xu" userId="e7aed605-a3dd-4d5a-a692-a87037af107b" providerId="ADAL" clId="{E0A36AE6-DAEB-4086-8CDB-3902B8401090}" dt="2021-01-17T23:53:10.893" v="178" actId="20577"/>
        <pc:sldMkLst>
          <pc:docMk/>
          <pc:sldMk cId="2206727044" sldId="259"/>
        </pc:sldMkLst>
      </pc:sldChg>
      <pc:sldChg chg="del">
        <pc:chgData name="Weifeng Xu" userId="e7aed605-a3dd-4d5a-a692-a87037af107b" providerId="ADAL" clId="{E0A36AE6-DAEB-4086-8CDB-3902B8401090}" dt="2021-01-17T23:45:25.974" v="82" actId="47"/>
        <pc:sldMkLst>
          <pc:docMk/>
          <pc:sldMk cId="1241162418" sldId="260"/>
        </pc:sldMkLst>
      </pc:sldChg>
      <pc:sldChg chg="addSp modSp new mod setBg">
        <pc:chgData name="Weifeng Xu" userId="e7aed605-a3dd-4d5a-a692-a87037af107b" providerId="ADAL" clId="{E0A36AE6-DAEB-4086-8CDB-3902B8401090}" dt="2021-01-18T00:01:06.800" v="260" actId="6549"/>
        <pc:sldMkLst>
          <pc:docMk/>
          <pc:sldMk cId="3022601266" sldId="260"/>
        </pc:sldMkLst>
      </pc:sldChg>
      <pc:sldChg chg="del">
        <pc:chgData name="Weifeng Xu" userId="e7aed605-a3dd-4d5a-a692-a87037af107b" providerId="ADAL" clId="{E0A36AE6-DAEB-4086-8CDB-3902B8401090}" dt="2021-01-17T23:45:26.140" v="83" actId="47"/>
        <pc:sldMkLst>
          <pc:docMk/>
          <pc:sldMk cId="2722048472" sldId="261"/>
        </pc:sldMkLst>
      </pc:sldChg>
      <pc:sldChg chg="del">
        <pc:chgData name="Weifeng Xu" userId="e7aed605-a3dd-4d5a-a692-a87037af107b" providerId="ADAL" clId="{E0A36AE6-DAEB-4086-8CDB-3902B8401090}" dt="2021-01-17T23:45:26.285" v="84" actId="47"/>
        <pc:sldMkLst>
          <pc:docMk/>
          <pc:sldMk cId="988553735" sldId="262"/>
        </pc:sldMkLst>
      </pc:sldChg>
      <pc:sldChg chg="del">
        <pc:chgData name="Weifeng Xu" userId="e7aed605-a3dd-4d5a-a692-a87037af107b" providerId="ADAL" clId="{E0A36AE6-DAEB-4086-8CDB-3902B8401090}" dt="2021-01-17T23:45:26.428" v="85" actId="47"/>
        <pc:sldMkLst>
          <pc:docMk/>
          <pc:sldMk cId="1237432803" sldId="263"/>
        </pc:sldMkLst>
      </pc:sldChg>
      <pc:sldChg chg="del">
        <pc:chgData name="Weifeng Xu" userId="e7aed605-a3dd-4d5a-a692-a87037af107b" providerId="ADAL" clId="{E0A36AE6-DAEB-4086-8CDB-3902B8401090}" dt="2021-01-17T23:45:26.580" v="86" actId="47"/>
        <pc:sldMkLst>
          <pc:docMk/>
          <pc:sldMk cId="2602603962" sldId="264"/>
        </pc:sldMkLst>
      </pc:sldChg>
      <pc:sldChg chg="del">
        <pc:chgData name="Weifeng Xu" userId="e7aed605-a3dd-4d5a-a692-a87037af107b" providerId="ADAL" clId="{E0A36AE6-DAEB-4086-8CDB-3902B8401090}" dt="2021-01-17T23:45:26.781" v="87" actId="47"/>
        <pc:sldMkLst>
          <pc:docMk/>
          <pc:sldMk cId="3419174452" sldId="265"/>
        </pc:sldMkLst>
      </pc:sldChg>
      <pc:sldChg chg="del">
        <pc:chgData name="Weifeng Xu" userId="e7aed605-a3dd-4d5a-a692-a87037af107b" providerId="ADAL" clId="{E0A36AE6-DAEB-4086-8CDB-3902B8401090}" dt="2021-01-17T23:45:26.965" v="88" actId="47"/>
        <pc:sldMkLst>
          <pc:docMk/>
          <pc:sldMk cId="1160958258" sldId="266"/>
        </pc:sldMkLst>
      </pc:sldChg>
    </pc:docChg>
  </pc:docChgLst>
  <pc:docChgLst>
    <pc:chgData name="Harleen Kaur" userId="S::id65ns02@ubalt.edu::9f7fc1d6-ab67-473f-ba46-e98f6ce2049b" providerId="AD" clId="Web-{68A8C86E-8384-0673-8113-35C86191348C}"/>
    <pc:docChg chg="addSld modSld">
      <pc:chgData name="Harleen Kaur" userId="S::id65ns02@ubalt.edu::9f7fc1d6-ab67-473f-ba46-e98f6ce2049b" providerId="AD" clId="Web-{68A8C86E-8384-0673-8113-35C86191348C}" dt="2021-07-10T18:45:03.134" v="272" actId="20577"/>
      <pc:docMkLst>
        <pc:docMk/>
      </pc:docMkLst>
      <pc:sldChg chg="delSp modSp">
        <pc:chgData name="Harleen Kaur" userId="S::id65ns02@ubalt.edu::9f7fc1d6-ab67-473f-ba46-e98f6ce2049b" providerId="AD" clId="Web-{68A8C86E-8384-0673-8113-35C86191348C}" dt="2021-07-10T18:12:23.405" v="5" actId="1076"/>
        <pc:sldMkLst>
          <pc:docMk/>
          <pc:sldMk cId="1318968879" sldId="401"/>
        </pc:sldMkLst>
      </pc:sldChg>
      <pc:sldChg chg="addSp delSp modSp">
        <pc:chgData name="Harleen Kaur" userId="S::id65ns02@ubalt.edu::9f7fc1d6-ab67-473f-ba46-e98f6ce2049b" providerId="AD" clId="Web-{68A8C86E-8384-0673-8113-35C86191348C}" dt="2021-07-10T18:22:23.518" v="94" actId="14100"/>
        <pc:sldMkLst>
          <pc:docMk/>
          <pc:sldMk cId="2895696043" sldId="406"/>
        </pc:sldMkLst>
      </pc:sldChg>
      <pc:sldChg chg="modSp new">
        <pc:chgData name="Harleen Kaur" userId="S::id65ns02@ubalt.edu::9f7fc1d6-ab67-473f-ba46-e98f6ce2049b" providerId="AD" clId="Web-{68A8C86E-8384-0673-8113-35C86191348C}" dt="2021-07-10T18:20:15.577" v="90" actId="20577"/>
        <pc:sldMkLst>
          <pc:docMk/>
          <pc:sldMk cId="1049910314" sldId="441"/>
        </pc:sldMkLst>
      </pc:sldChg>
      <pc:sldChg chg="modSp new">
        <pc:chgData name="Harleen Kaur" userId="S::id65ns02@ubalt.edu::9f7fc1d6-ab67-473f-ba46-e98f6ce2049b" providerId="AD" clId="Web-{68A8C86E-8384-0673-8113-35C86191348C}" dt="2021-07-10T18:42:34.051" v="197" actId="20577"/>
        <pc:sldMkLst>
          <pc:docMk/>
          <pc:sldMk cId="2338093303" sldId="442"/>
        </pc:sldMkLst>
      </pc:sldChg>
      <pc:sldChg chg="modSp new">
        <pc:chgData name="Harleen Kaur" userId="S::id65ns02@ubalt.edu::9f7fc1d6-ab67-473f-ba46-e98f6ce2049b" providerId="AD" clId="Web-{68A8C86E-8384-0673-8113-35C86191348C}" dt="2021-07-10T18:45:03.134" v="272" actId="20577"/>
        <pc:sldMkLst>
          <pc:docMk/>
          <pc:sldMk cId="3318184395" sldId="443"/>
        </pc:sldMkLst>
      </pc:sldChg>
    </pc:docChg>
  </pc:docChgLst>
  <pc:docChgLst>
    <pc:chgData name="Harleen Kaur" userId="S::id65ns02@ubalt.edu::9f7fc1d6-ab67-473f-ba46-e98f6ce2049b" providerId="AD" clId="Web-{B04C8B79-3616-5039-F4FC-2D1DEDB04307}"/>
    <pc:docChg chg="addSld delSld modSld">
      <pc:chgData name="Harleen Kaur" userId="S::id65ns02@ubalt.edu::9f7fc1d6-ab67-473f-ba46-e98f6ce2049b" providerId="AD" clId="Web-{B04C8B79-3616-5039-F4FC-2D1DEDB04307}" dt="2021-06-23T18:31:16.467" v="3521"/>
      <pc:docMkLst>
        <pc:docMk/>
      </pc:docMkLst>
      <pc:sldChg chg="addSp delSp modSp mod setBg">
        <pc:chgData name="Harleen Kaur" userId="S::id65ns02@ubalt.edu::9f7fc1d6-ab67-473f-ba46-e98f6ce2049b" providerId="AD" clId="Web-{B04C8B79-3616-5039-F4FC-2D1DEDB04307}" dt="2021-06-22T17:44:39.378" v="39" actId="1076"/>
        <pc:sldMkLst>
          <pc:docMk/>
          <pc:sldMk cId="239878079" sldId="258"/>
        </pc:sldMkLst>
      </pc:sldChg>
      <pc:sldChg chg="addSp delSp modSp mod setBg">
        <pc:chgData name="Harleen Kaur" userId="S::id65ns02@ubalt.edu::9f7fc1d6-ab67-473f-ba46-e98f6ce2049b" providerId="AD" clId="Web-{B04C8B79-3616-5039-F4FC-2D1DEDB04307}" dt="2021-06-22T19:41:28.548" v="1493" actId="14100"/>
        <pc:sldMkLst>
          <pc:docMk/>
          <pc:sldMk cId="2119920008" sldId="347"/>
        </pc:sldMkLst>
      </pc:sldChg>
      <pc:sldChg chg="addSp delSp modSp">
        <pc:chgData name="Harleen Kaur" userId="S::id65ns02@ubalt.edu::9f7fc1d6-ab67-473f-ba46-e98f6ce2049b" providerId="AD" clId="Web-{B04C8B79-3616-5039-F4FC-2D1DEDB04307}" dt="2021-06-22T20:27:55.025" v="1635" actId="20577"/>
        <pc:sldMkLst>
          <pc:docMk/>
          <pc:sldMk cId="1544669389" sldId="348"/>
        </pc:sldMkLst>
      </pc:sldChg>
      <pc:sldChg chg="addSp delSp modSp">
        <pc:chgData name="Harleen Kaur" userId="S::id65ns02@ubalt.edu::9f7fc1d6-ab67-473f-ba46-e98f6ce2049b" providerId="AD" clId="Web-{B04C8B79-3616-5039-F4FC-2D1DEDB04307}" dt="2021-06-22T20:16:09.803" v="1549"/>
        <pc:sldMkLst>
          <pc:docMk/>
          <pc:sldMk cId="4183142448" sldId="349"/>
        </pc:sldMkLst>
      </pc:sldChg>
      <pc:sldChg chg="addSp delSp modSp">
        <pc:chgData name="Harleen Kaur" userId="S::id65ns02@ubalt.edu::9f7fc1d6-ab67-473f-ba46-e98f6ce2049b" providerId="AD" clId="Web-{B04C8B79-3616-5039-F4FC-2D1DEDB04307}" dt="2021-06-22T19:14:13.267" v="1080" actId="20577"/>
        <pc:sldMkLst>
          <pc:docMk/>
          <pc:sldMk cId="4065896590" sldId="350"/>
        </pc:sldMkLst>
      </pc:sldChg>
      <pc:sldChg chg="addSp delSp modSp mod setBg">
        <pc:chgData name="Harleen Kaur" userId="S::id65ns02@ubalt.edu::9f7fc1d6-ab67-473f-ba46-e98f6ce2049b" providerId="AD" clId="Web-{B04C8B79-3616-5039-F4FC-2D1DEDB04307}" dt="2021-06-23T18:30:59.138" v="3519"/>
        <pc:sldMkLst>
          <pc:docMk/>
          <pc:sldMk cId="2698244104" sldId="351"/>
        </pc:sldMkLst>
      </pc:sldChg>
      <pc:sldChg chg="addSp modSp mod setBg">
        <pc:chgData name="Harleen Kaur" userId="S::id65ns02@ubalt.edu::9f7fc1d6-ab67-473f-ba46-e98f6ce2049b" providerId="AD" clId="Web-{B04C8B79-3616-5039-F4FC-2D1DEDB04307}" dt="2021-06-22T20:13:40.048" v="1537" actId="20577"/>
        <pc:sldMkLst>
          <pc:docMk/>
          <pc:sldMk cId="3408609546" sldId="352"/>
        </pc:sldMkLst>
      </pc:sldChg>
      <pc:sldChg chg="addSp delSp modSp">
        <pc:chgData name="Harleen Kaur" userId="S::id65ns02@ubalt.edu::9f7fc1d6-ab67-473f-ba46-e98f6ce2049b" providerId="AD" clId="Web-{B04C8B79-3616-5039-F4FC-2D1DEDB04307}" dt="2021-06-22T20:28:48.511" v="1650" actId="14100"/>
        <pc:sldMkLst>
          <pc:docMk/>
          <pc:sldMk cId="3550158572" sldId="353"/>
        </pc:sldMkLst>
      </pc:sldChg>
      <pc:sldChg chg="addSp delSp modSp">
        <pc:chgData name="Harleen Kaur" userId="S::id65ns02@ubalt.edu::9f7fc1d6-ab67-473f-ba46-e98f6ce2049b" providerId="AD" clId="Web-{B04C8B79-3616-5039-F4FC-2D1DEDB04307}" dt="2021-06-22T20:42:34.347" v="1688" actId="20577"/>
        <pc:sldMkLst>
          <pc:docMk/>
          <pc:sldMk cId="1487878612" sldId="354"/>
        </pc:sldMkLst>
      </pc:sldChg>
      <pc:sldChg chg="del">
        <pc:chgData name="Harleen Kaur" userId="S::id65ns02@ubalt.edu::9f7fc1d6-ab67-473f-ba46-e98f6ce2049b" providerId="AD" clId="Web-{B04C8B79-3616-5039-F4FC-2D1DEDB04307}" dt="2021-06-22T20:43:09.661" v="1689"/>
        <pc:sldMkLst>
          <pc:docMk/>
          <pc:sldMk cId="1765136060" sldId="355"/>
        </pc:sldMkLst>
      </pc:sldChg>
      <pc:sldChg chg="addSp delSp modSp mod setBg">
        <pc:chgData name="Harleen Kaur" userId="S::id65ns02@ubalt.edu::9f7fc1d6-ab67-473f-ba46-e98f6ce2049b" providerId="AD" clId="Web-{B04C8B79-3616-5039-F4FC-2D1DEDB04307}" dt="2021-06-22T21:05:46.699" v="1848" actId="20577"/>
        <pc:sldMkLst>
          <pc:docMk/>
          <pc:sldMk cId="3157762318" sldId="356"/>
        </pc:sldMkLst>
      </pc:sldChg>
      <pc:sldChg chg="del">
        <pc:chgData name="Harleen Kaur" userId="S::id65ns02@ubalt.edu::9f7fc1d6-ab67-473f-ba46-e98f6ce2049b" providerId="AD" clId="Web-{B04C8B79-3616-5039-F4FC-2D1DEDB04307}" dt="2021-06-22T21:06:08.341" v="1849"/>
        <pc:sldMkLst>
          <pc:docMk/>
          <pc:sldMk cId="2358562964" sldId="357"/>
        </pc:sldMkLst>
      </pc:sldChg>
      <pc:sldChg chg="del">
        <pc:chgData name="Harleen Kaur" userId="S::id65ns02@ubalt.edu::9f7fc1d6-ab67-473f-ba46-e98f6ce2049b" providerId="AD" clId="Web-{B04C8B79-3616-5039-F4FC-2D1DEDB04307}" dt="2021-06-22T21:06:12.044" v="1850"/>
        <pc:sldMkLst>
          <pc:docMk/>
          <pc:sldMk cId="2410761944" sldId="358"/>
        </pc:sldMkLst>
      </pc:sldChg>
      <pc:sldChg chg="del">
        <pc:chgData name="Harleen Kaur" userId="S::id65ns02@ubalt.edu::9f7fc1d6-ab67-473f-ba46-e98f6ce2049b" providerId="AD" clId="Web-{B04C8B79-3616-5039-F4FC-2D1DEDB04307}" dt="2021-06-22T21:06:14.903" v="1851"/>
        <pc:sldMkLst>
          <pc:docMk/>
          <pc:sldMk cId="2274693630" sldId="359"/>
        </pc:sldMkLst>
      </pc:sldChg>
      <pc:sldChg chg="addSp delSp modSp mod setBg">
        <pc:chgData name="Harleen Kaur" userId="S::id65ns02@ubalt.edu::9f7fc1d6-ab67-473f-ba46-e98f6ce2049b" providerId="AD" clId="Web-{B04C8B79-3616-5039-F4FC-2D1DEDB04307}" dt="2021-06-22T21:24:27.497" v="2023" actId="20577"/>
        <pc:sldMkLst>
          <pc:docMk/>
          <pc:sldMk cId="3941886475" sldId="360"/>
        </pc:sldMkLst>
      </pc:sldChg>
      <pc:sldChg chg="addSp delSp modSp mod setBg">
        <pc:chgData name="Harleen Kaur" userId="S::id65ns02@ubalt.edu::9f7fc1d6-ab67-473f-ba46-e98f6ce2049b" providerId="AD" clId="Web-{B04C8B79-3616-5039-F4FC-2D1DEDB04307}" dt="2021-06-23T15:27:39.432" v="2193" actId="1076"/>
        <pc:sldMkLst>
          <pc:docMk/>
          <pc:sldMk cId="2020629071" sldId="362"/>
        </pc:sldMkLst>
      </pc:sldChg>
      <pc:sldChg chg="addSp delSp modSp">
        <pc:chgData name="Harleen Kaur" userId="S::id65ns02@ubalt.edu::9f7fc1d6-ab67-473f-ba46-e98f6ce2049b" providerId="AD" clId="Web-{B04C8B79-3616-5039-F4FC-2D1DEDB04307}" dt="2021-06-23T17:48:57.481" v="2804" actId="20577"/>
        <pc:sldMkLst>
          <pc:docMk/>
          <pc:sldMk cId="4098661029" sldId="363"/>
        </pc:sldMkLst>
      </pc:sldChg>
      <pc:sldChg chg="addSp delSp modSp addAnim">
        <pc:chgData name="Harleen Kaur" userId="S::id65ns02@ubalt.edu::9f7fc1d6-ab67-473f-ba46-e98f6ce2049b" providerId="AD" clId="Web-{B04C8B79-3616-5039-F4FC-2D1DEDB04307}" dt="2021-06-23T17:35:21.977" v="2621" actId="14100"/>
        <pc:sldMkLst>
          <pc:docMk/>
          <pc:sldMk cId="2934714722" sldId="364"/>
        </pc:sldMkLst>
      </pc:sldChg>
      <pc:sldChg chg="addSp delSp modSp">
        <pc:chgData name="Harleen Kaur" userId="S::id65ns02@ubalt.edu::9f7fc1d6-ab67-473f-ba46-e98f6ce2049b" providerId="AD" clId="Web-{B04C8B79-3616-5039-F4FC-2D1DEDB04307}" dt="2021-06-23T17:46:35.931" v="2761" actId="20577"/>
        <pc:sldMkLst>
          <pc:docMk/>
          <pc:sldMk cId="2424500802" sldId="365"/>
        </pc:sldMkLst>
      </pc:sldChg>
      <pc:sldChg chg="addSp modSp mod setBg">
        <pc:chgData name="Harleen Kaur" userId="S::id65ns02@ubalt.edu::9f7fc1d6-ab67-473f-ba46-e98f6ce2049b" providerId="AD" clId="Web-{B04C8B79-3616-5039-F4FC-2D1DEDB04307}" dt="2021-06-23T18:31:10.310" v="3520"/>
        <pc:sldMkLst>
          <pc:docMk/>
          <pc:sldMk cId="1393786381" sldId="366"/>
        </pc:sldMkLst>
      </pc:sldChg>
      <pc:sldChg chg="addSp modSp mod setBg">
        <pc:chgData name="Harleen Kaur" userId="S::id65ns02@ubalt.edu::9f7fc1d6-ab67-473f-ba46-e98f6ce2049b" providerId="AD" clId="Web-{B04C8B79-3616-5039-F4FC-2D1DEDB04307}" dt="2021-06-23T18:13:42.019" v="3241" actId="20577"/>
        <pc:sldMkLst>
          <pc:docMk/>
          <pc:sldMk cId="1170663561" sldId="367"/>
        </pc:sldMkLst>
      </pc:sldChg>
      <pc:sldChg chg="del">
        <pc:chgData name="Harleen Kaur" userId="S::id65ns02@ubalt.edu::9f7fc1d6-ab67-473f-ba46-e98f6ce2049b" providerId="AD" clId="Web-{B04C8B79-3616-5039-F4FC-2D1DEDB04307}" dt="2021-06-23T18:28:01.649" v="3445"/>
        <pc:sldMkLst>
          <pc:docMk/>
          <pc:sldMk cId="730993558" sldId="369"/>
        </pc:sldMkLst>
      </pc:sldChg>
      <pc:sldChg chg="addSp modSp mod setBg">
        <pc:chgData name="Harleen Kaur" userId="S::id65ns02@ubalt.edu::9f7fc1d6-ab67-473f-ba46-e98f6ce2049b" providerId="AD" clId="Web-{B04C8B79-3616-5039-F4FC-2D1DEDB04307}" dt="2021-06-23T18:31:16.467" v="3521"/>
        <pc:sldMkLst>
          <pc:docMk/>
          <pc:sldMk cId="618983" sldId="370"/>
        </pc:sldMkLst>
      </pc:sldChg>
      <pc:sldChg chg="addSp delSp modSp new del">
        <pc:chgData name="Harleen Kaur" userId="S::id65ns02@ubalt.edu::9f7fc1d6-ab67-473f-ba46-e98f6ce2049b" providerId="AD" clId="Web-{B04C8B79-3616-5039-F4FC-2D1DEDB04307}" dt="2021-06-22T18:34:42.324" v="551"/>
        <pc:sldMkLst>
          <pc:docMk/>
          <pc:sldMk cId="1080922205" sldId="371"/>
        </pc:sldMkLst>
      </pc:sldChg>
      <pc:sldChg chg="addSp delSp modSp new mod setBg">
        <pc:chgData name="Harleen Kaur" userId="S::id65ns02@ubalt.edu::9f7fc1d6-ab67-473f-ba46-e98f6ce2049b" providerId="AD" clId="Web-{B04C8B79-3616-5039-F4FC-2D1DEDB04307}" dt="2021-06-22T19:37:24.932" v="1486"/>
        <pc:sldMkLst>
          <pc:docMk/>
          <pc:sldMk cId="1515407158" sldId="371"/>
        </pc:sldMkLst>
      </pc:sldChg>
      <pc:sldChg chg="addSp delSp modSp new mod setBg addAnim">
        <pc:chgData name="Harleen Kaur" userId="S::id65ns02@ubalt.edu::9f7fc1d6-ab67-473f-ba46-e98f6ce2049b" providerId="AD" clId="Web-{B04C8B79-3616-5039-F4FC-2D1DEDB04307}" dt="2021-06-23T17:55:41.726" v="2872" actId="14100"/>
        <pc:sldMkLst>
          <pc:docMk/>
          <pc:sldMk cId="381141565" sldId="372"/>
        </pc:sldMkLst>
      </pc:sldChg>
      <pc:sldChg chg="add del replId">
        <pc:chgData name="Harleen Kaur" userId="S::id65ns02@ubalt.edu::9f7fc1d6-ab67-473f-ba46-e98f6ce2049b" providerId="AD" clId="Web-{B04C8B79-3616-5039-F4FC-2D1DEDB04307}" dt="2021-06-22T21:23:47.058" v="2012"/>
        <pc:sldMkLst>
          <pc:docMk/>
          <pc:sldMk cId="949820364" sldId="372"/>
        </pc:sldMkLst>
      </pc:sldChg>
      <pc:sldChg chg="addSp modSp new del">
        <pc:chgData name="Harleen Kaur" userId="S::id65ns02@ubalt.edu::9f7fc1d6-ab67-473f-ba46-e98f6ce2049b" providerId="AD" clId="Web-{B04C8B79-3616-5039-F4FC-2D1DEDB04307}" dt="2021-06-22T20:29:10.762" v="1651"/>
        <pc:sldMkLst>
          <pc:docMk/>
          <pc:sldMk cId="4081031049" sldId="372"/>
        </pc:sldMkLst>
      </pc:sldChg>
      <pc:sldChg chg="addSp delSp modSp new mod setBg addAnim">
        <pc:chgData name="Harleen Kaur" userId="S::id65ns02@ubalt.edu::9f7fc1d6-ab67-473f-ba46-e98f6ce2049b" providerId="AD" clId="Web-{B04C8B79-3616-5039-F4FC-2D1DEDB04307}" dt="2021-06-23T18:05:53.507" v="3055" actId="14100"/>
        <pc:sldMkLst>
          <pc:docMk/>
          <pc:sldMk cId="2147592026" sldId="373"/>
        </pc:sldMkLst>
      </pc:sldChg>
      <pc:sldChg chg="addSp delSp modSp new mod setBg">
        <pc:chgData name="Harleen Kaur" userId="S::id65ns02@ubalt.edu::9f7fc1d6-ab67-473f-ba46-e98f6ce2049b" providerId="AD" clId="Web-{B04C8B79-3616-5039-F4FC-2D1DEDB04307}" dt="2021-06-23T18:27:51.571" v="3444" actId="20577"/>
        <pc:sldMkLst>
          <pc:docMk/>
          <pc:sldMk cId="618152992" sldId="374"/>
        </pc:sldMkLst>
      </pc:sldChg>
    </pc:docChg>
  </pc:docChgLst>
  <pc:docChgLst>
    <pc:chgData name="Harleen Kaur" userId="S::id65ns02@ubalt.edu::9f7fc1d6-ab67-473f-ba46-e98f6ce2049b" providerId="AD" clId="Web-{5AA8841A-2378-E592-40F5-0F1B39478B73}"/>
    <pc:docChg chg="modSld">
      <pc:chgData name="Harleen Kaur" userId="S::id65ns02@ubalt.edu::9f7fc1d6-ab67-473f-ba46-e98f6ce2049b" providerId="AD" clId="Web-{5AA8841A-2378-E592-40F5-0F1B39478B73}" dt="2021-07-29T23:03:42.540" v="57" actId="20577"/>
      <pc:docMkLst>
        <pc:docMk/>
      </pc:docMkLst>
      <pc:sldChg chg="modSp">
        <pc:chgData name="Harleen Kaur" userId="S::id65ns02@ubalt.edu::9f7fc1d6-ab67-473f-ba46-e98f6ce2049b" providerId="AD" clId="Web-{5AA8841A-2378-E592-40F5-0F1B39478B73}" dt="2021-07-29T23:02:47.516" v="6" actId="1076"/>
        <pc:sldMkLst>
          <pc:docMk/>
          <pc:sldMk cId="979769990" sldId="377"/>
        </pc:sldMkLst>
      </pc:sldChg>
      <pc:sldChg chg="addSp modSp">
        <pc:chgData name="Harleen Kaur" userId="S::id65ns02@ubalt.edu::9f7fc1d6-ab67-473f-ba46-e98f6ce2049b" providerId="AD" clId="Web-{5AA8841A-2378-E592-40F5-0F1B39478B73}" dt="2021-07-29T23:03:42.540" v="57" actId="20577"/>
        <pc:sldMkLst>
          <pc:docMk/>
          <pc:sldMk cId="4293835923" sldId="378"/>
        </pc:sldMkLst>
      </pc:sldChg>
      <pc:sldChg chg="modSp">
        <pc:chgData name="Harleen Kaur" userId="S::id65ns02@ubalt.edu::9f7fc1d6-ab67-473f-ba46-e98f6ce2049b" providerId="AD" clId="Web-{5AA8841A-2378-E592-40F5-0F1B39478B73}" dt="2021-07-29T22:54:21.261" v="2" actId="20577"/>
        <pc:sldMkLst>
          <pc:docMk/>
          <pc:sldMk cId="4148899360" sldId="379"/>
        </pc:sldMkLst>
      </pc:sldChg>
      <pc:sldChg chg="modSp">
        <pc:chgData name="Harleen Kaur" userId="S::id65ns02@ubalt.edu::9f7fc1d6-ab67-473f-ba46-e98f6ce2049b" providerId="AD" clId="Web-{5AA8841A-2378-E592-40F5-0F1B39478B73}" dt="2021-07-29T22:54:26.855" v="4" actId="20577"/>
        <pc:sldMkLst>
          <pc:docMk/>
          <pc:sldMk cId="587065400" sldId="4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https://digitalcorpora.s3.amazonaws.com/corpora/mobile/android_10/Non-Cellebrite%20Extraction/Pixel%203.zip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455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Cmd: tree 'Pixel 3/data/data/com.android.providers.calendar' -L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69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cs typeface="Calibri"/>
              </a:rPr>
              <a:t>Cmd</a:t>
            </a:r>
            <a:r>
              <a:rPr lang="en-US" dirty="0">
                <a:cs typeface="Calibri"/>
              </a:rPr>
              <a:t>: tree 'Pixel 3/data/data/</a:t>
            </a:r>
            <a:r>
              <a:rPr lang="en-US" dirty="0" err="1">
                <a:cs typeface="Calibri"/>
              </a:rPr>
              <a:t>com.android.providers.calendar</a:t>
            </a:r>
            <a:r>
              <a:rPr lang="en-US" dirty="0">
                <a:cs typeface="Calibri"/>
              </a:rPr>
              <a:t>/databases'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66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Cmd: sqlitebrowser 'Pixel 3/data/data/com.android.providers.calendar/databases/calendar.db'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37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6BAF9-88AC-4600-B511-347782B9C8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0" dirty="0">
                <a:latin typeface="Arial"/>
              </a:rPr>
              <a:t>AOSP Apps Investigations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CD3106-2EE0-40F4-8C0B-042135FF9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31534"/>
            <a:ext cx="9144000" cy="1655762"/>
          </a:xfrm>
        </p:spPr>
        <p:txBody>
          <a:bodyPr/>
          <a:lstStyle/>
          <a:p>
            <a:r>
              <a:rPr lang="en-US" sz="1600" b="0" dirty="0">
                <a:latin typeface="Arial"/>
              </a:rPr>
              <a:t>Part 3: Investigating calendar services</a:t>
            </a:r>
          </a:p>
        </p:txBody>
      </p:sp>
    </p:spTree>
    <p:extLst>
      <p:ext uri="{BB962C8B-B14F-4D97-AF65-F5344CB8AC3E}">
        <p14:creationId xmlns:p14="http://schemas.microsoft.com/office/powerpoint/2010/main" val="132324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864675-3DFF-3BF5-459C-DD1FD5BE3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0" dirty="0">
                <a:latin typeface="Arial"/>
              </a:rPr>
              <a:t>Calendar services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63694A-6FA5-8AD1-B2D8-D256F48DC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79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AE58E-802A-440B-8DFB-4B6527128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0" dirty="0">
                <a:latin typeface="Arial"/>
                <a:cs typeface="Calibri Light"/>
              </a:rPr>
              <a:t>What are calendar services?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091E6-6379-4EE0-84A0-963893802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09916" cy="4184406"/>
          </a:xfrm>
        </p:spPr>
        <p:txBody>
          <a:bodyPr vert="horz" wrap="square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2000"/>
            </a:pPr>
            <a:r>
              <a:rPr>
                <a:latin typeface="Arial"/>
              </a:rPr>
              <a:t>Calendar Provider is Android’s central service for calendar data.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000"/>
            </a:pPr>
            <a:r>
              <a:rPr>
                <a:latin typeface="Arial"/>
              </a:rPr>
              <a:t>Apps and sync adapters access it through CalendarContract / ContentResolver APIs.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000"/>
            </a:pPr>
            <a:r>
              <a:rPr>
                <a:latin typeface="Arial"/>
              </a:rPr>
              <a:t>It stores and synchronizes calendars, events, attendees, reminders, and event instances.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000"/>
            </a:pPr>
            <a:r>
              <a:rPr>
                <a:latin typeface="Arial"/>
              </a:rPr>
              <a:t>Pre-installed and third-party calendar apps display data through this provider.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3D5649-7E1F-1E1A-EF1B-40464F132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330" y="1690688"/>
            <a:ext cx="2438270" cy="327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453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1DEC-AE3F-4F7E-97CF-CE153A54A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Potential evidence from calendar services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1DE7B-70F3-4369-A340-1805DD534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72700" cy="3081656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2200"/>
            </a:pPr>
            <a:r>
              <a:rPr dirty="0">
                <a:latin typeface="Arial"/>
              </a:rPr>
              <a:t>Event titles, descriptions, and locations.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200"/>
            </a:pPr>
            <a:r>
              <a:rPr dirty="0">
                <a:latin typeface="Arial"/>
              </a:rPr>
              <a:t>Start/end times, time zones, all-day flags, and recurrence rules.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200"/>
            </a:pPr>
            <a:r>
              <a:rPr dirty="0">
                <a:latin typeface="Arial"/>
              </a:rPr>
              <a:t>Attendees, organizers, reminders, and response status.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200"/>
            </a:pPr>
            <a:r>
              <a:rPr dirty="0">
                <a:latin typeface="Arial"/>
              </a:rPr>
              <a:t>Account ownership and synchronization indicators.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200"/>
            </a:pPr>
            <a:r>
              <a:rPr dirty="0">
                <a:latin typeface="Arial"/>
              </a:rPr>
              <a:t>Note: in this sample extraction, the relevant tables may have no user rows; still document the schema and absence of evidence.</a:t>
            </a:r>
          </a:p>
        </p:txBody>
      </p:sp>
    </p:spTree>
    <p:extLst>
      <p:ext uri="{BB962C8B-B14F-4D97-AF65-F5344CB8AC3E}">
        <p14:creationId xmlns:p14="http://schemas.microsoft.com/office/powerpoint/2010/main" val="1438349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116F-509B-4B9B-9679-ECC66D03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Forensic questions for calendar evidence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CC460-5102-4C30-BFDF-57CA52235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2400"/>
            </a:pPr>
            <a:r>
              <a:rPr>
                <a:latin typeface="Arial"/>
              </a:rPr>
              <a:t>When was the event scheduled to occur?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400"/>
            </a:pPr>
            <a:r>
              <a:rPr>
                <a:latin typeface="Arial"/>
              </a:rPr>
              <a:t>Where was the event supposed to happen?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400"/>
            </a:pPr>
            <a:r>
              <a:rPr>
                <a:latin typeface="Arial"/>
              </a:rPr>
              <a:t>Who organized the event and who was invited?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400"/>
            </a:pPr>
            <a:r>
              <a:rPr>
                <a:latin typeface="Arial"/>
              </a:rPr>
              <a:t>Was the event recurring, deleted, modified, or synced from an account?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400"/>
            </a:pPr>
            <a:r>
              <a:rPr>
                <a:latin typeface="Arial"/>
              </a:rPr>
              <a:t>Does the calendar record corroborate or contradict other evidence?</a:t>
            </a:r>
          </a:p>
        </p:txBody>
      </p:sp>
    </p:spTree>
    <p:extLst>
      <p:ext uri="{BB962C8B-B14F-4D97-AF65-F5344CB8AC3E}">
        <p14:creationId xmlns:p14="http://schemas.microsoft.com/office/powerpoint/2010/main" val="2349952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052B9-F946-9628-59DD-24CFB5F7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CE8EB6-B960-E4BF-E0D7-8ACA72A0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0" dirty="0">
                <a:latin typeface="Arial"/>
              </a:rPr>
              <a:t>Investigate calendar services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400C6-4677-E259-34E6-749AC2723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83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4A165-01E0-49B9-A70C-492D7951A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0" dirty="0">
                <a:latin typeface="Arial"/>
                <a:cs typeface="Calibri Light"/>
              </a:rPr>
              <a:t>Calendar services folder structure</a:t>
            </a:r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82C889B-4EE2-4DE2-BDE3-0A0808067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76309"/>
            <a:ext cx="10013523" cy="25473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E3F04A-2E68-4A02-9051-DD28B0157A06}"/>
              </a:ext>
            </a:extLst>
          </p:cNvPr>
          <p:cNvSpPr/>
          <p:nvPr/>
        </p:nvSpPr>
        <p:spPr>
          <a:xfrm>
            <a:off x="1458336" y="2947326"/>
            <a:ext cx="9384631" cy="3208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150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96AAE-54C7-4A67-B297-1D11C1D82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0" dirty="0" err="1">
                <a:solidFill>
                  <a:schemeClr val="accent2"/>
                </a:solidFill>
                <a:latin typeface="Arial"/>
                <a:cs typeface="Calibri Light"/>
              </a:rPr>
              <a:t>calendar.db</a:t>
            </a:r>
            <a:r>
              <a:rPr lang="en-US" sz="4000" b="0" dirty="0">
                <a:solidFill>
                  <a:schemeClr val="accent2"/>
                </a:solidFill>
                <a:latin typeface="Arial"/>
                <a:cs typeface="Calibri Light"/>
              </a:rPr>
              <a:t> </a:t>
            </a:r>
            <a:r>
              <a:rPr lang="en-US" sz="4000" b="0" dirty="0">
                <a:latin typeface="Arial"/>
                <a:cs typeface="Calibri Light"/>
              </a:rPr>
              <a:t>location</a:t>
            </a:r>
            <a:r>
              <a:rPr lang="en-US" sz="4000" b="0" dirty="0">
                <a:solidFill>
                  <a:schemeClr val="accent2"/>
                </a:solidFill>
                <a:latin typeface="Arial"/>
                <a:cs typeface="Calibri Light"/>
              </a:rPr>
              <a:t> 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5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8AEDF05A-60F2-4524-8451-C5C728E10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67080"/>
            <a:ext cx="10233837" cy="21457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3E0541-0D55-451D-AAD3-ADD4C9225F75}"/>
              </a:ext>
            </a:extLst>
          </p:cNvPr>
          <p:cNvSpPr/>
          <p:nvPr/>
        </p:nvSpPr>
        <p:spPr>
          <a:xfrm>
            <a:off x="1498442" y="3025069"/>
            <a:ext cx="9502711" cy="3135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2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D5793-2D2E-4A05-BBDB-A78A693AE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Examine calendar.db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428CDD-ABDD-43D0-AC19-D3F74162BD84}"/>
              </a:ext>
            </a:extLst>
          </p:cNvPr>
          <p:cNvSpPr txBox="1"/>
          <p:nvPr/>
        </p:nvSpPr>
        <p:spPr>
          <a:xfrm>
            <a:off x="793809" y="4442662"/>
            <a:ext cx="10712670" cy="9658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Arial"/>
              <a:buChar char="•"/>
              <a:defRPr sz="1800"/>
            </a:pPr>
            <a:r>
              <a:rPr sz="2800" dirty="0">
                <a:latin typeface="Arial"/>
              </a:rPr>
              <a:t>Focus tables: calendars, events, attendees, reminders, instances.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6A1BB8-EEB0-59AA-EDCD-6AD13000D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09" y="1874965"/>
            <a:ext cx="10559991" cy="204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61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C368D-EB9E-29AF-343A-BDDADE790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333"/>
            <a:ext cx="12192000" cy="677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56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2739452-0AC2-DCFE-4F5C-5C0936205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22DD11-50B7-26B9-E522-861346DDF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85" y="940854"/>
            <a:ext cx="3589331" cy="497629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DB5296-DF52-9E78-8C39-94D3A8B6B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781405"/>
              </p:ext>
            </p:extLst>
          </p:nvPr>
        </p:nvGraphicFramePr>
        <p:xfrm>
          <a:off x="4164573" y="64353"/>
          <a:ext cx="7456619" cy="672929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20590">
                  <a:extLst>
                    <a:ext uri="{9D8B030D-6E8A-4147-A177-3AD203B41FA5}">
                      <a16:colId xmlns:a16="http://schemas.microsoft.com/office/drawing/2014/main" val="1595352976"/>
                    </a:ext>
                  </a:extLst>
                </a:gridCol>
                <a:gridCol w="1296786">
                  <a:extLst>
                    <a:ext uri="{9D8B030D-6E8A-4147-A177-3AD203B41FA5}">
                      <a16:colId xmlns:a16="http://schemas.microsoft.com/office/drawing/2014/main" val="4248000515"/>
                    </a:ext>
                  </a:extLst>
                </a:gridCol>
                <a:gridCol w="4339243">
                  <a:extLst>
                    <a:ext uri="{9D8B030D-6E8A-4147-A177-3AD203B41FA5}">
                      <a16:colId xmlns:a16="http://schemas.microsoft.com/office/drawing/2014/main" val="2474542106"/>
                    </a:ext>
                  </a:extLst>
                </a:gridCol>
              </a:tblGrid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Column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Type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Description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1612706849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highlight>
                            <a:srgbClr val="FFFF00"/>
                          </a:highlight>
                        </a:rPr>
                        <a:t>_id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highlight>
                            <a:srgbClr val="FFFF00"/>
                          </a:highlight>
                        </a:rPr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highlight>
                            <a:srgbClr val="FFFF00"/>
                          </a:highlight>
                        </a:rPr>
                        <a:t>Primary key for the event.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3674075946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calendar_id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Foreign key linking to </a:t>
                      </a:r>
                      <a:r>
                        <a:rPr lang="en-GB" sz="1000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Calendars._id</a:t>
                      </a:r>
                      <a:r>
                        <a:rPr lang="en-GB" sz="10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1391698920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highlight>
                            <a:srgbClr val="FFFF00"/>
                          </a:highlight>
                        </a:rPr>
                        <a:t>title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highlight>
                            <a:srgbClr val="FFFF00"/>
                          </a:highlight>
                        </a:rPr>
                        <a:t>TEXT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highlight>
                            <a:srgbClr val="FFFF00"/>
                          </a:highlight>
                        </a:rPr>
                        <a:t>Event title.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2329275482"/>
                  </a:ext>
                </a:extLst>
              </a:tr>
              <a:tr h="14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highlight>
                            <a:srgbClr val="FFFF00"/>
                          </a:highlight>
                        </a:rPr>
                        <a:t>description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highlight>
                            <a:srgbClr val="FFFF00"/>
                          </a:highlight>
                        </a:rPr>
                        <a:t>TEXT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Event description.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138686564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highlight>
                            <a:srgbClr val="FFFF00"/>
                          </a:highlight>
                        </a:rPr>
                        <a:t>eventLocation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highlight>
                            <a:srgbClr val="FFFF00"/>
                          </a:highlight>
                        </a:rPr>
                        <a:t>TEXT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Location of the event.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67392575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eventStatus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Status (e.g., tentative=0, confirmed=1, canceled=2).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2556233968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highlight>
                            <a:srgbClr val="FFFF00"/>
                          </a:highlight>
                        </a:rPr>
                        <a:t>dtstart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highlight>
                            <a:srgbClr val="FFFF00"/>
                          </a:highlight>
                        </a:rPr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highlight>
                            <a:srgbClr val="FFFF00"/>
                          </a:highlight>
                        </a:rPr>
                        <a:t>Start time in UTC (milliseconds since epoch).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39421603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highlight>
                            <a:srgbClr val="FFFF00"/>
                          </a:highlight>
                        </a:rPr>
                        <a:t>dtend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highlight>
                            <a:srgbClr val="FFFF00"/>
                          </a:highlight>
                        </a:rPr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highlight>
                            <a:srgbClr val="FFFF00"/>
                          </a:highlight>
                        </a:rPr>
                        <a:t>End time in UTC (milliseconds since epoch).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1845662120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duration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TEXT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Duration if dtend is not set (e.g., “PT1H”).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2393044498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eventTimezone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TEXT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Time zone for the event start.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2635192115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eventEndTimezone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TEXT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Time zone for the event end (Android ≥7.0).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3544936109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allDay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1 if all-day event, else 0.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3347902061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rrule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TEXT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Recurrence rule (RFC 5545 format, e.g., “FREQ=WEEKLY;COUNT=10”).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1230317401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rdate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TEXT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Recurrence dates.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4250316731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exrule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TEXT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Exclusion rule.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3971136545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exdate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TEXT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Exclusion dates.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1827325579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original_id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_id of the original recurring event (for exceptions).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3422056266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original_sync_id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TEXT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Legacy sync ID for recurring exceptions.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799796168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originalInstanceTime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Start time of the original recurring instance.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2176223393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originalAllDay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Whether the original event was all-day.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2240201528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lastDate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Last date this event repeats on (UTC ms).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1466473233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hasAlarm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1 if event has a reminder.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504496588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hasExtendedProperties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1 if event has extended properties.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2222420644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accessLevel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Access level (default=0, owner=700, etc.).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1439543560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availability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Availability (busy=0, free=1, tentative=2).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896062383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guestsCanModify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Whether guests can modify the event.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1755789902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guestsCanInviteOthers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Whether guests can invite others.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2845445828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guestsCanSeeGuests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Whether guests can see other guests.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2489744243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highlight>
                            <a:srgbClr val="FFFF00"/>
                          </a:highlight>
                        </a:rPr>
                        <a:t>organizer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highlight>
                            <a:srgbClr val="FFFF00"/>
                          </a:highlight>
                        </a:rPr>
                        <a:t>TEXT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highlight>
                            <a:srgbClr val="FFFF00"/>
                          </a:highlight>
                        </a:rPr>
                        <a:t>Organizer’s email or identifier.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1770816592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isOrganizer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1 if the user is the organizer.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125319837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selfAttendeeStatus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Attendance status for the current user.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1565178538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sync_data1–sync_data5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TEXT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Reserved for sync adapters.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4117900915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customAppPackage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TEXT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Custom app package that created the event.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398790617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customAppUri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TEXT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URI for the custom app.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4054995093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uid2445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TEXT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Globally unique ID (iCalendar UID).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2456974966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lastSynced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Last sync timestamp (ms).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2872807820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dirty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Whether record has unsynced local changes (1=yes).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1655679868"/>
                  </a:ext>
                </a:extLst>
              </a:tr>
              <a:tr h="14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FF0000"/>
                          </a:solidFill>
                        </a:rPr>
                        <a:t>deleted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rgbClr val="FF0000"/>
                          </a:solidFill>
                        </a:rPr>
                        <a:t>INTEGER</a:t>
                      </a:r>
                    </a:p>
                  </a:txBody>
                  <a:tcPr marL="20145" marR="20145" marT="10073" marB="100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solidFill>
                            <a:srgbClr val="FF0000"/>
                          </a:solidFill>
                        </a:rPr>
                        <a:t>Whether event is deleted (soft delete flag).</a:t>
                      </a:r>
                    </a:p>
                  </a:txBody>
                  <a:tcPr marL="20145" marR="20145" marT="10073" marB="10073" anchor="ctr"/>
                </a:tc>
                <a:extLst>
                  <a:ext uri="{0D108BD9-81ED-4DB2-BD59-A6C34878D82A}">
                    <a16:rowId xmlns:a16="http://schemas.microsoft.com/office/drawing/2014/main" val="609938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335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000000"/>
                </a:solidFill>
                <a:latin typeface="Arial"/>
              </a:rPr>
              <a:t>Interpreting calendar time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892040" cy="1143000"/>
          </a:xfrm>
          <a:prstGeom prst="roundRect">
            <a:avLst/>
          </a:prstGeom>
          <a:solidFill>
            <a:srgbClr val="DBEBF7"/>
          </a:solidFill>
          <a:ln w="20320">
            <a:solidFill>
              <a:srgbClr val="00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Raw event time</a:t>
            </a:r>
          </a:p>
          <a:p>
            <a:pPr algn="ctr"/>
            <a:r>
              <a:rPr sz="1600">
                <a:solidFill>
                  <a:srgbClr val="000000"/>
                </a:solidFill>
                <a:latin typeface="Arial"/>
              </a:rPr>
              <a:t>dtstart and dtend define event boundaries; duration may be used for recurring events.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417320"/>
            <a:ext cx="4892040" cy="1143000"/>
          </a:xfrm>
          <a:prstGeom prst="roundRect">
            <a:avLst/>
          </a:prstGeom>
          <a:solidFill>
            <a:srgbClr val="E2EFDA"/>
          </a:solidFill>
          <a:ln w="20320">
            <a:solidFill>
              <a:srgbClr val="508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Time zone context</a:t>
            </a:r>
          </a:p>
          <a:p>
            <a:pPr algn="ctr"/>
            <a:r>
              <a:rPr sz="1600">
                <a:solidFill>
                  <a:srgbClr val="000000"/>
                </a:solidFill>
                <a:latin typeface="Arial"/>
              </a:rPr>
              <a:t>Use eventTimezone / eventEndTimezone before converting values to local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4892040" cy="1143000"/>
          </a:xfrm>
          <a:prstGeom prst="roundRect">
            <a:avLst/>
          </a:prstGeom>
          <a:solidFill>
            <a:srgbClr val="FFF2CC"/>
          </a:solidFill>
          <a:ln w="20320">
            <a:solidFill>
              <a:srgbClr val="B9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All-day flag</a:t>
            </a:r>
          </a:p>
          <a:p>
            <a:pPr algn="ctr"/>
            <a:r>
              <a:rPr sz="1600">
                <a:solidFill>
                  <a:srgbClr val="000000"/>
                </a:solidFill>
                <a:latin typeface="Arial"/>
              </a:rPr>
              <a:t>allDay = 1 means date-level evidence; avoid interpreting it as a precise local hour.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017520"/>
            <a:ext cx="4892040" cy="1143000"/>
          </a:xfrm>
          <a:prstGeom prst="roundRect">
            <a:avLst/>
          </a:prstGeom>
          <a:solidFill>
            <a:srgbClr val="F5E1E1"/>
          </a:solidFill>
          <a:ln w="20320">
            <a:solidFill>
              <a:srgbClr val="9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Recurrence rules</a:t>
            </a:r>
          </a:p>
          <a:p>
            <a:pPr algn="ctr"/>
            <a:r>
              <a:rPr sz="1600">
                <a:solidFill>
                  <a:srgbClr val="000000"/>
                </a:solidFill>
                <a:latin typeface="Arial"/>
              </a:rPr>
              <a:t>rrule, rdate, exrule, exdate, and instances determine repeated or excluded occurrences.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00600"/>
            <a:ext cx="10378440" cy="685800"/>
          </a:xfrm>
          <a:prstGeom prst="roundRect">
            <a:avLst/>
          </a:prstGeom>
          <a:solidFill>
            <a:srgbClr val="F2F2F2"/>
          </a:solidFill>
          <a:ln w="2032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Reporting standard: show the raw database value, conversion method/time zone, and interpreted human-readable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3248-F2B4-039B-04B8-F2AA64A42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Why the Events table matters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97446-CE3A-6998-089F-215632787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/>
            </a:pPr>
            <a:r>
              <a:rPr>
                <a:latin typeface="Arial"/>
              </a:rPr>
              <a:t>Timeline: dtstart, dtend, duration, recurrence, and deleted flags help reconstruct planned activity.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/>
            </a:pPr>
            <a:r>
              <a:rPr>
                <a:latin typeface="Arial"/>
              </a:rPr>
              <a:t>Location and intent: title, description, and eventLocation may reveal plans or context.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/>
            </a:pPr>
            <a:r>
              <a:rPr>
                <a:latin typeface="Arial"/>
              </a:rPr>
              <a:t>Relationships: organizer and attendee joins identify people connected to the event.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/>
            </a:pPr>
            <a:r>
              <a:rPr>
                <a:latin typeface="Arial"/>
              </a:rPr>
              <a:t>Account provenance: calendar_id links the event to a calendar/account owner.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/>
            </a:pPr>
            <a:r>
              <a:rPr>
                <a:latin typeface="Arial"/>
              </a:rPr>
              <a:t>Corroboration: compare calendar records with messages, calls, GPS, browser history, and cloud artifacts.</a:t>
            </a:r>
          </a:p>
        </p:txBody>
      </p:sp>
    </p:spTree>
    <p:extLst>
      <p:ext uri="{BB962C8B-B14F-4D97-AF65-F5344CB8AC3E}">
        <p14:creationId xmlns:p14="http://schemas.microsoft.com/office/powerpoint/2010/main" val="2656319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DC6137-9F30-A17E-DFB0-4004774B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Example investigation scenario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896DC6-4D74-D4BA-EDB0-D0D3C18FC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05000"/>
              </a:lnSpc>
              <a:spcAft>
                <a:spcPts val="700"/>
              </a:spcAft>
              <a:defRPr sz="2400"/>
            </a:pPr>
            <a:r>
              <a:rPr>
                <a:latin typeface="Arial"/>
              </a:rPr>
              <a:t>Question: Was there a scheduled meeting around a relevant date/time?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400"/>
            </a:pPr>
            <a:r>
              <a:rPr>
                <a:latin typeface="Arial"/>
              </a:rPr>
              <a:t>Find candidate rows in events using dtstart/dtend or recurrence instances.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400"/>
            </a:pPr>
            <a:r>
              <a:rPr>
                <a:latin typeface="Arial"/>
              </a:rPr>
              <a:t>Join events to calendars to identify the owning account/calendar.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400"/>
            </a:pPr>
            <a:r>
              <a:rPr>
                <a:latin typeface="Arial"/>
              </a:rPr>
              <a:t>Join events to attendees and reminders to identify people and notification behavior.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400"/>
            </a:pPr>
            <a:r>
              <a:rPr>
                <a:latin typeface="Arial"/>
              </a:rPr>
              <a:t>Report raw database values first, then explain the interpretation and uncertainty.</a:t>
            </a:r>
          </a:p>
        </p:txBody>
      </p:sp>
    </p:spTree>
    <p:extLst>
      <p:ext uri="{BB962C8B-B14F-4D97-AF65-F5344CB8AC3E}">
        <p14:creationId xmlns:p14="http://schemas.microsoft.com/office/powerpoint/2010/main" val="3154280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F8DD0E-9AA2-D150-60D0-284DF0EF7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140663"/>
            <a:ext cx="9265919" cy="64080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C7A85B-E10B-53A8-A966-D40C02F7A65B}"/>
              </a:ext>
            </a:extLst>
          </p:cNvPr>
          <p:cNvSpPr txBox="1"/>
          <p:nvPr/>
        </p:nvSpPr>
        <p:spPr>
          <a:xfrm>
            <a:off x="1740568" y="5967663"/>
            <a:ext cx="183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/>
              </a:rPr>
              <a:t>in </a:t>
            </a:r>
            <a:r>
              <a:rPr lang="en-US" dirty="0">
                <a:solidFill>
                  <a:schemeClr val="accent2"/>
                </a:solidFill>
                <a:latin typeface="Arial"/>
              </a:rPr>
              <a:t>calendars</a:t>
            </a:r>
            <a:r>
              <a:rPr lang="en-US" dirty="0">
                <a:latin typeface="Arial"/>
              </a:rPr>
              <a:t> table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551EED2-BDD2-5C7F-7DD1-E048CF6D4A6B}"/>
              </a:ext>
            </a:extLst>
          </p:cNvPr>
          <p:cNvCxnSpPr>
            <a:stCxn id="2" idx="0"/>
          </p:cNvCxnSpPr>
          <p:nvPr/>
        </p:nvCxnSpPr>
        <p:spPr>
          <a:xfrm flipH="1" flipV="1">
            <a:off x="2654968" y="5526505"/>
            <a:ext cx="3127" cy="441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35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38B663-571C-5DBF-0E3B-C843019DA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01289"/>
            <a:ext cx="9154160" cy="657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534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E9D626-58E4-AED5-913F-8B8E39712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02" y="548640"/>
            <a:ext cx="10383396" cy="576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34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335FA0-4F9A-A248-F19B-075CC2A5F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21" y="332615"/>
            <a:ext cx="8679758" cy="619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34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E0F7A-5AAA-4C3C-A435-A7F65049B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000000"/>
                </a:solidFill>
                <a:latin typeface="Arial"/>
              </a:rPr>
              <a:t>Summary: calendar services in Android forensics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4222C-CA99-4241-B8E3-51BFA8FCE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/>
            </a:pPr>
            <a:r>
              <a:rPr>
                <a:latin typeface="Arial"/>
              </a:rPr>
              <a:t>Calendar Provider centralizes calendar data in `com.android.providers.calendar` and exposes it through CalendarContract.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/>
            </a:pPr>
            <a:r>
              <a:rPr>
                <a:latin typeface="Arial"/>
              </a:rPr>
              <a:t>Start with `calendar.db`: focus on calendars, events, attendees, reminders, and instances.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/>
            </a:pPr>
            <a:r>
              <a:rPr>
                <a:latin typeface="Arial"/>
              </a:rPr>
              <a:t>Use joins to add context: calendars identify account ownership; attendees identify people; reminders show alert behavior; instances resolve occurrences.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/>
            </a:pPr>
            <a:r>
              <a:rPr>
                <a:latin typeface="Arial"/>
              </a:rPr>
              <a:t>Interpret time carefully: raw timestamps, time zones, all-day flags, and recurrence rules can change the meaning of an event.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/>
            </a:pPr>
            <a:r>
              <a:rPr>
                <a:latin typeface="Arial"/>
              </a:rPr>
              <a:t>Forensic takeaway: calendar artifacts are evidence of scheduled or synchronized activity; corroborate before treating them as proof that an activity occurred.</a:t>
            </a:r>
          </a:p>
        </p:txBody>
      </p:sp>
    </p:spTree>
    <p:extLst>
      <p:ext uri="{BB962C8B-B14F-4D97-AF65-F5344CB8AC3E}">
        <p14:creationId xmlns:p14="http://schemas.microsoft.com/office/powerpoint/2010/main" val="2217854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000000"/>
                </a:solidFill>
                <a:latin typeface="Arial"/>
              </a:rPr>
              <a:t>Calendar investigation workflow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16755" y="2853730"/>
            <a:ext cx="256032" cy="0"/>
          </a:xfrm>
          <a:prstGeom prst="line">
            <a:avLst/>
          </a:prstGeom>
          <a:ln w="27940">
            <a:solidFill>
              <a:srgbClr val="005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972987" y="2853730"/>
            <a:ext cx="256032" cy="0"/>
          </a:xfrm>
          <a:prstGeom prst="line">
            <a:avLst/>
          </a:prstGeom>
          <a:ln w="27940">
            <a:solidFill>
              <a:srgbClr val="005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829219" y="2853730"/>
            <a:ext cx="256032" cy="0"/>
          </a:xfrm>
          <a:prstGeom prst="line">
            <a:avLst/>
          </a:prstGeom>
          <a:ln w="27940">
            <a:solidFill>
              <a:srgbClr val="005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685451" y="2853730"/>
            <a:ext cx="256032" cy="0"/>
          </a:xfrm>
          <a:prstGeom prst="line">
            <a:avLst/>
          </a:prstGeom>
          <a:ln w="27940">
            <a:solidFill>
              <a:srgbClr val="005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541683" y="2853730"/>
            <a:ext cx="256032" cy="0"/>
          </a:xfrm>
          <a:prstGeom prst="line">
            <a:avLst/>
          </a:prstGeom>
          <a:ln w="27940">
            <a:solidFill>
              <a:srgbClr val="005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0835" y="2286802"/>
            <a:ext cx="1691640" cy="1143000"/>
          </a:xfrm>
          <a:prstGeom prst="roundRect">
            <a:avLst/>
          </a:prstGeom>
          <a:solidFill>
            <a:srgbClr val="EBF4FC"/>
          </a:solidFill>
          <a:ln w="20320">
            <a:solidFill>
              <a:srgbClr val="00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Locate</a:t>
            </a:r>
            <a:br/>
            <a:r>
              <a:rPr sz="1800" b="1">
                <a:solidFill>
                  <a:srgbClr val="000000"/>
                </a:solidFill>
                <a:latin typeface="Arial"/>
              </a:rPr>
              <a:t>calendar.db</a:t>
            </a:r>
          </a:p>
        </p:txBody>
      </p:sp>
      <p:sp>
        <p:nvSpPr>
          <p:cNvPr id="9" name="Oval 8"/>
          <p:cNvSpPr/>
          <p:nvPr/>
        </p:nvSpPr>
        <p:spPr>
          <a:xfrm>
            <a:off x="1101771" y="2049058"/>
            <a:ext cx="438912" cy="438912"/>
          </a:xfrm>
          <a:prstGeom prst="ellipse">
            <a:avLst/>
          </a:prstGeom>
          <a:solidFill>
            <a:srgbClr val="005791"/>
          </a:solidFill>
          <a:ln>
            <a:solidFill>
              <a:srgbClr val="00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27067" y="2286802"/>
            <a:ext cx="1691640" cy="1143000"/>
          </a:xfrm>
          <a:prstGeom prst="roundRect">
            <a:avLst/>
          </a:prstGeom>
          <a:solidFill>
            <a:srgbClr val="E2EFDA"/>
          </a:solidFill>
          <a:ln w="20320">
            <a:solidFill>
              <a:srgbClr val="00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Inventory</a:t>
            </a:r>
            <a:br/>
            <a:r>
              <a:rPr sz="1800" b="1">
                <a:solidFill>
                  <a:srgbClr val="000000"/>
                </a:solidFill>
                <a:latin typeface="Arial"/>
              </a:rPr>
              <a:t>core tables</a:t>
            </a:r>
          </a:p>
        </p:txBody>
      </p:sp>
      <p:sp>
        <p:nvSpPr>
          <p:cNvPr id="11" name="Oval 10"/>
          <p:cNvSpPr/>
          <p:nvPr/>
        </p:nvSpPr>
        <p:spPr>
          <a:xfrm>
            <a:off x="2958003" y="2049058"/>
            <a:ext cx="438912" cy="438912"/>
          </a:xfrm>
          <a:prstGeom prst="ellipse">
            <a:avLst/>
          </a:prstGeom>
          <a:solidFill>
            <a:srgbClr val="005791"/>
          </a:solidFill>
          <a:ln>
            <a:solidFill>
              <a:srgbClr val="00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83299" y="2286802"/>
            <a:ext cx="1691640" cy="1143000"/>
          </a:xfrm>
          <a:prstGeom prst="roundRect">
            <a:avLst/>
          </a:prstGeom>
          <a:solidFill>
            <a:srgbClr val="EBF4FC"/>
          </a:solidFill>
          <a:ln w="20320">
            <a:solidFill>
              <a:srgbClr val="00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Query</a:t>
            </a:r>
            <a:br/>
            <a:r>
              <a:rPr sz="1800" b="1">
                <a:solidFill>
                  <a:srgbClr val="000000"/>
                </a:solidFill>
                <a:latin typeface="Arial"/>
              </a:rPr>
              <a:t>events</a:t>
            </a:r>
          </a:p>
        </p:txBody>
      </p:sp>
      <p:sp>
        <p:nvSpPr>
          <p:cNvPr id="13" name="Oval 12"/>
          <p:cNvSpPr/>
          <p:nvPr/>
        </p:nvSpPr>
        <p:spPr>
          <a:xfrm>
            <a:off x="4814235" y="2049058"/>
            <a:ext cx="438912" cy="438912"/>
          </a:xfrm>
          <a:prstGeom prst="ellipse">
            <a:avLst/>
          </a:prstGeom>
          <a:solidFill>
            <a:srgbClr val="005791"/>
          </a:solidFill>
          <a:ln>
            <a:solidFill>
              <a:srgbClr val="00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9531" y="2286802"/>
            <a:ext cx="1691640" cy="1143000"/>
          </a:xfrm>
          <a:prstGeom prst="roundRect">
            <a:avLst/>
          </a:prstGeom>
          <a:solidFill>
            <a:srgbClr val="E2EFDA"/>
          </a:solidFill>
          <a:ln w="20320">
            <a:solidFill>
              <a:srgbClr val="00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Join</a:t>
            </a:r>
            <a:br/>
            <a:r>
              <a:rPr sz="1800" b="1">
                <a:solidFill>
                  <a:srgbClr val="000000"/>
                </a:solidFill>
                <a:latin typeface="Arial"/>
              </a:rPr>
              <a:t>calendar_id / event_id</a:t>
            </a:r>
          </a:p>
        </p:txBody>
      </p:sp>
      <p:sp>
        <p:nvSpPr>
          <p:cNvPr id="15" name="Oval 14"/>
          <p:cNvSpPr/>
          <p:nvPr/>
        </p:nvSpPr>
        <p:spPr>
          <a:xfrm>
            <a:off x="6670467" y="2049058"/>
            <a:ext cx="438912" cy="438912"/>
          </a:xfrm>
          <a:prstGeom prst="ellipse">
            <a:avLst/>
          </a:prstGeom>
          <a:solidFill>
            <a:srgbClr val="005791"/>
          </a:solidFill>
          <a:ln>
            <a:solidFill>
              <a:srgbClr val="00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95763" y="2286802"/>
            <a:ext cx="1691640" cy="1143000"/>
          </a:xfrm>
          <a:prstGeom prst="roundRect">
            <a:avLst/>
          </a:prstGeom>
          <a:solidFill>
            <a:srgbClr val="EBF4FC"/>
          </a:solidFill>
          <a:ln w="20320">
            <a:solidFill>
              <a:srgbClr val="00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Interpret</a:t>
            </a:r>
            <a:br/>
            <a:r>
              <a:rPr sz="1800" b="1">
                <a:solidFill>
                  <a:srgbClr val="000000"/>
                </a:solidFill>
                <a:latin typeface="Arial"/>
              </a:rPr>
              <a:t>time + recurrence</a:t>
            </a:r>
          </a:p>
        </p:txBody>
      </p:sp>
      <p:sp>
        <p:nvSpPr>
          <p:cNvPr id="17" name="Oval 16"/>
          <p:cNvSpPr/>
          <p:nvPr/>
        </p:nvSpPr>
        <p:spPr>
          <a:xfrm>
            <a:off x="8526699" y="2049058"/>
            <a:ext cx="438912" cy="438912"/>
          </a:xfrm>
          <a:prstGeom prst="ellipse">
            <a:avLst/>
          </a:prstGeom>
          <a:solidFill>
            <a:srgbClr val="005791"/>
          </a:solidFill>
          <a:ln>
            <a:solidFill>
              <a:srgbClr val="00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1995" y="2286802"/>
            <a:ext cx="1691640" cy="1143000"/>
          </a:xfrm>
          <a:prstGeom prst="roundRect">
            <a:avLst/>
          </a:prstGeom>
          <a:solidFill>
            <a:srgbClr val="E2EFDA"/>
          </a:solidFill>
          <a:ln w="20320">
            <a:solidFill>
              <a:srgbClr val="00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Corroborate</a:t>
            </a:r>
            <a:br/>
            <a:r>
              <a:rPr sz="1800" b="1">
                <a:solidFill>
                  <a:srgbClr val="000000"/>
                </a:solidFill>
                <a:latin typeface="Arial"/>
              </a:rPr>
              <a:t>other artifacts</a:t>
            </a:r>
          </a:p>
        </p:txBody>
      </p:sp>
      <p:sp>
        <p:nvSpPr>
          <p:cNvPr id="19" name="Oval 18"/>
          <p:cNvSpPr/>
          <p:nvPr/>
        </p:nvSpPr>
        <p:spPr>
          <a:xfrm>
            <a:off x="10382931" y="2049058"/>
            <a:ext cx="438912" cy="438912"/>
          </a:xfrm>
          <a:prstGeom prst="ellipse">
            <a:avLst/>
          </a:prstGeom>
          <a:solidFill>
            <a:srgbClr val="005791"/>
          </a:solidFill>
          <a:ln>
            <a:solidFill>
              <a:srgbClr val="005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155" y="4115602"/>
            <a:ext cx="10378440" cy="731520"/>
          </a:xfrm>
          <a:prstGeom prst="roundRect">
            <a:avLst/>
          </a:prstGeom>
          <a:solidFill>
            <a:srgbClr val="FFF2CC"/>
          </a:solidFill>
          <a:ln w="20320">
            <a:solidFill>
              <a:srgbClr val="DCA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If events are absent: do not invent findings. Report that no event rows were recovered and document the acquisition scope and tables checked.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1148</Words>
  <Application>Microsoft Office PowerPoint</Application>
  <PresentationFormat>Widescreen</PresentationFormat>
  <Paragraphs>193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AOSP Apps Investigations</vt:lpstr>
      <vt:lpstr>Calendar services</vt:lpstr>
      <vt:lpstr>What are calendar services?</vt:lpstr>
      <vt:lpstr>Potential evidence from calendar services</vt:lpstr>
      <vt:lpstr>Forensic questions for calendar evidence</vt:lpstr>
      <vt:lpstr>Investigate calendar services</vt:lpstr>
      <vt:lpstr>Calendar services folder structure</vt:lpstr>
      <vt:lpstr>calendar.db location </vt:lpstr>
      <vt:lpstr>Examine calendar.db</vt:lpstr>
      <vt:lpstr>PowerPoint Presentation</vt:lpstr>
      <vt:lpstr>PowerPoint Presentation</vt:lpstr>
      <vt:lpstr>PowerPoint Presentation</vt:lpstr>
      <vt:lpstr>PowerPoint Presentation</vt:lpstr>
      <vt:lpstr>Why the Events table matters</vt:lpstr>
      <vt:lpstr>Example investigation scenario</vt:lpstr>
      <vt:lpstr>PowerPoint Presentation</vt:lpstr>
      <vt:lpstr>PowerPoint Presentation</vt:lpstr>
      <vt:lpstr>PowerPoint Presentation</vt:lpstr>
      <vt:lpstr>PowerPoint Presentation</vt:lpstr>
      <vt:lpstr>Summary: calendar services in Android forensics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Installing Visual Studio Code</dc:title>
  <dc:creator>Weifeng Xu</dc:creator>
  <cp:lastModifiedBy>Weifeng Xu</cp:lastModifiedBy>
  <cp:revision>198</cp:revision>
  <dcterms:created xsi:type="dcterms:W3CDTF">2021-01-18T02:02:41Z</dcterms:created>
  <dcterms:modified xsi:type="dcterms:W3CDTF">2026-09-17T01:38:03Z</dcterms:modified>
</cp:coreProperties>
</file>