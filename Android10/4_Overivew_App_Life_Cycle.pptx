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7"/>
  </p:notesMasterIdLst>
  <p:sldIdLst>
    <p:sldId id="287" r:id="rId2"/>
    <p:sldId id="288" r:id="rId3"/>
    <p:sldId id="309" r:id="rId4"/>
    <p:sldId id="357" r:id="rId5"/>
    <p:sldId id="359" r:id="rId6"/>
    <p:sldId id="360" r:id="rId7"/>
    <p:sldId id="301" r:id="rId8"/>
    <p:sldId id="302" r:id="rId9"/>
    <p:sldId id="304" r:id="rId10"/>
    <p:sldId id="305" r:id="rId11"/>
    <p:sldId id="306" r:id="rId12"/>
    <p:sldId id="307" r:id="rId13"/>
    <p:sldId id="310" r:id="rId14"/>
    <p:sldId id="358" r:id="rId15"/>
    <p:sldId id="312" r:id="rId16"/>
    <p:sldId id="311" r:id="rId17"/>
    <p:sldId id="313" r:id="rId18"/>
    <p:sldId id="315" r:id="rId19"/>
    <p:sldId id="316" r:id="rId20"/>
    <p:sldId id="361" r:id="rId21"/>
    <p:sldId id="319" r:id="rId22"/>
    <p:sldId id="322" r:id="rId23"/>
    <p:sldId id="323" r:id="rId24"/>
    <p:sldId id="324" r:id="rId25"/>
    <p:sldId id="321" r:id="rId26"/>
    <p:sldId id="362" r:id="rId27"/>
    <p:sldId id="303" r:id="rId28"/>
    <p:sldId id="347" r:id="rId29"/>
    <p:sldId id="352" r:id="rId30"/>
    <p:sldId id="351" r:id="rId31"/>
    <p:sldId id="346" r:id="rId32"/>
    <p:sldId id="348" r:id="rId33"/>
    <p:sldId id="349" r:id="rId34"/>
    <p:sldId id="350" r:id="rId35"/>
    <p:sldId id="364" r:id="rId36"/>
    <p:sldId id="314" r:id="rId37"/>
    <p:sldId id="353" r:id="rId38"/>
    <p:sldId id="300" r:id="rId39"/>
    <p:sldId id="291" r:id="rId40"/>
    <p:sldId id="295" r:id="rId41"/>
    <p:sldId id="354" r:id="rId42"/>
    <p:sldId id="297" r:id="rId43"/>
    <p:sldId id="296" r:id="rId44"/>
    <p:sldId id="363" r:id="rId45"/>
    <p:sldId id="355" r:id="rId46"/>
    <p:sldId id="356" r:id="rId47"/>
    <p:sldId id="290" r:id="rId48"/>
    <p:sldId id="293" r:id="rId49"/>
    <p:sldId id="335" r:id="rId50"/>
    <p:sldId id="336" r:id="rId51"/>
    <p:sldId id="366" r:id="rId52"/>
    <p:sldId id="365" r:id="rId53"/>
    <p:sldId id="299" r:id="rId54"/>
    <p:sldId id="325" r:id="rId55"/>
    <p:sldId id="327" r:id="rId56"/>
    <p:sldId id="326" r:id="rId57"/>
    <p:sldId id="328" r:id="rId58"/>
    <p:sldId id="330" r:id="rId59"/>
    <p:sldId id="331" r:id="rId60"/>
    <p:sldId id="332" r:id="rId61"/>
    <p:sldId id="367" r:id="rId62"/>
    <p:sldId id="368" r:id="rId63"/>
    <p:sldId id="333" r:id="rId64"/>
    <p:sldId id="337" r:id="rId65"/>
    <p:sldId id="339" r:id="rId66"/>
    <p:sldId id="340" r:id="rId67"/>
    <p:sldId id="342" r:id="rId68"/>
    <p:sldId id="338" r:id="rId69"/>
    <p:sldId id="341" r:id="rId70"/>
    <p:sldId id="343" r:id="rId71"/>
    <p:sldId id="344" r:id="rId72"/>
    <p:sldId id="345" r:id="rId73"/>
    <p:sldId id="369" r:id="rId74"/>
    <p:sldId id="371" r:id="rId75"/>
    <p:sldId id="370" r:id="rId7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DB5"/>
    <a:srgbClr val="FF9A00"/>
    <a:srgbClr val="D81E00"/>
    <a:srgbClr val="318EFD"/>
    <a:srgbClr val="AEAEAE"/>
    <a:srgbClr val="AB51D6"/>
    <a:srgbClr val="00AAD6"/>
    <a:srgbClr val="F3F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844CC6-C7FC-4345-9DFC-47BEFF7EEB4D}" v="55" dt="2026-09-11T21:34:03.78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35" autoAdjust="0"/>
    <p:restoredTop sz="90685" autoAdjust="0"/>
  </p:normalViewPr>
  <p:slideViewPr>
    <p:cSldViewPr snapToGrid="0">
      <p:cViewPr varScale="1">
        <p:scale>
          <a:sx n="106" d="100"/>
          <a:sy n="106" d="100"/>
        </p:scale>
        <p:origin x="63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microsoft.com/office/2016/11/relationships/changesInfo" Target="changesInfos/changesInfo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ifeng Xu" userId="e7aed605-a3dd-4d5a-a692-a87037af107b" providerId="ADAL" clId="{F99F8FFF-BA20-43EA-924B-4DF5D2A785F3}"/>
    <pc:docChg chg="undo redo custSel addSld delSld modSld sldOrd">
      <pc:chgData name="Weifeng Xu" userId="e7aed605-a3dd-4d5a-a692-a87037af107b" providerId="ADAL" clId="{F99F8FFF-BA20-43EA-924B-4DF5D2A785F3}" dt="2026-09-11T21:38:06.981" v="1990" actId="22"/>
      <pc:docMkLst>
        <pc:docMk/>
      </pc:docMkLst>
      <pc:sldChg chg="addSp delSp modSp mod">
        <pc:chgData name="Weifeng Xu" userId="e7aed605-a3dd-4d5a-a692-a87037af107b" providerId="ADAL" clId="{F99F8FFF-BA20-43EA-924B-4DF5D2A785F3}" dt="2026-09-11T13:09:51.401" v="386" actId="478"/>
        <pc:sldMkLst>
          <pc:docMk/>
          <pc:sldMk cId="2783025053" sldId="287"/>
        </pc:sldMkLst>
        <pc:spChg chg="mod">
          <ac:chgData name="Weifeng Xu" userId="e7aed605-a3dd-4d5a-a692-a87037af107b" providerId="ADAL" clId="{F99F8FFF-BA20-43EA-924B-4DF5D2A785F3}" dt="2026-09-11T13:09:36.737" v="384"/>
          <ac:spMkLst>
            <pc:docMk/>
            <pc:sldMk cId="2783025053" sldId="287"/>
            <ac:spMk id="4" creationId="{9B649C4F-48C8-4CC6-BAE6-40898A5F80F4}"/>
          </ac:spMkLst>
        </pc:spChg>
        <pc:picChg chg="del mod">
          <ac:chgData name="Weifeng Xu" userId="e7aed605-a3dd-4d5a-a692-a87037af107b" providerId="ADAL" clId="{F99F8FFF-BA20-43EA-924B-4DF5D2A785F3}" dt="2026-09-11T13:09:51.401" v="386" actId="478"/>
          <ac:picMkLst>
            <pc:docMk/>
            <pc:sldMk cId="2783025053" sldId="287"/>
            <ac:picMk id="2" creationId="{8B611E91-8C6F-CEF0-92C6-15E385A88FBF}"/>
          </ac:picMkLst>
        </pc:picChg>
      </pc:sldChg>
      <pc:sldChg chg="addSp delSp modSp mod ord modClrScheme delDesignElem chgLayout">
        <pc:chgData name="Weifeng Xu" userId="e7aed605-a3dd-4d5a-a692-a87037af107b" providerId="ADAL" clId="{F99F8FFF-BA20-43EA-924B-4DF5D2A785F3}" dt="2026-09-11T14:25:51.916" v="468" actId="1076"/>
        <pc:sldMkLst>
          <pc:docMk/>
          <pc:sldMk cId="14314346" sldId="288"/>
        </pc:sldMkLst>
        <pc:spChg chg="add mod ord">
          <ac:chgData name="Weifeng Xu" userId="e7aed605-a3dd-4d5a-a692-a87037af107b" providerId="ADAL" clId="{F99F8FFF-BA20-43EA-924B-4DF5D2A785F3}" dt="2026-09-11T14:24:16.306" v="444" actId="20577"/>
          <ac:spMkLst>
            <pc:docMk/>
            <pc:sldMk cId="14314346" sldId="288"/>
            <ac:spMk id="2" creationId="{BC6D48A4-CB05-E698-C253-84E9A3C1AD8F}"/>
          </ac:spMkLst>
        </pc:spChg>
        <pc:spChg chg="add mod">
          <ac:chgData name="Weifeng Xu" userId="e7aed605-a3dd-4d5a-a692-a87037af107b" providerId="ADAL" clId="{F99F8FFF-BA20-43EA-924B-4DF5D2A785F3}" dt="2026-09-11T13:55:15.343" v="437" actId="1076"/>
          <ac:spMkLst>
            <pc:docMk/>
            <pc:sldMk cId="14314346" sldId="288"/>
            <ac:spMk id="3" creationId="{55F90A37-D885-93EE-2712-57DE0EBA70F5}"/>
          </ac:spMkLst>
        </pc:spChg>
        <pc:spChg chg="del mod ord">
          <ac:chgData name="Weifeng Xu" userId="e7aed605-a3dd-4d5a-a692-a87037af107b" providerId="ADAL" clId="{F99F8FFF-BA20-43EA-924B-4DF5D2A785F3}" dt="2026-09-11T13:54:53.298" v="435" actId="700"/>
          <ac:spMkLst>
            <pc:docMk/>
            <pc:sldMk cId="14314346" sldId="288"/>
            <ac:spMk id="4" creationId="{75B9B01B-569C-4C50-84EF-8225F23259CC}"/>
          </ac:spMkLst>
        </pc:spChg>
        <pc:spChg chg="add del mod">
          <ac:chgData name="Weifeng Xu" userId="e7aed605-a3dd-4d5a-a692-a87037af107b" providerId="ADAL" clId="{F99F8FFF-BA20-43EA-924B-4DF5D2A785F3}" dt="2026-09-11T13:33:02.803" v="399" actId="700"/>
          <ac:spMkLst>
            <pc:docMk/>
            <pc:sldMk cId="14314346" sldId="288"/>
            <ac:spMk id="6" creationId="{47670580-D283-C3E5-8D43-81C4CE71B0A3}"/>
          </ac:spMkLst>
        </pc:spChg>
        <pc:spChg chg="add mod">
          <ac:chgData name="Weifeng Xu" userId="e7aed605-a3dd-4d5a-a692-a87037af107b" providerId="ADAL" clId="{F99F8FFF-BA20-43EA-924B-4DF5D2A785F3}" dt="2026-09-11T14:25:51.916" v="468" actId="1076"/>
          <ac:spMkLst>
            <pc:docMk/>
            <pc:sldMk cId="14314346" sldId="288"/>
            <ac:spMk id="7" creationId="{10728294-B4ED-1EB0-60CC-F5B1BDF372B4}"/>
          </ac:spMkLst>
        </pc:spChg>
        <pc:spChg chg="mod">
          <ac:chgData name="Weifeng Xu" userId="e7aed605-a3dd-4d5a-a692-a87037af107b" providerId="ADAL" clId="{F99F8FFF-BA20-43EA-924B-4DF5D2A785F3}" dt="2026-09-11T14:24:49.319" v="446" actId="27636"/>
          <ac:spMkLst>
            <pc:docMk/>
            <pc:sldMk cId="14314346" sldId="288"/>
            <ac:spMk id="9" creationId="{BA71E684-6810-4998-F0DC-EC128A5B2572}"/>
          </ac:spMkLst>
        </pc:spChg>
        <pc:spChg chg="add mod">
          <ac:chgData name="Weifeng Xu" userId="e7aed605-a3dd-4d5a-a692-a87037af107b" providerId="ADAL" clId="{F99F8FFF-BA20-43EA-924B-4DF5D2A785F3}" dt="2026-09-11T14:25:51.916" v="468" actId="1076"/>
          <ac:spMkLst>
            <pc:docMk/>
            <pc:sldMk cId="14314346" sldId="288"/>
            <ac:spMk id="12" creationId="{093C822B-8834-F8EA-4823-3314E4FBDE20}"/>
          </ac:spMkLst>
        </pc:spChg>
        <pc:spChg chg="mod">
          <ac:chgData name="Weifeng Xu" userId="e7aed605-a3dd-4d5a-a692-a87037af107b" providerId="ADAL" clId="{F99F8FFF-BA20-43EA-924B-4DF5D2A785F3}" dt="2026-09-11T14:25:37.019" v="463" actId="1076"/>
          <ac:spMkLst>
            <pc:docMk/>
            <pc:sldMk cId="14314346" sldId="288"/>
            <ac:spMk id="14" creationId="{BA2E3A24-0F5D-0FD7-C504-8A140ED9186C}"/>
          </ac:spMkLst>
        </pc:spChg>
        <pc:spChg chg="add mod">
          <ac:chgData name="Weifeng Xu" userId="e7aed605-a3dd-4d5a-a692-a87037af107b" providerId="ADAL" clId="{F99F8FFF-BA20-43EA-924B-4DF5D2A785F3}" dt="2026-09-11T14:25:51.916" v="468" actId="1076"/>
          <ac:spMkLst>
            <pc:docMk/>
            <pc:sldMk cId="14314346" sldId="288"/>
            <ac:spMk id="18" creationId="{F0627D6F-9EA0-0E7E-9742-993284113481}"/>
          </ac:spMkLst>
        </pc:spChg>
        <pc:spChg chg="mod">
          <ac:chgData name="Weifeng Xu" userId="e7aed605-a3dd-4d5a-a692-a87037af107b" providerId="ADAL" clId="{F99F8FFF-BA20-43EA-924B-4DF5D2A785F3}" dt="2026-09-11T14:24:49.328" v="450" actId="27636"/>
          <ac:spMkLst>
            <pc:docMk/>
            <pc:sldMk cId="14314346" sldId="288"/>
            <ac:spMk id="20" creationId="{9E1D4DC2-B714-7FB8-ACEC-FAB0EA0C83F2}"/>
          </ac:spMkLst>
        </pc:spChg>
        <pc:spChg chg="add mod">
          <ac:chgData name="Weifeng Xu" userId="e7aed605-a3dd-4d5a-a692-a87037af107b" providerId="ADAL" clId="{F99F8FFF-BA20-43EA-924B-4DF5D2A785F3}" dt="2026-09-11T14:25:51.916" v="468" actId="1076"/>
          <ac:spMkLst>
            <pc:docMk/>
            <pc:sldMk cId="14314346" sldId="288"/>
            <ac:spMk id="24" creationId="{18C06433-C095-9525-9FA6-DA81CE047B73}"/>
          </ac:spMkLst>
        </pc:spChg>
        <pc:spChg chg="del">
          <ac:chgData name="Weifeng Xu" userId="e7aed605-a3dd-4d5a-a692-a87037af107b" providerId="ADAL" clId="{F99F8FFF-BA20-43EA-924B-4DF5D2A785F3}" dt="2026-09-11T13:33:02.803" v="399" actId="700"/>
          <ac:spMkLst>
            <pc:docMk/>
            <pc:sldMk cId="14314346" sldId="288"/>
            <ac:spMk id="26" creationId="{955A2079-FA98-4876-80F0-72364A7D2EA4}"/>
          </ac:spMkLst>
        </pc:spChg>
        <pc:spChg chg="add mod">
          <ac:chgData name="Weifeng Xu" userId="e7aed605-a3dd-4d5a-a692-a87037af107b" providerId="ADAL" clId="{F99F8FFF-BA20-43EA-924B-4DF5D2A785F3}" dt="2026-09-11T14:25:51.916" v="468" actId="1076"/>
          <ac:spMkLst>
            <pc:docMk/>
            <pc:sldMk cId="14314346" sldId="288"/>
            <ac:spMk id="26" creationId="{D5ED9BFA-1B4F-9435-2111-BEBF607D53E3}"/>
          </ac:spMkLst>
        </pc:spChg>
        <pc:spChg chg="add mod">
          <ac:chgData name="Weifeng Xu" userId="e7aed605-a3dd-4d5a-a692-a87037af107b" providerId="ADAL" clId="{F99F8FFF-BA20-43EA-924B-4DF5D2A785F3}" dt="2026-09-11T14:25:51.916" v="468" actId="1076"/>
          <ac:spMkLst>
            <pc:docMk/>
            <pc:sldMk cId="14314346" sldId="288"/>
            <ac:spMk id="28" creationId="{F28A1CB1-17C4-1358-8D94-43523D5170FE}"/>
          </ac:spMkLst>
        </pc:spChg>
        <pc:spChg chg="add mod">
          <ac:chgData name="Weifeng Xu" userId="e7aed605-a3dd-4d5a-a692-a87037af107b" providerId="ADAL" clId="{F99F8FFF-BA20-43EA-924B-4DF5D2A785F3}" dt="2026-09-11T14:25:51.916" v="468" actId="1076"/>
          <ac:spMkLst>
            <pc:docMk/>
            <pc:sldMk cId="14314346" sldId="288"/>
            <ac:spMk id="30" creationId="{6397F7C3-F7D5-A5CA-396D-60F0BA4E0002}"/>
          </ac:spMkLst>
        </pc:spChg>
        <pc:spChg chg="mod">
          <ac:chgData name="Weifeng Xu" userId="e7aed605-a3dd-4d5a-a692-a87037af107b" providerId="ADAL" clId="{F99F8FFF-BA20-43EA-924B-4DF5D2A785F3}" dt="2026-09-11T14:25:37.019" v="463" actId="1076"/>
          <ac:spMkLst>
            <pc:docMk/>
            <pc:sldMk cId="14314346" sldId="288"/>
            <ac:spMk id="34" creationId="{081C073E-0A17-C4C2-F750-7F67E3F00FC1}"/>
          </ac:spMkLst>
        </pc:spChg>
        <pc:spChg chg="mod">
          <ac:chgData name="Weifeng Xu" userId="e7aed605-a3dd-4d5a-a692-a87037af107b" providerId="ADAL" clId="{F99F8FFF-BA20-43EA-924B-4DF5D2A785F3}" dt="2026-09-11T14:25:46.698" v="467" actId="14100"/>
          <ac:spMkLst>
            <pc:docMk/>
            <pc:sldMk cId="14314346" sldId="288"/>
            <ac:spMk id="38" creationId="{E69EB7DD-18C1-D874-F186-65615575CEAE}"/>
          </ac:spMkLst>
        </pc:spChg>
        <pc:spChg chg="add mod">
          <ac:chgData name="Weifeng Xu" userId="e7aed605-a3dd-4d5a-a692-a87037af107b" providerId="ADAL" clId="{F99F8FFF-BA20-43EA-924B-4DF5D2A785F3}" dt="2026-09-11T14:25:51.916" v="468" actId="1076"/>
          <ac:spMkLst>
            <pc:docMk/>
            <pc:sldMk cId="14314346" sldId="288"/>
            <ac:spMk id="42" creationId="{0F41DE33-5173-A943-7270-9BB009096B80}"/>
          </ac:spMkLst>
        </pc:spChg>
        <pc:spChg chg="add mod">
          <ac:chgData name="Weifeng Xu" userId="e7aed605-a3dd-4d5a-a692-a87037af107b" providerId="ADAL" clId="{F99F8FFF-BA20-43EA-924B-4DF5D2A785F3}" dt="2026-09-11T14:25:51.916" v="468" actId="1076"/>
          <ac:spMkLst>
            <pc:docMk/>
            <pc:sldMk cId="14314346" sldId="288"/>
            <ac:spMk id="44" creationId="{7783A794-E952-0B34-5123-96F80B80E2B0}"/>
          </ac:spMkLst>
        </pc:spChg>
        <pc:spChg chg="mod">
          <ac:chgData name="Weifeng Xu" userId="e7aed605-a3dd-4d5a-a692-a87037af107b" providerId="ADAL" clId="{F99F8FFF-BA20-43EA-924B-4DF5D2A785F3}" dt="2026-09-11T14:24:49.322" v="447" actId="27636"/>
          <ac:spMkLst>
            <pc:docMk/>
            <pc:sldMk cId="14314346" sldId="288"/>
            <ac:spMk id="46" creationId="{71C98C65-7D3E-3FD2-1F78-D6A17D84E957}"/>
          </ac:spMkLst>
        </pc:spChg>
        <pc:spChg chg="add mod">
          <ac:chgData name="Weifeng Xu" userId="e7aed605-a3dd-4d5a-a692-a87037af107b" providerId="ADAL" clId="{F99F8FFF-BA20-43EA-924B-4DF5D2A785F3}" dt="2026-09-11T14:25:51.916" v="468" actId="1076"/>
          <ac:spMkLst>
            <pc:docMk/>
            <pc:sldMk cId="14314346" sldId="288"/>
            <ac:spMk id="48" creationId="{2A917749-5D25-1B18-231B-D7547DB2CF9F}"/>
          </ac:spMkLst>
        </pc:spChg>
        <pc:spChg chg="mod">
          <ac:chgData name="Weifeng Xu" userId="e7aed605-a3dd-4d5a-a692-a87037af107b" providerId="ADAL" clId="{F99F8FFF-BA20-43EA-924B-4DF5D2A785F3}" dt="2026-09-11T14:24:49.326" v="449" actId="27636"/>
          <ac:spMkLst>
            <pc:docMk/>
            <pc:sldMk cId="14314346" sldId="288"/>
            <ac:spMk id="50" creationId="{CC7B2C3A-A7F9-AB65-8C20-3904AAD65262}"/>
          </ac:spMkLst>
        </pc:spChg>
        <pc:graphicFrameChg chg="del mod">
          <ac:chgData name="Weifeng Xu" userId="e7aed605-a3dd-4d5a-a692-a87037af107b" providerId="ADAL" clId="{F99F8FFF-BA20-43EA-924B-4DF5D2A785F3}" dt="2026-09-11T13:32:59.596" v="398" actId="478"/>
          <ac:graphicFrameMkLst>
            <pc:docMk/>
            <pc:sldMk cId="14314346" sldId="288"/>
            <ac:graphicFrameMk id="21" creationId="{AD26E1D7-F20A-44F2-B577-5886518E2D8E}"/>
          </ac:graphicFrameMkLst>
        </pc:graphicFrameChg>
        <pc:picChg chg="add del mod">
          <ac:chgData name="Weifeng Xu" userId="e7aed605-a3dd-4d5a-a692-a87037af107b" providerId="ADAL" clId="{F99F8FFF-BA20-43EA-924B-4DF5D2A785F3}" dt="2026-09-11T13:54:33.837" v="433" actId="478"/>
          <ac:picMkLst>
            <pc:docMk/>
            <pc:sldMk cId="14314346" sldId="288"/>
            <ac:picMk id="8" creationId="{FFE85D4F-7A4A-D168-1DC9-4865D0403629}"/>
          </ac:picMkLst>
        </pc:picChg>
        <pc:picChg chg="add del">
          <ac:chgData name="Weifeng Xu" userId="e7aed605-a3dd-4d5a-a692-a87037af107b" providerId="ADAL" clId="{F99F8FFF-BA20-43EA-924B-4DF5D2A785F3}" dt="2026-09-11T14:23:53.419" v="441" actId="478"/>
          <ac:picMkLst>
            <pc:docMk/>
            <pc:sldMk cId="14314346" sldId="288"/>
            <ac:picMk id="10" creationId="{78EFB99D-66BB-C550-CCBC-39EB9B8E70D6}"/>
          </ac:picMkLst>
        </pc:picChg>
      </pc:sldChg>
      <pc:sldChg chg="modSp mod">
        <pc:chgData name="Weifeng Xu" userId="e7aed605-a3dd-4d5a-a692-a87037af107b" providerId="ADAL" clId="{F99F8FFF-BA20-43EA-924B-4DF5D2A785F3}" dt="2026-09-11T20:05:01.521" v="1523" actId="2711"/>
        <pc:sldMkLst>
          <pc:docMk/>
          <pc:sldMk cId="4181509598" sldId="290"/>
        </pc:sldMkLst>
        <pc:spChg chg="mod">
          <ac:chgData name="Weifeng Xu" userId="e7aed605-a3dd-4d5a-a692-a87037af107b" providerId="ADAL" clId="{F99F8FFF-BA20-43EA-924B-4DF5D2A785F3}" dt="2026-09-11T20:05:01.521" v="1523" actId="2711"/>
          <ac:spMkLst>
            <pc:docMk/>
            <pc:sldMk cId="4181509598" sldId="290"/>
            <ac:spMk id="2" creationId="{CA5545A6-EE14-4B79-81E7-BD8CCC5510CD}"/>
          </ac:spMkLst>
        </pc:spChg>
        <pc:spChg chg="mod">
          <ac:chgData name="Weifeng Xu" userId="e7aed605-a3dd-4d5a-a692-a87037af107b" providerId="ADAL" clId="{F99F8FFF-BA20-43EA-924B-4DF5D2A785F3}" dt="2026-09-11T20:04:19.567" v="1522" actId="27636"/>
          <ac:spMkLst>
            <pc:docMk/>
            <pc:sldMk cId="4181509598" sldId="290"/>
            <ac:spMk id="3" creationId="{DD5C7459-0470-44F4-989E-106FA3526F9E}"/>
          </ac:spMkLst>
        </pc:spChg>
      </pc:sldChg>
      <pc:sldChg chg="modSp mod">
        <pc:chgData name="Weifeng Xu" userId="e7aed605-a3dd-4d5a-a692-a87037af107b" providerId="ADAL" clId="{F99F8FFF-BA20-43EA-924B-4DF5D2A785F3}" dt="2026-09-11T17:16:55.506" v="1271" actId="207"/>
        <pc:sldMkLst>
          <pc:docMk/>
          <pc:sldMk cId="1631441210" sldId="291"/>
        </pc:sldMkLst>
        <pc:spChg chg="mod">
          <ac:chgData name="Weifeng Xu" userId="e7aed605-a3dd-4d5a-a692-a87037af107b" providerId="ADAL" clId="{F99F8FFF-BA20-43EA-924B-4DF5D2A785F3}" dt="2026-09-11T17:16:55.506" v="1271" actId="207"/>
          <ac:spMkLst>
            <pc:docMk/>
            <pc:sldMk cId="1631441210" sldId="291"/>
            <ac:spMk id="2" creationId="{9058E2D8-5556-4DED-85D2-69E50B6E6BCF}"/>
          </ac:spMkLst>
        </pc:spChg>
        <pc:spChg chg="mod">
          <ac:chgData name="Weifeng Xu" userId="e7aed605-a3dd-4d5a-a692-a87037af107b" providerId="ADAL" clId="{F99F8FFF-BA20-43EA-924B-4DF5D2A785F3}" dt="2026-09-11T17:16:44.194" v="1269" actId="207"/>
          <ac:spMkLst>
            <pc:docMk/>
            <pc:sldMk cId="1631441210" sldId="291"/>
            <ac:spMk id="4" creationId="{34244B9B-2E4C-4708-81C9-C790AC0D7141}"/>
          </ac:spMkLst>
        </pc:spChg>
      </pc:sldChg>
      <pc:sldChg chg="addSp modSp mod">
        <pc:chgData name="Weifeng Xu" userId="e7aed605-a3dd-4d5a-a692-a87037af107b" providerId="ADAL" clId="{F99F8FFF-BA20-43EA-924B-4DF5D2A785F3}" dt="2026-09-11T20:08:19.351" v="1542" actId="20577"/>
        <pc:sldMkLst>
          <pc:docMk/>
          <pc:sldMk cId="2491873286" sldId="293"/>
        </pc:sldMkLst>
        <pc:spChg chg="add mod">
          <ac:chgData name="Weifeng Xu" userId="e7aed605-a3dd-4d5a-a692-a87037af107b" providerId="ADAL" clId="{F99F8FFF-BA20-43EA-924B-4DF5D2A785F3}" dt="2026-09-11T20:08:19.351" v="1542" actId="20577"/>
          <ac:spMkLst>
            <pc:docMk/>
            <pc:sldMk cId="2491873286" sldId="293"/>
            <ac:spMk id="4" creationId="{464D1E6F-5227-0541-B021-F0C50ECB0E85}"/>
          </ac:spMkLst>
        </pc:spChg>
        <pc:spChg chg="mod">
          <ac:chgData name="Weifeng Xu" userId="e7aed605-a3dd-4d5a-a692-a87037af107b" providerId="ADAL" clId="{F99F8FFF-BA20-43EA-924B-4DF5D2A785F3}" dt="2026-09-11T20:07:50.956" v="1538" actId="1076"/>
          <ac:spMkLst>
            <pc:docMk/>
            <pc:sldMk cId="2491873286" sldId="293"/>
            <ac:spMk id="9" creationId="{364363E7-1FC6-4DB2-9105-4912C4C92D65}"/>
          </ac:spMkLst>
        </pc:spChg>
      </pc:sldChg>
      <pc:sldChg chg="modSp mod">
        <pc:chgData name="Weifeng Xu" userId="e7aed605-a3dd-4d5a-a692-a87037af107b" providerId="ADAL" clId="{F99F8FFF-BA20-43EA-924B-4DF5D2A785F3}" dt="2026-09-11T17:19:43.902" v="1289" actId="108"/>
        <pc:sldMkLst>
          <pc:docMk/>
          <pc:sldMk cId="3897550038" sldId="295"/>
        </pc:sldMkLst>
        <pc:spChg chg="mod">
          <ac:chgData name="Weifeng Xu" userId="e7aed605-a3dd-4d5a-a692-a87037af107b" providerId="ADAL" clId="{F99F8FFF-BA20-43EA-924B-4DF5D2A785F3}" dt="2026-09-11T17:17:59.940" v="1275" actId="2711"/>
          <ac:spMkLst>
            <pc:docMk/>
            <pc:sldMk cId="3897550038" sldId="295"/>
            <ac:spMk id="2" creationId="{305020BC-BB92-4B15-90E9-024C022E7466}"/>
          </ac:spMkLst>
        </pc:spChg>
        <pc:spChg chg="mod">
          <ac:chgData name="Weifeng Xu" userId="e7aed605-a3dd-4d5a-a692-a87037af107b" providerId="ADAL" clId="{F99F8FFF-BA20-43EA-924B-4DF5D2A785F3}" dt="2026-09-11T17:19:43.902" v="1289" actId="108"/>
          <ac:spMkLst>
            <pc:docMk/>
            <pc:sldMk cId="3897550038" sldId="295"/>
            <ac:spMk id="3" creationId="{12C8C72D-932D-4AF8-A983-6FB3C11E7E6C}"/>
          </ac:spMkLst>
        </pc:spChg>
      </pc:sldChg>
      <pc:sldChg chg="addSp delSp modSp mod modClrScheme chgLayout">
        <pc:chgData name="Weifeng Xu" userId="e7aed605-a3dd-4d5a-a692-a87037af107b" providerId="ADAL" clId="{F99F8FFF-BA20-43EA-924B-4DF5D2A785F3}" dt="2026-09-11T19:31:11.382" v="1311" actId="14100"/>
        <pc:sldMkLst>
          <pc:docMk/>
          <pc:sldMk cId="1581980590" sldId="296"/>
        </pc:sldMkLst>
        <pc:spChg chg="add mod ord">
          <ac:chgData name="Weifeng Xu" userId="e7aed605-a3dd-4d5a-a692-a87037af107b" providerId="ADAL" clId="{F99F8FFF-BA20-43EA-924B-4DF5D2A785F3}" dt="2026-09-11T19:30:37.335" v="1306" actId="20577"/>
          <ac:spMkLst>
            <pc:docMk/>
            <pc:sldMk cId="1581980590" sldId="296"/>
            <ac:spMk id="2" creationId="{E8F78680-BB0D-E6CE-42BC-4789DEC98024}"/>
          </ac:spMkLst>
        </pc:spChg>
        <pc:spChg chg="mod">
          <ac:chgData name="Weifeng Xu" userId="e7aed605-a3dd-4d5a-a692-a87037af107b" providerId="ADAL" clId="{F99F8FFF-BA20-43EA-924B-4DF5D2A785F3}" dt="2026-09-11T19:31:00.442" v="1308" actId="1076"/>
          <ac:spMkLst>
            <pc:docMk/>
            <pc:sldMk cId="1581980590" sldId="296"/>
            <ac:spMk id="6" creationId="{FA04219A-9C35-460A-81AD-7B858EE50F5D}"/>
          </ac:spMkLst>
        </pc:spChg>
        <pc:spChg chg="del">
          <ac:chgData name="Weifeng Xu" userId="e7aed605-a3dd-4d5a-a692-a87037af107b" providerId="ADAL" clId="{F99F8FFF-BA20-43EA-924B-4DF5D2A785F3}" dt="2026-09-11T19:30:07.630" v="1302" actId="478"/>
          <ac:spMkLst>
            <pc:docMk/>
            <pc:sldMk cId="1581980590" sldId="296"/>
            <ac:spMk id="7" creationId="{48BB0E02-59A7-4B99-8028-820441B3368F}"/>
          </ac:spMkLst>
        </pc:spChg>
        <pc:spChg chg="add mod">
          <ac:chgData name="Weifeng Xu" userId="e7aed605-a3dd-4d5a-a692-a87037af107b" providerId="ADAL" clId="{F99F8FFF-BA20-43EA-924B-4DF5D2A785F3}" dt="2026-09-11T19:31:11.382" v="1311" actId="14100"/>
          <ac:spMkLst>
            <pc:docMk/>
            <pc:sldMk cId="1581980590" sldId="296"/>
            <ac:spMk id="8" creationId="{ECE2EECC-7FC5-7E51-DD60-8C2B4973DFEF}"/>
          </ac:spMkLst>
        </pc:spChg>
        <pc:graphicFrameChg chg="mod">
          <ac:chgData name="Weifeng Xu" userId="e7aed605-a3dd-4d5a-a692-a87037af107b" providerId="ADAL" clId="{F99F8FFF-BA20-43EA-924B-4DF5D2A785F3}" dt="2026-09-11T19:31:00.442" v="1308" actId="1076"/>
          <ac:graphicFrameMkLst>
            <pc:docMk/>
            <pc:sldMk cId="1581980590" sldId="296"/>
            <ac:graphicFrameMk id="3" creationId="{A40607C6-8B35-4AAC-AF2E-A988409716DE}"/>
          </ac:graphicFrameMkLst>
        </pc:graphicFrameChg>
        <pc:picChg chg="mod">
          <ac:chgData name="Weifeng Xu" userId="e7aed605-a3dd-4d5a-a692-a87037af107b" providerId="ADAL" clId="{F99F8FFF-BA20-43EA-924B-4DF5D2A785F3}" dt="2026-09-11T19:31:00.442" v="1308" actId="1076"/>
          <ac:picMkLst>
            <pc:docMk/>
            <pc:sldMk cId="1581980590" sldId="296"/>
            <ac:picMk id="5" creationId="{C6D1AABA-84C8-4ED5-92DB-0C58F2670C2A}"/>
          </ac:picMkLst>
        </pc:picChg>
      </pc:sldChg>
      <pc:sldChg chg="modSp mod">
        <pc:chgData name="Weifeng Xu" userId="e7aed605-a3dd-4d5a-a692-a87037af107b" providerId="ADAL" clId="{F99F8FFF-BA20-43EA-924B-4DF5D2A785F3}" dt="2026-09-11T20:52:34.493" v="1658" actId="207"/>
        <pc:sldMkLst>
          <pc:docMk/>
          <pc:sldMk cId="3103008263" sldId="299"/>
        </pc:sldMkLst>
        <pc:spChg chg="mod">
          <ac:chgData name="Weifeng Xu" userId="e7aed605-a3dd-4d5a-a692-a87037af107b" providerId="ADAL" clId="{F99F8FFF-BA20-43EA-924B-4DF5D2A785F3}" dt="2026-09-11T20:52:34.493" v="1658" actId="207"/>
          <ac:spMkLst>
            <pc:docMk/>
            <pc:sldMk cId="3103008263" sldId="299"/>
            <ac:spMk id="20" creationId="{BE362557-F9A6-4881-829F-54B7FDC769A1}"/>
          </ac:spMkLst>
        </pc:spChg>
      </pc:sldChg>
      <pc:sldChg chg="modSp mod">
        <pc:chgData name="Weifeng Xu" userId="e7aed605-a3dd-4d5a-a692-a87037af107b" providerId="ADAL" clId="{F99F8FFF-BA20-43EA-924B-4DF5D2A785F3}" dt="2026-09-11T17:08:26.480" v="1251" actId="6549"/>
        <pc:sldMkLst>
          <pc:docMk/>
          <pc:sldMk cId="3296257568" sldId="300"/>
        </pc:sldMkLst>
        <pc:spChg chg="mod">
          <ac:chgData name="Weifeng Xu" userId="e7aed605-a3dd-4d5a-a692-a87037af107b" providerId="ADAL" clId="{F99F8FFF-BA20-43EA-924B-4DF5D2A785F3}" dt="2026-09-11T16:36:25.493" v="1220" actId="2711"/>
          <ac:spMkLst>
            <pc:docMk/>
            <pc:sldMk cId="3296257568" sldId="300"/>
            <ac:spMk id="2" creationId="{EAD78C18-E446-4E31-97CE-CE3C9F0734A5}"/>
          </ac:spMkLst>
        </pc:spChg>
        <pc:spChg chg="mod">
          <ac:chgData name="Weifeng Xu" userId="e7aed605-a3dd-4d5a-a692-a87037af107b" providerId="ADAL" clId="{F99F8FFF-BA20-43EA-924B-4DF5D2A785F3}" dt="2026-09-11T17:08:26.480" v="1251" actId="6549"/>
          <ac:spMkLst>
            <pc:docMk/>
            <pc:sldMk cId="3296257568" sldId="300"/>
            <ac:spMk id="4" creationId="{75B9B01B-569C-4C50-84EF-8225F23259CC}"/>
          </ac:spMkLst>
        </pc:spChg>
        <pc:spChg chg="mod">
          <ac:chgData name="Weifeng Xu" userId="e7aed605-a3dd-4d5a-a692-a87037af107b" providerId="ADAL" clId="{F99F8FFF-BA20-43EA-924B-4DF5D2A785F3}" dt="2026-09-11T16:35:47.269" v="1215" actId="1076"/>
          <ac:spMkLst>
            <pc:docMk/>
            <pc:sldMk cId="3296257568" sldId="300"/>
            <ac:spMk id="6" creationId="{36D6FA1F-72B8-4439-C93D-25A2805B04CE}"/>
          </ac:spMkLst>
        </pc:spChg>
        <pc:picChg chg="mod">
          <ac:chgData name="Weifeng Xu" userId="e7aed605-a3dd-4d5a-a692-a87037af107b" providerId="ADAL" clId="{F99F8FFF-BA20-43EA-924B-4DF5D2A785F3}" dt="2026-09-11T16:35:47.269" v="1215" actId="1076"/>
          <ac:picMkLst>
            <pc:docMk/>
            <pc:sldMk cId="3296257568" sldId="300"/>
            <ac:picMk id="7" creationId="{401CC2F8-51C1-4FE6-8904-CDFAC3207542}"/>
          </ac:picMkLst>
        </pc:picChg>
      </pc:sldChg>
      <pc:sldChg chg="modSp mod">
        <pc:chgData name="Weifeng Xu" userId="e7aed605-a3dd-4d5a-a692-a87037af107b" providerId="ADAL" clId="{F99F8FFF-BA20-43EA-924B-4DF5D2A785F3}" dt="2026-09-11T14:30:55.764" v="541" actId="1076"/>
        <pc:sldMkLst>
          <pc:docMk/>
          <pc:sldMk cId="486987822" sldId="301"/>
        </pc:sldMkLst>
        <pc:spChg chg="mod">
          <ac:chgData name="Weifeng Xu" userId="e7aed605-a3dd-4d5a-a692-a87037af107b" providerId="ADAL" clId="{F99F8FFF-BA20-43EA-924B-4DF5D2A785F3}" dt="2026-09-11T14:29:59.891" v="498"/>
          <ac:spMkLst>
            <pc:docMk/>
            <pc:sldMk cId="486987822" sldId="301"/>
            <ac:spMk id="2" creationId="{7AA1E905-704B-4DE7-BD48-F60C50C15884}"/>
          </ac:spMkLst>
        </pc:spChg>
        <pc:spChg chg="mod">
          <ac:chgData name="Weifeng Xu" userId="e7aed605-a3dd-4d5a-a692-a87037af107b" providerId="ADAL" clId="{F99F8FFF-BA20-43EA-924B-4DF5D2A785F3}" dt="2026-09-11T14:30:50.182" v="540" actId="108"/>
          <ac:spMkLst>
            <pc:docMk/>
            <pc:sldMk cId="486987822" sldId="301"/>
            <ac:spMk id="3" creationId="{1C29D837-9F2E-4ABE-9B3A-0DD419A0A23D}"/>
          </ac:spMkLst>
        </pc:spChg>
        <pc:picChg chg="mod">
          <ac:chgData name="Weifeng Xu" userId="e7aed605-a3dd-4d5a-a692-a87037af107b" providerId="ADAL" clId="{F99F8FFF-BA20-43EA-924B-4DF5D2A785F3}" dt="2026-09-11T14:30:55.764" v="541" actId="1076"/>
          <ac:picMkLst>
            <pc:docMk/>
            <pc:sldMk cId="486987822" sldId="301"/>
            <ac:picMk id="5" creationId="{20E60577-C908-45DB-AEF0-EE33F6CF603D}"/>
          </ac:picMkLst>
        </pc:picChg>
        <pc:cxnChg chg="mod">
          <ac:chgData name="Weifeng Xu" userId="e7aed605-a3dd-4d5a-a692-a87037af107b" providerId="ADAL" clId="{F99F8FFF-BA20-43EA-924B-4DF5D2A785F3}" dt="2026-09-11T14:30:55.764" v="541" actId="1076"/>
          <ac:cxnSpMkLst>
            <pc:docMk/>
            <pc:sldMk cId="486987822" sldId="301"/>
            <ac:cxnSpMk id="9" creationId="{844B9AD4-05C4-45B8-B514-3AB4D2ABA3B9}"/>
          </ac:cxnSpMkLst>
        </pc:cxnChg>
      </pc:sldChg>
      <pc:sldChg chg="addSp delSp modSp mod modClrScheme chgLayout">
        <pc:chgData name="Weifeng Xu" userId="e7aed605-a3dd-4d5a-a692-a87037af107b" providerId="ADAL" clId="{F99F8FFF-BA20-43EA-924B-4DF5D2A785F3}" dt="2026-09-11T14:32:06.052" v="553" actId="478"/>
        <pc:sldMkLst>
          <pc:docMk/>
          <pc:sldMk cId="17733392" sldId="302"/>
        </pc:sldMkLst>
        <pc:spChg chg="add mod ord">
          <ac:chgData name="Weifeng Xu" userId="e7aed605-a3dd-4d5a-a692-a87037af107b" providerId="ADAL" clId="{F99F8FFF-BA20-43EA-924B-4DF5D2A785F3}" dt="2026-09-11T14:31:41.286" v="547" actId="20577"/>
          <ac:spMkLst>
            <pc:docMk/>
            <pc:sldMk cId="17733392" sldId="302"/>
            <ac:spMk id="2" creationId="{A301162B-8D93-FE59-542F-83BDC03AD4A9}"/>
          </ac:spMkLst>
        </pc:spChg>
        <pc:spChg chg="del">
          <ac:chgData name="Weifeng Xu" userId="e7aed605-a3dd-4d5a-a692-a87037af107b" providerId="ADAL" clId="{F99F8FFF-BA20-43EA-924B-4DF5D2A785F3}" dt="2026-09-11T14:31:32.376" v="543" actId="478"/>
          <ac:spMkLst>
            <pc:docMk/>
            <pc:sldMk cId="17733392" sldId="302"/>
            <ac:spMk id="7" creationId="{14F12D2F-A19D-4485-965E-5205D7CA4178}"/>
          </ac:spMkLst>
        </pc:spChg>
        <pc:spChg chg="del mod">
          <ac:chgData name="Weifeng Xu" userId="e7aed605-a3dd-4d5a-a692-a87037af107b" providerId="ADAL" clId="{F99F8FFF-BA20-43EA-924B-4DF5D2A785F3}" dt="2026-09-11T14:32:06.052" v="553" actId="478"/>
          <ac:spMkLst>
            <pc:docMk/>
            <pc:sldMk cId="17733392" sldId="302"/>
            <ac:spMk id="9" creationId="{AE64A683-0C01-4BAA-827C-AD73F9E38FFD}"/>
          </ac:spMkLst>
        </pc:spChg>
        <pc:picChg chg="mod">
          <ac:chgData name="Weifeng Xu" userId="e7aed605-a3dd-4d5a-a692-a87037af107b" providerId="ADAL" clId="{F99F8FFF-BA20-43EA-924B-4DF5D2A785F3}" dt="2026-09-11T14:31:55.923" v="551" actId="1076"/>
          <ac:picMkLst>
            <pc:docMk/>
            <pc:sldMk cId="17733392" sldId="302"/>
            <ac:picMk id="5" creationId="{1B5FD75D-DF20-4BFD-878C-A4AFC4F18656}"/>
          </ac:picMkLst>
        </pc:picChg>
      </pc:sldChg>
      <pc:sldChg chg="addSp modSp mod ord">
        <pc:chgData name="Weifeng Xu" userId="e7aed605-a3dd-4d5a-a692-a87037af107b" providerId="ADAL" clId="{F99F8FFF-BA20-43EA-924B-4DF5D2A785F3}" dt="2026-09-11T15:56:18.204" v="1123" actId="11"/>
        <pc:sldMkLst>
          <pc:docMk/>
          <pc:sldMk cId="4287411718" sldId="303"/>
        </pc:sldMkLst>
        <pc:spChg chg="mod">
          <ac:chgData name="Weifeng Xu" userId="e7aed605-a3dd-4d5a-a692-a87037af107b" providerId="ADAL" clId="{F99F8FFF-BA20-43EA-924B-4DF5D2A785F3}" dt="2026-09-11T15:53:43.523" v="1085" actId="20577"/>
          <ac:spMkLst>
            <pc:docMk/>
            <pc:sldMk cId="4287411718" sldId="303"/>
            <ac:spMk id="2" creationId="{F64BAC37-F989-494C-96B7-ADAE39C17D81}"/>
          </ac:spMkLst>
        </pc:spChg>
        <pc:spChg chg="add mod">
          <ac:chgData name="Weifeng Xu" userId="e7aed605-a3dd-4d5a-a692-a87037af107b" providerId="ADAL" clId="{F99F8FFF-BA20-43EA-924B-4DF5D2A785F3}" dt="2026-09-11T15:54:25.836" v="1103" actId="113"/>
          <ac:spMkLst>
            <pc:docMk/>
            <pc:sldMk cId="4287411718" sldId="303"/>
            <ac:spMk id="4" creationId="{09B6EDD2-6244-A664-54E4-9835C4762256}"/>
          </ac:spMkLst>
        </pc:spChg>
        <pc:spChg chg="mod">
          <ac:chgData name="Weifeng Xu" userId="e7aed605-a3dd-4d5a-a692-a87037af107b" providerId="ADAL" clId="{F99F8FFF-BA20-43EA-924B-4DF5D2A785F3}" dt="2026-09-11T15:56:18.204" v="1123" actId="11"/>
          <ac:spMkLst>
            <pc:docMk/>
            <pc:sldMk cId="4287411718" sldId="303"/>
            <ac:spMk id="6" creationId="{45EA67A1-05EB-4A0F-A6F8-E55F6DCE6F23}"/>
          </ac:spMkLst>
        </pc:spChg>
        <pc:picChg chg="mod">
          <ac:chgData name="Weifeng Xu" userId="e7aed605-a3dd-4d5a-a692-a87037af107b" providerId="ADAL" clId="{F99F8FFF-BA20-43EA-924B-4DF5D2A785F3}" dt="2026-09-11T15:53:58.074" v="1097" actId="1036"/>
          <ac:picMkLst>
            <pc:docMk/>
            <pc:sldMk cId="4287411718" sldId="303"/>
            <ac:picMk id="5" creationId="{EF7266A6-7EF2-4AD1-A94A-D0AEA46B5FED}"/>
          </ac:picMkLst>
        </pc:picChg>
      </pc:sldChg>
      <pc:sldChg chg="addSp modSp mod modClrScheme chgLayout">
        <pc:chgData name="Weifeng Xu" userId="e7aed605-a3dd-4d5a-a692-a87037af107b" providerId="ADAL" clId="{F99F8FFF-BA20-43EA-924B-4DF5D2A785F3}" dt="2026-09-11T14:33:42.369" v="566" actId="1076"/>
        <pc:sldMkLst>
          <pc:docMk/>
          <pc:sldMk cId="1157364614" sldId="304"/>
        </pc:sldMkLst>
        <pc:spChg chg="add mod ord">
          <ac:chgData name="Weifeng Xu" userId="e7aed605-a3dd-4d5a-a692-a87037af107b" providerId="ADAL" clId="{F99F8FFF-BA20-43EA-924B-4DF5D2A785F3}" dt="2026-09-11T14:33:34.034" v="564" actId="1076"/>
          <ac:spMkLst>
            <pc:docMk/>
            <pc:sldMk cId="1157364614" sldId="304"/>
            <ac:spMk id="2" creationId="{A696C469-8CB6-8E38-8D05-80E413C4E208}"/>
          </ac:spMkLst>
        </pc:spChg>
        <pc:spChg chg="mod">
          <ac:chgData name="Weifeng Xu" userId="e7aed605-a3dd-4d5a-a692-a87037af107b" providerId="ADAL" clId="{F99F8FFF-BA20-43EA-924B-4DF5D2A785F3}" dt="2026-09-11T14:33:42.369" v="566" actId="1076"/>
          <ac:spMkLst>
            <pc:docMk/>
            <pc:sldMk cId="1157364614" sldId="304"/>
            <ac:spMk id="4" creationId="{8183BAFD-DDA7-44F4-928F-0705B7E4D627}"/>
          </ac:spMkLst>
        </pc:spChg>
        <pc:picChg chg="mod">
          <ac:chgData name="Weifeng Xu" userId="e7aed605-a3dd-4d5a-a692-a87037af107b" providerId="ADAL" clId="{F99F8FFF-BA20-43EA-924B-4DF5D2A785F3}" dt="2026-09-11T14:33:40.533" v="565" actId="1076"/>
          <ac:picMkLst>
            <pc:docMk/>
            <pc:sldMk cId="1157364614" sldId="304"/>
            <ac:picMk id="3" creationId="{EC18C898-7235-4B11-937F-8FD6A3C5BF94}"/>
          </ac:picMkLst>
        </pc:picChg>
      </pc:sldChg>
      <pc:sldChg chg="modSp mod">
        <pc:chgData name="Weifeng Xu" userId="e7aed605-a3dd-4d5a-a692-a87037af107b" providerId="ADAL" clId="{F99F8FFF-BA20-43EA-924B-4DF5D2A785F3}" dt="2026-09-11T14:34:20.044" v="573" actId="108"/>
        <pc:sldMkLst>
          <pc:docMk/>
          <pc:sldMk cId="2691207312" sldId="306"/>
        </pc:sldMkLst>
        <pc:spChg chg="mod">
          <ac:chgData name="Weifeng Xu" userId="e7aed605-a3dd-4d5a-a692-a87037af107b" providerId="ADAL" clId="{F99F8FFF-BA20-43EA-924B-4DF5D2A785F3}" dt="2026-09-11T14:34:20.044" v="573" actId="108"/>
          <ac:spMkLst>
            <pc:docMk/>
            <pc:sldMk cId="2691207312" sldId="306"/>
            <ac:spMk id="6" creationId="{96A35E9E-82D7-4E63-B7D3-E5BEA74F24DD}"/>
          </ac:spMkLst>
        </pc:spChg>
      </pc:sldChg>
      <pc:sldChg chg="addSp delSp modSp mod modClrScheme chgLayout">
        <pc:chgData name="Weifeng Xu" userId="e7aed605-a3dd-4d5a-a692-a87037af107b" providerId="ADAL" clId="{F99F8FFF-BA20-43EA-924B-4DF5D2A785F3}" dt="2026-09-11T14:35:25.208" v="578" actId="1076"/>
        <pc:sldMkLst>
          <pc:docMk/>
          <pc:sldMk cId="607580206" sldId="307"/>
        </pc:sldMkLst>
        <pc:spChg chg="add mod ord">
          <ac:chgData name="Weifeng Xu" userId="e7aed605-a3dd-4d5a-a692-a87037af107b" providerId="ADAL" clId="{F99F8FFF-BA20-43EA-924B-4DF5D2A785F3}" dt="2026-09-11T14:35:20.956" v="577" actId="20577"/>
          <ac:spMkLst>
            <pc:docMk/>
            <pc:sldMk cId="607580206" sldId="307"/>
            <ac:spMk id="2" creationId="{F88413F0-2D56-5049-F334-7483783C1D78}"/>
          </ac:spMkLst>
        </pc:spChg>
        <pc:spChg chg="del">
          <ac:chgData name="Weifeng Xu" userId="e7aed605-a3dd-4d5a-a692-a87037af107b" providerId="ADAL" clId="{F99F8FFF-BA20-43EA-924B-4DF5D2A785F3}" dt="2026-09-11T14:35:14.528" v="574" actId="478"/>
          <ac:spMkLst>
            <pc:docMk/>
            <pc:sldMk cId="607580206" sldId="307"/>
            <ac:spMk id="4" creationId="{EF1118D5-A105-4159-9115-CB9B293B05ED}"/>
          </ac:spMkLst>
        </pc:spChg>
        <pc:picChg chg="mod">
          <ac:chgData name="Weifeng Xu" userId="e7aed605-a3dd-4d5a-a692-a87037af107b" providerId="ADAL" clId="{F99F8FFF-BA20-43EA-924B-4DF5D2A785F3}" dt="2026-09-11T14:35:25.208" v="578" actId="1076"/>
          <ac:picMkLst>
            <pc:docMk/>
            <pc:sldMk cId="607580206" sldId="307"/>
            <ac:picMk id="3" creationId="{B886E897-F586-49F7-B8FD-CF1416A104CB}"/>
          </ac:picMkLst>
        </pc:picChg>
      </pc:sldChg>
      <pc:sldChg chg="del ord">
        <pc:chgData name="Weifeng Xu" userId="e7aed605-a3dd-4d5a-a692-a87037af107b" providerId="ADAL" clId="{F99F8FFF-BA20-43EA-924B-4DF5D2A785F3}" dt="2026-09-11T15:52:42.330" v="1071" actId="47"/>
        <pc:sldMkLst>
          <pc:docMk/>
          <pc:sldMk cId="831848042" sldId="308"/>
        </pc:sldMkLst>
      </pc:sldChg>
      <pc:sldChg chg="addSp modSp mod ord chgLayout">
        <pc:chgData name="Weifeng Xu" userId="e7aed605-a3dd-4d5a-a692-a87037af107b" providerId="ADAL" clId="{F99F8FFF-BA20-43EA-924B-4DF5D2A785F3}" dt="2026-09-11T14:27:00.731" v="474" actId="700"/>
        <pc:sldMkLst>
          <pc:docMk/>
          <pc:sldMk cId="3512999740" sldId="309"/>
        </pc:sldMkLst>
        <pc:spChg chg="add mod">
          <ac:chgData name="Weifeng Xu" userId="e7aed605-a3dd-4d5a-a692-a87037af107b" providerId="ADAL" clId="{F99F8FFF-BA20-43EA-924B-4DF5D2A785F3}" dt="2026-09-11T14:26:51.926" v="473" actId="1076"/>
          <ac:spMkLst>
            <pc:docMk/>
            <pc:sldMk cId="3512999740" sldId="309"/>
            <ac:spMk id="3" creationId="{4CB8029D-EA33-26E0-3DA1-968252DB0443}"/>
          </ac:spMkLst>
        </pc:spChg>
        <pc:spChg chg="mod ord">
          <ac:chgData name="Weifeng Xu" userId="e7aed605-a3dd-4d5a-a692-a87037af107b" providerId="ADAL" clId="{F99F8FFF-BA20-43EA-924B-4DF5D2A785F3}" dt="2026-09-11T14:27:00.731" v="474" actId="700"/>
          <ac:spMkLst>
            <pc:docMk/>
            <pc:sldMk cId="3512999740" sldId="309"/>
            <ac:spMk id="4" creationId="{C196D692-7C96-4038-9BAB-7A60A7E6FF26}"/>
          </ac:spMkLst>
        </pc:spChg>
        <pc:spChg chg="mod ord">
          <ac:chgData name="Weifeng Xu" userId="e7aed605-a3dd-4d5a-a692-a87037af107b" providerId="ADAL" clId="{F99F8FFF-BA20-43EA-924B-4DF5D2A785F3}" dt="2026-09-11T14:27:00.731" v="474" actId="700"/>
          <ac:spMkLst>
            <pc:docMk/>
            <pc:sldMk cId="3512999740" sldId="309"/>
            <ac:spMk id="5" creationId="{FCA33130-F757-47F3-8BD5-36083F62A9AE}"/>
          </ac:spMkLst>
        </pc:spChg>
      </pc:sldChg>
      <pc:sldChg chg="delSp modSp mod modClrScheme delDesignElem chgLayout">
        <pc:chgData name="Weifeng Xu" userId="e7aed605-a3dd-4d5a-a692-a87037af107b" providerId="ADAL" clId="{F99F8FFF-BA20-43EA-924B-4DF5D2A785F3}" dt="2026-09-11T14:36:59.057" v="588" actId="403"/>
        <pc:sldMkLst>
          <pc:docMk/>
          <pc:sldMk cId="1204735513" sldId="310"/>
        </pc:sldMkLst>
        <pc:spChg chg="mod ord">
          <ac:chgData name="Weifeng Xu" userId="e7aed605-a3dd-4d5a-a692-a87037af107b" providerId="ADAL" clId="{F99F8FFF-BA20-43EA-924B-4DF5D2A785F3}" dt="2026-09-11T14:36:24.769" v="584" actId="700"/>
          <ac:spMkLst>
            <pc:docMk/>
            <pc:sldMk cId="1204735513" sldId="310"/>
            <ac:spMk id="2" creationId="{BEF38F0B-BFAF-4462-9A5F-6789DFD39528}"/>
          </ac:spMkLst>
        </pc:spChg>
        <pc:spChg chg="mod ord">
          <ac:chgData name="Weifeng Xu" userId="e7aed605-a3dd-4d5a-a692-a87037af107b" providerId="ADAL" clId="{F99F8FFF-BA20-43EA-924B-4DF5D2A785F3}" dt="2026-09-11T14:36:59.057" v="588" actId="403"/>
          <ac:spMkLst>
            <pc:docMk/>
            <pc:sldMk cId="1204735513" sldId="310"/>
            <ac:spMk id="3" creationId="{AAFDDD27-4540-4733-9DAC-FD5882ABD047}"/>
          </ac:spMkLst>
        </pc:spChg>
        <pc:spChg chg="del">
          <ac:chgData name="Weifeng Xu" userId="e7aed605-a3dd-4d5a-a692-a87037af107b" providerId="ADAL" clId="{F99F8FFF-BA20-43EA-924B-4DF5D2A785F3}" dt="2026-09-11T14:36:19.266" v="583" actId="700"/>
          <ac:spMkLst>
            <pc:docMk/>
            <pc:sldMk cId="1204735513" sldId="310"/>
            <ac:spMk id="9" creationId="{59A309A7-1751-4ABE-A3C1-EEC40366AD89}"/>
          </ac:spMkLst>
        </pc:spChg>
        <pc:spChg chg="del">
          <ac:chgData name="Weifeng Xu" userId="e7aed605-a3dd-4d5a-a692-a87037af107b" providerId="ADAL" clId="{F99F8FFF-BA20-43EA-924B-4DF5D2A785F3}" dt="2026-09-11T14:36:19.266" v="583" actId="700"/>
          <ac:spMkLst>
            <pc:docMk/>
            <pc:sldMk cId="1204735513" sldId="310"/>
            <ac:spMk id="11" creationId="{967D8EB6-EAE1-4F9C-B398-83321E287204}"/>
          </ac:spMkLst>
        </pc:spChg>
        <pc:picChg chg="mod">
          <ac:chgData name="Weifeng Xu" userId="e7aed605-a3dd-4d5a-a692-a87037af107b" providerId="ADAL" clId="{F99F8FFF-BA20-43EA-924B-4DF5D2A785F3}" dt="2026-09-11T14:36:29.394" v="585" actId="1076"/>
          <ac:picMkLst>
            <pc:docMk/>
            <pc:sldMk cId="1204735513" sldId="310"/>
            <ac:picMk id="4" creationId="{CAFF53F6-2D7C-4007-BB35-E0EB978D0D39}"/>
          </ac:picMkLst>
        </pc:picChg>
      </pc:sldChg>
      <pc:sldChg chg="addSp modSp mod">
        <pc:chgData name="Weifeng Xu" userId="e7aed605-a3dd-4d5a-a692-a87037af107b" providerId="ADAL" clId="{F99F8FFF-BA20-43EA-924B-4DF5D2A785F3}" dt="2026-09-11T14:41:30.332" v="655" actId="14100"/>
        <pc:sldMkLst>
          <pc:docMk/>
          <pc:sldMk cId="2298399067" sldId="311"/>
        </pc:sldMkLst>
        <pc:spChg chg="add mod">
          <ac:chgData name="Weifeng Xu" userId="e7aed605-a3dd-4d5a-a692-a87037af107b" providerId="ADAL" clId="{F99F8FFF-BA20-43EA-924B-4DF5D2A785F3}" dt="2026-09-11T14:41:30.332" v="655" actId="14100"/>
          <ac:spMkLst>
            <pc:docMk/>
            <pc:sldMk cId="2298399067" sldId="311"/>
            <ac:spMk id="3" creationId="{F17EFF60-A632-8C13-AD32-3FA9C93A5AB3}"/>
          </ac:spMkLst>
        </pc:spChg>
        <pc:spChg chg="mod">
          <ac:chgData name="Weifeng Xu" userId="e7aed605-a3dd-4d5a-a692-a87037af107b" providerId="ADAL" clId="{F99F8FFF-BA20-43EA-924B-4DF5D2A785F3}" dt="2026-09-11T14:41:23.879" v="652" actId="1076"/>
          <ac:spMkLst>
            <pc:docMk/>
            <pc:sldMk cId="2298399067" sldId="311"/>
            <ac:spMk id="8" creationId="{8AB69870-A552-4972-AC57-AA7A48FF6103}"/>
          </ac:spMkLst>
        </pc:spChg>
        <pc:spChg chg="mod">
          <ac:chgData name="Weifeng Xu" userId="e7aed605-a3dd-4d5a-a692-a87037af107b" providerId="ADAL" clId="{F99F8FFF-BA20-43EA-924B-4DF5D2A785F3}" dt="2026-09-11T14:41:18.978" v="651" actId="20577"/>
          <ac:spMkLst>
            <pc:docMk/>
            <pc:sldMk cId="2298399067" sldId="311"/>
            <ac:spMk id="15" creationId="{82813A54-B18F-4298-8160-B386AE22324C}"/>
          </ac:spMkLst>
        </pc:spChg>
        <pc:picChg chg="mod">
          <ac:chgData name="Weifeng Xu" userId="e7aed605-a3dd-4d5a-a692-a87037af107b" providerId="ADAL" clId="{F99F8FFF-BA20-43EA-924B-4DF5D2A785F3}" dt="2026-09-11T14:41:23.879" v="652" actId="1076"/>
          <ac:picMkLst>
            <pc:docMk/>
            <pc:sldMk cId="2298399067" sldId="311"/>
            <ac:picMk id="5" creationId="{75F63485-D026-4409-BAA7-2279649A643D}"/>
          </ac:picMkLst>
        </pc:picChg>
      </pc:sldChg>
      <pc:sldChg chg="addSp modSp mod">
        <pc:chgData name="Weifeng Xu" userId="e7aed605-a3dd-4d5a-a692-a87037af107b" providerId="ADAL" clId="{F99F8FFF-BA20-43EA-924B-4DF5D2A785F3}" dt="2026-09-11T14:41:02.122" v="649" actId="1076"/>
        <pc:sldMkLst>
          <pc:docMk/>
          <pc:sldMk cId="3999418733" sldId="312"/>
        </pc:sldMkLst>
        <pc:spChg chg="add mod">
          <ac:chgData name="Weifeng Xu" userId="e7aed605-a3dd-4d5a-a692-a87037af107b" providerId="ADAL" clId="{F99F8FFF-BA20-43EA-924B-4DF5D2A785F3}" dt="2026-09-11T14:41:02.122" v="649" actId="1076"/>
          <ac:spMkLst>
            <pc:docMk/>
            <pc:sldMk cId="3999418733" sldId="312"/>
            <ac:spMk id="3" creationId="{F8AC4643-A67F-DC44-0F22-F1F16364FAF0}"/>
          </ac:spMkLst>
        </pc:spChg>
        <pc:spChg chg="mod">
          <ac:chgData name="Weifeng Xu" userId="e7aed605-a3dd-4d5a-a692-a87037af107b" providerId="ADAL" clId="{F99F8FFF-BA20-43EA-924B-4DF5D2A785F3}" dt="2026-09-11T14:40:48.100" v="645" actId="20577"/>
          <ac:spMkLst>
            <pc:docMk/>
            <pc:sldMk cId="3999418733" sldId="312"/>
            <ac:spMk id="4" creationId="{20B2C402-7409-4BE4-BC65-0F710F33C629}"/>
          </ac:spMkLst>
        </pc:spChg>
        <pc:spChg chg="mod">
          <ac:chgData name="Weifeng Xu" userId="e7aed605-a3dd-4d5a-a692-a87037af107b" providerId="ADAL" clId="{F99F8FFF-BA20-43EA-924B-4DF5D2A785F3}" dt="2026-09-11T14:40:42.730" v="643" actId="1076"/>
          <ac:spMkLst>
            <pc:docMk/>
            <pc:sldMk cId="3999418733" sldId="312"/>
            <ac:spMk id="7" creationId="{A63C8824-ACCD-4D1A-928A-6D96636C8002}"/>
          </ac:spMkLst>
        </pc:spChg>
        <pc:spChg chg="mod">
          <ac:chgData name="Weifeng Xu" userId="e7aed605-a3dd-4d5a-a692-a87037af107b" providerId="ADAL" clId="{F99F8FFF-BA20-43EA-924B-4DF5D2A785F3}" dt="2026-09-11T14:40:42.730" v="643" actId="1076"/>
          <ac:spMkLst>
            <pc:docMk/>
            <pc:sldMk cId="3999418733" sldId="312"/>
            <ac:spMk id="8" creationId="{21B50C7E-BBD7-4D59-A56E-2AEEEC700EE4}"/>
          </ac:spMkLst>
        </pc:spChg>
        <pc:picChg chg="mod">
          <ac:chgData name="Weifeng Xu" userId="e7aed605-a3dd-4d5a-a692-a87037af107b" providerId="ADAL" clId="{F99F8FFF-BA20-43EA-924B-4DF5D2A785F3}" dt="2026-09-11T14:40:42.730" v="643" actId="1076"/>
          <ac:picMkLst>
            <pc:docMk/>
            <pc:sldMk cId="3999418733" sldId="312"/>
            <ac:picMk id="6" creationId="{B3D7FEC2-A7AC-4321-A57C-36F0F61F9129}"/>
          </ac:picMkLst>
        </pc:picChg>
      </pc:sldChg>
      <pc:sldChg chg="addSp modSp mod modClrScheme chgLayout">
        <pc:chgData name="Weifeng Xu" userId="e7aed605-a3dd-4d5a-a692-a87037af107b" providerId="ADAL" clId="{F99F8FFF-BA20-43EA-924B-4DF5D2A785F3}" dt="2026-09-11T14:59:04.429" v="665" actId="1076"/>
        <pc:sldMkLst>
          <pc:docMk/>
          <pc:sldMk cId="333344480" sldId="313"/>
        </pc:sldMkLst>
        <pc:spChg chg="add mod ord">
          <ac:chgData name="Weifeng Xu" userId="e7aed605-a3dd-4d5a-a692-a87037af107b" providerId="ADAL" clId="{F99F8FFF-BA20-43EA-924B-4DF5D2A785F3}" dt="2026-09-11T14:58:39.495" v="659" actId="20577"/>
          <ac:spMkLst>
            <pc:docMk/>
            <pc:sldMk cId="333344480" sldId="313"/>
            <ac:spMk id="2" creationId="{B5C43ED9-C121-2B7B-03B5-930EB749D4B8}"/>
          </ac:spMkLst>
        </pc:spChg>
        <pc:spChg chg="add mod">
          <ac:chgData name="Weifeng Xu" userId="e7aed605-a3dd-4d5a-a692-a87037af107b" providerId="ADAL" clId="{F99F8FFF-BA20-43EA-924B-4DF5D2A785F3}" dt="2026-09-11T14:58:57.640" v="664" actId="403"/>
          <ac:spMkLst>
            <pc:docMk/>
            <pc:sldMk cId="333344480" sldId="313"/>
            <ac:spMk id="4" creationId="{D3E655B7-F49B-AF46-2C3E-E15AB2E542AD}"/>
          </ac:spMkLst>
        </pc:spChg>
        <pc:spChg chg="mod">
          <ac:chgData name="Weifeng Xu" userId="e7aed605-a3dd-4d5a-a692-a87037af107b" providerId="ADAL" clId="{F99F8FFF-BA20-43EA-924B-4DF5D2A785F3}" dt="2026-09-11T14:59:04.429" v="665" actId="1076"/>
          <ac:spMkLst>
            <pc:docMk/>
            <pc:sldMk cId="333344480" sldId="313"/>
            <ac:spMk id="9" creationId="{4F92DF35-E31F-4FE0-A931-E059CACEB92D}"/>
          </ac:spMkLst>
        </pc:spChg>
        <pc:spChg chg="mod">
          <ac:chgData name="Weifeng Xu" userId="e7aed605-a3dd-4d5a-a692-a87037af107b" providerId="ADAL" clId="{F99F8FFF-BA20-43EA-924B-4DF5D2A785F3}" dt="2026-09-11T14:59:04.429" v="665" actId="1076"/>
          <ac:spMkLst>
            <pc:docMk/>
            <pc:sldMk cId="333344480" sldId="313"/>
            <ac:spMk id="12" creationId="{292A22A4-3C03-4881-9DF3-01730C9ECF1D}"/>
          </ac:spMkLst>
        </pc:spChg>
        <pc:picChg chg="mod">
          <ac:chgData name="Weifeng Xu" userId="e7aed605-a3dd-4d5a-a692-a87037af107b" providerId="ADAL" clId="{F99F8FFF-BA20-43EA-924B-4DF5D2A785F3}" dt="2026-09-11T14:59:04.429" v="665" actId="1076"/>
          <ac:picMkLst>
            <pc:docMk/>
            <pc:sldMk cId="333344480" sldId="313"/>
            <ac:picMk id="7" creationId="{F1AA3A31-BE44-4ECD-A5BE-65DC087C1A30}"/>
          </ac:picMkLst>
        </pc:picChg>
        <pc:picChg chg="mod">
          <ac:chgData name="Weifeng Xu" userId="e7aed605-a3dd-4d5a-a692-a87037af107b" providerId="ADAL" clId="{F99F8FFF-BA20-43EA-924B-4DF5D2A785F3}" dt="2026-09-11T14:59:04.429" v="665" actId="1076"/>
          <ac:picMkLst>
            <pc:docMk/>
            <pc:sldMk cId="333344480" sldId="313"/>
            <ac:picMk id="11" creationId="{505387EF-8257-4D23-914D-239AFAE47F95}"/>
          </ac:picMkLst>
        </pc:picChg>
      </pc:sldChg>
      <pc:sldChg chg="addSp modSp mod">
        <pc:chgData name="Weifeng Xu" userId="e7aed605-a3dd-4d5a-a692-a87037af107b" providerId="ADAL" clId="{F99F8FFF-BA20-43EA-924B-4DF5D2A785F3}" dt="2026-09-11T16:00:03.874" v="1145" actId="1076"/>
        <pc:sldMkLst>
          <pc:docMk/>
          <pc:sldMk cId="4206602367" sldId="314"/>
        </pc:sldMkLst>
        <pc:spChg chg="add mod">
          <ac:chgData name="Weifeng Xu" userId="e7aed605-a3dd-4d5a-a692-a87037af107b" providerId="ADAL" clId="{F99F8FFF-BA20-43EA-924B-4DF5D2A785F3}" dt="2026-09-11T16:00:03.874" v="1145" actId="1076"/>
          <ac:spMkLst>
            <pc:docMk/>
            <pc:sldMk cId="4206602367" sldId="314"/>
            <ac:spMk id="3" creationId="{90A6304A-A20F-738E-739D-7935FDEA9978}"/>
          </ac:spMkLst>
        </pc:spChg>
        <pc:spChg chg="mod">
          <ac:chgData name="Weifeng Xu" userId="e7aed605-a3dd-4d5a-a692-a87037af107b" providerId="ADAL" clId="{F99F8FFF-BA20-43EA-924B-4DF5D2A785F3}" dt="2026-09-11T15:59:41.090" v="1142"/>
          <ac:spMkLst>
            <pc:docMk/>
            <pc:sldMk cId="4206602367" sldId="314"/>
            <ac:spMk id="4" creationId="{5B6FF6D7-535F-4860-996B-225A38232075}"/>
          </ac:spMkLst>
        </pc:spChg>
        <pc:spChg chg="mod">
          <ac:chgData name="Weifeng Xu" userId="e7aed605-a3dd-4d5a-a692-a87037af107b" providerId="ADAL" clId="{F99F8FFF-BA20-43EA-924B-4DF5D2A785F3}" dt="2026-09-11T15:59:53.879" v="1143"/>
          <ac:spMkLst>
            <pc:docMk/>
            <pc:sldMk cId="4206602367" sldId="314"/>
            <ac:spMk id="5" creationId="{2424844D-7DCA-4327-92FC-272DE051D50B}"/>
          </ac:spMkLst>
        </pc:spChg>
      </pc:sldChg>
      <pc:sldChg chg="addSp modSp mod">
        <pc:chgData name="Weifeng Xu" userId="e7aed605-a3dd-4d5a-a692-a87037af107b" providerId="ADAL" clId="{F99F8FFF-BA20-43EA-924B-4DF5D2A785F3}" dt="2026-09-11T15:00:53.616" v="685" actId="2711"/>
        <pc:sldMkLst>
          <pc:docMk/>
          <pc:sldMk cId="2755040819" sldId="315"/>
        </pc:sldMkLst>
        <pc:spChg chg="mod">
          <ac:chgData name="Weifeng Xu" userId="e7aed605-a3dd-4d5a-a692-a87037af107b" providerId="ADAL" clId="{F99F8FFF-BA20-43EA-924B-4DF5D2A785F3}" dt="2026-09-11T14:59:57.281" v="667" actId="6549"/>
          <ac:spMkLst>
            <pc:docMk/>
            <pc:sldMk cId="2755040819" sldId="315"/>
            <ac:spMk id="2" creationId="{63343332-FFD4-474A-943C-1606FD93F452}"/>
          </ac:spMkLst>
        </pc:spChg>
        <pc:spChg chg="mod">
          <ac:chgData name="Weifeng Xu" userId="e7aed605-a3dd-4d5a-a692-a87037af107b" providerId="ADAL" clId="{F99F8FFF-BA20-43EA-924B-4DF5D2A785F3}" dt="2026-09-11T15:00:08.091" v="668" actId="1076"/>
          <ac:spMkLst>
            <pc:docMk/>
            <pc:sldMk cId="2755040819" sldId="315"/>
            <ac:spMk id="6" creationId="{751B0713-961E-496B-BE70-A1672DBF78EA}"/>
          </ac:spMkLst>
        </pc:spChg>
        <pc:spChg chg="add mod">
          <ac:chgData name="Weifeng Xu" userId="e7aed605-a3dd-4d5a-a692-a87037af107b" providerId="ADAL" clId="{F99F8FFF-BA20-43EA-924B-4DF5D2A785F3}" dt="2026-09-11T15:00:53.616" v="685" actId="2711"/>
          <ac:spMkLst>
            <pc:docMk/>
            <pc:sldMk cId="2755040819" sldId="315"/>
            <ac:spMk id="7" creationId="{49F05B55-4950-D5B1-597E-AC45654A109F}"/>
          </ac:spMkLst>
        </pc:spChg>
        <pc:spChg chg="mod">
          <ac:chgData name="Weifeng Xu" userId="e7aed605-a3dd-4d5a-a692-a87037af107b" providerId="ADAL" clId="{F99F8FFF-BA20-43EA-924B-4DF5D2A785F3}" dt="2026-09-11T15:00:08.091" v="668" actId="1076"/>
          <ac:spMkLst>
            <pc:docMk/>
            <pc:sldMk cId="2755040819" sldId="315"/>
            <ac:spMk id="9" creationId="{911AD78D-27F3-4D4F-BE49-2B4F07BB0DC1}"/>
          </ac:spMkLst>
        </pc:spChg>
        <pc:picChg chg="mod">
          <ac:chgData name="Weifeng Xu" userId="e7aed605-a3dd-4d5a-a692-a87037af107b" providerId="ADAL" clId="{F99F8FFF-BA20-43EA-924B-4DF5D2A785F3}" dt="2026-09-11T15:00:08.091" v="668" actId="1076"/>
          <ac:picMkLst>
            <pc:docMk/>
            <pc:sldMk cId="2755040819" sldId="315"/>
            <ac:picMk id="3" creationId="{0AC66427-21D2-4F34-8CE6-20FF52680649}"/>
          </ac:picMkLst>
        </pc:picChg>
        <pc:picChg chg="mod">
          <ac:chgData name="Weifeng Xu" userId="e7aed605-a3dd-4d5a-a692-a87037af107b" providerId="ADAL" clId="{F99F8FFF-BA20-43EA-924B-4DF5D2A785F3}" dt="2026-09-11T15:00:08.091" v="668" actId="1076"/>
          <ac:picMkLst>
            <pc:docMk/>
            <pc:sldMk cId="2755040819" sldId="315"/>
            <ac:picMk id="8" creationId="{9EC6790B-40D4-4330-9BC4-C117C5FC3AAE}"/>
          </ac:picMkLst>
        </pc:picChg>
        <pc:cxnChg chg="mod">
          <ac:chgData name="Weifeng Xu" userId="e7aed605-a3dd-4d5a-a692-a87037af107b" providerId="ADAL" clId="{F99F8FFF-BA20-43EA-924B-4DF5D2A785F3}" dt="2026-09-11T15:00:08.091" v="668" actId="1076"/>
          <ac:cxnSpMkLst>
            <pc:docMk/>
            <pc:sldMk cId="2755040819" sldId="315"/>
            <ac:cxnSpMk id="5" creationId="{B4005E63-C5D5-49B0-ADC0-13F84B39D864}"/>
          </ac:cxnSpMkLst>
        </pc:cxnChg>
      </pc:sldChg>
      <pc:sldChg chg="addSp modSp mod">
        <pc:chgData name="Weifeng Xu" userId="e7aed605-a3dd-4d5a-a692-a87037af107b" providerId="ADAL" clId="{F99F8FFF-BA20-43EA-924B-4DF5D2A785F3}" dt="2026-09-11T15:02:03.877" v="694" actId="20577"/>
        <pc:sldMkLst>
          <pc:docMk/>
          <pc:sldMk cId="3138603609" sldId="316"/>
        </pc:sldMkLst>
        <pc:spChg chg="mod">
          <ac:chgData name="Weifeng Xu" userId="e7aed605-a3dd-4d5a-a692-a87037af107b" providerId="ADAL" clId="{F99F8FFF-BA20-43EA-924B-4DF5D2A785F3}" dt="2026-09-11T15:02:03.877" v="694" actId="20577"/>
          <ac:spMkLst>
            <pc:docMk/>
            <pc:sldMk cId="3138603609" sldId="316"/>
            <ac:spMk id="2" creationId="{1488164D-4D3C-4713-8024-8A09383BB6B2}"/>
          </ac:spMkLst>
        </pc:spChg>
        <pc:spChg chg="mod">
          <ac:chgData name="Weifeng Xu" userId="e7aed605-a3dd-4d5a-a692-a87037af107b" providerId="ADAL" clId="{F99F8FFF-BA20-43EA-924B-4DF5D2A785F3}" dt="2026-09-11T15:01:36.922" v="687" actId="1076"/>
          <ac:spMkLst>
            <pc:docMk/>
            <pc:sldMk cId="3138603609" sldId="316"/>
            <ac:spMk id="5" creationId="{B83D33C8-E89E-4698-BAB5-15A08960BF4C}"/>
          </ac:spMkLst>
        </pc:spChg>
        <pc:spChg chg="mod">
          <ac:chgData name="Weifeng Xu" userId="e7aed605-a3dd-4d5a-a692-a87037af107b" providerId="ADAL" clId="{F99F8FFF-BA20-43EA-924B-4DF5D2A785F3}" dt="2026-09-11T15:01:36.922" v="687" actId="1076"/>
          <ac:spMkLst>
            <pc:docMk/>
            <pc:sldMk cId="3138603609" sldId="316"/>
            <ac:spMk id="6" creationId="{7BDF193A-83F2-BECA-1131-A05555B0A212}"/>
          </ac:spMkLst>
        </pc:spChg>
        <pc:spChg chg="add mod">
          <ac:chgData name="Weifeng Xu" userId="e7aed605-a3dd-4d5a-a692-a87037af107b" providerId="ADAL" clId="{F99F8FFF-BA20-43EA-924B-4DF5D2A785F3}" dt="2026-09-11T15:01:49.731" v="692" actId="14100"/>
          <ac:spMkLst>
            <pc:docMk/>
            <pc:sldMk cId="3138603609" sldId="316"/>
            <ac:spMk id="8" creationId="{E1987B9B-33E7-2703-3B65-E7874D2535A2}"/>
          </ac:spMkLst>
        </pc:spChg>
        <pc:picChg chg="mod">
          <ac:chgData name="Weifeng Xu" userId="e7aed605-a3dd-4d5a-a692-a87037af107b" providerId="ADAL" clId="{F99F8FFF-BA20-43EA-924B-4DF5D2A785F3}" dt="2026-09-11T15:01:42.164" v="690" actId="1076"/>
          <ac:picMkLst>
            <pc:docMk/>
            <pc:sldMk cId="3138603609" sldId="316"/>
            <ac:picMk id="4" creationId="{E68EDE49-AB22-4297-BFA8-BE980FD76BDA}"/>
          </ac:picMkLst>
        </pc:picChg>
        <pc:picChg chg="mod">
          <ac:chgData name="Weifeng Xu" userId="e7aed605-a3dd-4d5a-a692-a87037af107b" providerId="ADAL" clId="{F99F8FFF-BA20-43EA-924B-4DF5D2A785F3}" dt="2026-09-11T15:01:36.922" v="687" actId="1076"/>
          <ac:picMkLst>
            <pc:docMk/>
            <pc:sldMk cId="3138603609" sldId="316"/>
            <ac:picMk id="7" creationId="{00BA4276-41C8-4FFB-98CC-07822F7934BD}"/>
          </ac:picMkLst>
        </pc:picChg>
      </pc:sldChg>
      <pc:sldChg chg="modSp mod ord">
        <pc:chgData name="Weifeng Xu" userId="e7aed605-a3dd-4d5a-a692-a87037af107b" providerId="ADAL" clId="{F99F8FFF-BA20-43EA-924B-4DF5D2A785F3}" dt="2026-09-11T15:35:02.472" v="807" actId="2711"/>
        <pc:sldMkLst>
          <pc:docMk/>
          <pc:sldMk cId="245120813" sldId="319"/>
        </pc:sldMkLst>
        <pc:spChg chg="mod">
          <ac:chgData name="Weifeng Xu" userId="e7aed605-a3dd-4d5a-a692-a87037af107b" providerId="ADAL" clId="{F99F8FFF-BA20-43EA-924B-4DF5D2A785F3}" dt="2026-09-11T15:35:02.472" v="807" actId="2711"/>
          <ac:spMkLst>
            <pc:docMk/>
            <pc:sldMk cId="245120813" sldId="319"/>
            <ac:spMk id="3" creationId="{15FBF1CA-F75C-4767-9C49-7E32FB74A8B7}"/>
          </ac:spMkLst>
        </pc:spChg>
      </pc:sldChg>
      <pc:sldChg chg="del">
        <pc:chgData name="Weifeng Xu" userId="e7aed605-a3dd-4d5a-a692-a87037af107b" providerId="ADAL" clId="{F99F8FFF-BA20-43EA-924B-4DF5D2A785F3}" dt="2026-09-11T15:52:04.269" v="1068" actId="47"/>
        <pc:sldMkLst>
          <pc:docMk/>
          <pc:sldMk cId="216812867" sldId="320"/>
        </pc:sldMkLst>
      </pc:sldChg>
      <pc:sldChg chg="modSp mod ord">
        <pc:chgData name="Weifeng Xu" userId="e7aed605-a3dd-4d5a-a692-a87037af107b" providerId="ADAL" clId="{F99F8FFF-BA20-43EA-924B-4DF5D2A785F3}" dt="2026-09-11T15:50:36.816" v="1064" actId="20577"/>
        <pc:sldMkLst>
          <pc:docMk/>
          <pc:sldMk cId="2478509682" sldId="321"/>
        </pc:sldMkLst>
        <pc:spChg chg="mod">
          <ac:chgData name="Weifeng Xu" userId="e7aed605-a3dd-4d5a-a692-a87037af107b" providerId="ADAL" clId="{F99F8FFF-BA20-43EA-924B-4DF5D2A785F3}" dt="2026-09-11T15:49:36.049" v="1048"/>
          <ac:spMkLst>
            <pc:docMk/>
            <pc:sldMk cId="2478509682" sldId="321"/>
            <ac:spMk id="3" creationId="{9863C30B-8233-4000-AD35-2BD38E946710}"/>
          </ac:spMkLst>
        </pc:spChg>
        <pc:spChg chg="mod">
          <ac:chgData name="Weifeng Xu" userId="e7aed605-a3dd-4d5a-a692-a87037af107b" providerId="ADAL" clId="{F99F8FFF-BA20-43EA-924B-4DF5D2A785F3}" dt="2026-09-11T15:50:36.816" v="1064" actId="20577"/>
          <ac:spMkLst>
            <pc:docMk/>
            <pc:sldMk cId="2478509682" sldId="321"/>
            <ac:spMk id="4" creationId="{8011BAEF-C831-4A9D-87EF-BB51EF3724D7}"/>
          </ac:spMkLst>
        </pc:spChg>
      </pc:sldChg>
      <pc:sldChg chg="addSp modSp mod ord">
        <pc:chgData name="Weifeng Xu" userId="e7aed605-a3dd-4d5a-a692-a87037af107b" providerId="ADAL" clId="{F99F8FFF-BA20-43EA-924B-4DF5D2A785F3}" dt="2026-09-11T15:44:27.331" v="952" actId="20577"/>
        <pc:sldMkLst>
          <pc:docMk/>
          <pc:sldMk cId="2765856730" sldId="322"/>
        </pc:sldMkLst>
        <pc:spChg chg="mod">
          <ac:chgData name="Weifeng Xu" userId="e7aed605-a3dd-4d5a-a692-a87037af107b" providerId="ADAL" clId="{F99F8FFF-BA20-43EA-924B-4DF5D2A785F3}" dt="2026-09-11T15:41:29.948" v="893" actId="20577"/>
          <ac:spMkLst>
            <pc:docMk/>
            <pc:sldMk cId="2765856730" sldId="322"/>
            <ac:spMk id="2" creationId="{7EF01300-FDAC-49CA-9FA5-009459466D00}"/>
          </ac:spMkLst>
        </pc:spChg>
        <pc:spChg chg="add mod">
          <ac:chgData name="Weifeng Xu" userId="e7aed605-a3dd-4d5a-a692-a87037af107b" providerId="ADAL" clId="{F99F8FFF-BA20-43EA-924B-4DF5D2A785F3}" dt="2026-09-11T15:44:27.331" v="952" actId="20577"/>
          <ac:spMkLst>
            <pc:docMk/>
            <pc:sldMk cId="2765856730" sldId="322"/>
            <ac:spMk id="4" creationId="{A4277394-6A27-0606-79F1-C9AA72E7475F}"/>
          </ac:spMkLst>
        </pc:spChg>
        <pc:spChg chg="mod">
          <ac:chgData name="Weifeng Xu" userId="e7aed605-a3dd-4d5a-a692-a87037af107b" providerId="ADAL" clId="{F99F8FFF-BA20-43EA-924B-4DF5D2A785F3}" dt="2026-09-11T15:41:36.442" v="894" actId="1076"/>
          <ac:spMkLst>
            <pc:docMk/>
            <pc:sldMk cId="2765856730" sldId="322"/>
            <ac:spMk id="9" creationId="{77129655-95B1-4B0A-9842-3252E2AE3C63}"/>
          </ac:spMkLst>
        </pc:spChg>
        <pc:spChg chg="mod">
          <ac:chgData name="Weifeng Xu" userId="e7aed605-a3dd-4d5a-a692-a87037af107b" providerId="ADAL" clId="{F99F8FFF-BA20-43EA-924B-4DF5D2A785F3}" dt="2026-09-11T15:41:36.442" v="894" actId="1076"/>
          <ac:spMkLst>
            <pc:docMk/>
            <pc:sldMk cId="2765856730" sldId="322"/>
            <ac:spMk id="11" creationId="{5A1055A0-3CE6-4EE7-B13D-FCED616337D1}"/>
          </ac:spMkLst>
        </pc:spChg>
        <pc:spChg chg="mod">
          <ac:chgData name="Weifeng Xu" userId="e7aed605-a3dd-4d5a-a692-a87037af107b" providerId="ADAL" clId="{F99F8FFF-BA20-43EA-924B-4DF5D2A785F3}" dt="2026-09-11T15:41:36.442" v="894" actId="1076"/>
          <ac:spMkLst>
            <pc:docMk/>
            <pc:sldMk cId="2765856730" sldId="322"/>
            <ac:spMk id="13" creationId="{5702AA68-B168-42A0-8CBE-8F951B7E8D9B}"/>
          </ac:spMkLst>
        </pc:spChg>
        <pc:picChg chg="mod">
          <ac:chgData name="Weifeng Xu" userId="e7aed605-a3dd-4d5a-a692-a87037af107b" providerId="ADAL" clId="{F99F8FFF-BA20-43EA-924B-4DF5D2A785F3}" dt="2026-09-11T15:41:36.442" v="894" actId="1076"/>
          <ac:picMkLst>
            <pc:docMk/>
            <pc:sldMk cId="2765856730" sldId="322"/>
            <ac:picMk id="6" creationId="{7771D77C-2610-48B9-BCA1-0F762BB35D46}"/>
          </ac:picMkLst>
        </pc:picChg>
        <pc:picChg chg="mod">
          <ac:chgData name="Weifeng Xu" userId="e7aed605-a3dd-4d5a-a692-a87037af107b" providerId="ADAL" clId="{F99F8FFF-BA20-43EA-924B-4DF5D2A785F3}" dt="2026-09-11T15:41:36.442" v="894" actId="1076"/>
          <ac:picMkLst>
            <pc:docMk/>
            <pc:sldMk cId="2765856730" sldId="322"/>
            <ac:picMk id="8" creationId="{4CB1D901-00F1-4896-908A-AE6ACABD5EB1}"/>
          </ac:picMkLst>
        </pc:picChg>
        <pc:cxnChg chg="mod">
          <ac:chgData name="Weifeng Xu" userId="e7aed605-a3dd-4d5a-a692-a87037af107b" providerId="ADAL" clId="{F99F8FFF-BA20-43EA-924B-4DF5D2A785F3}" dt="2026-09-11T15:41:36.442" v="894" actId="1076"/>
          <ac:cxnSpMkLst>
            <pc:docMk/>
            <pc:sldMk cId="2765856730" sldId="322"/>
            <ac:cxnSpMk id="15" creationId="{42763107-D213-4480-800A-08CEB1DA37BF}"/>
          </ac:cxnSpMkLst>
        </pc:cxnChg>
      </pc:sldChg>
      <pc:sldChg chg="addSp modSp mod ord modClrScheme chgLayout">
        <pc:chgData name="Weifeng Xu" userId="e7aed605-a3dd-4d5a-a692-a87037af107b" providerId="ADAL" clId="{F99F8FFF-BA20-43EA-924B-4DF5D2A785F3}" dt="2026-09-11T15:44:07.565" v="941" actId="20577"/>
        <pc:sldMkLst>
          <pc:docMk/>
          <pc:sldMk cId="3181738727" sldId="323"/>
        </pc:sldMkLst>
        <pc:spChg chg="add mod ord">
          <ac:chgData name="Weifeng Xu" userId="e7aed605-a3dd-4d5a-a692-a87037af107b" providerId="ADAL" clId="{F99F8FFF-BA20-43EA-924B-4DF5D2A785F3}" dt="2026-09-11T15:38:03.738" v="813" actId="20577"/>
          <ac:spMkLst>
            <pc:docMk/>
            <pc:sldMk cId="3181738727" sldId="323"/>
            <ac:spMk id="2" creationId="{FCD51900-3149-765A-ADB6-A73591A2D47C}"/>
          </ac:spMkLst>
        </pc:spChg>
        <pc:spChg chg="add mod">
          <ac:chgData name="Weifeng Xu" userId="e7aed605-a3dd-4d5a-a692-a87037af107b" providerId="ADAL" clId="{F99F8FFF-BA20-43EA-924B-4DF5D2A785F3}" dt="2026-09-11T15:44:07.565" v="941" actId="20577"/>
          <ac:spMkLst>
            <pc:docMk/>
            <pc:sldMk cId="3181738727" sldId="323"/>
            <ac:spMk id="5" creationId="{77B4AA94-1A61-CC82-08CE-572ED800D5FC}"/>
          </ac:spMkLst>
        </pc:spChg>
        <pc:spChg chg="mod">
          <ac:chgData name="Weifeng Xu" userId="e7aed605-a3dd-4d5a-a692-a87037af107b" providerId="ADAL" clId="{F99F8FFF-BA20-43EA-924B-4DF5D2A785F3}" dt="2026-09-11T15:38:41.704" v="818" actId="1076"/>
          <ac:spMkLst>
            <pc:docMk/>
            <pc:sldMk cId="3181738727" sldId="323"/>
            <ac:spMk id="11" creationId="{285F7F98-D134-4119-93EE-B4E39DF512B3}"/>
          </ac:spMkLst>
        </pc:spChg>
        <pc:spChg chg="mod">
          <ac:chgData name="Weifeng Xu" userId="e7aed605-a3dd-4d5a-a692-a87037af107b" providerId="ADAL" clId="{F99F8FFF-BA20-43EA-924B-4DF5D2A785F3}" dt="2026-09-11T15:38:41.704" v="818" actId="1076"/>
          <ac:spMkLst>
            <pc:docMk/>
            <pc:sldMk cId="3181738727" sldId="323"/>
            <ac:spMk id="12" creationId="{E63C2FC4-8DB2-445A-901E-369C6BE74497}"/>
          </ac:spMkLst>
        </pc:spChg>
        <pc:spChg chg="mod">
          <ac:chgData name="Weifeng Xu" userId="e7aed605-a3dd-4d5a-a692-a87037af107b" providerId="ADAL" clId="{F99F8FFF-BA20-43EA-924B-4DF5D2A785F3}" dt="2026-09-11T15:38:41.704" v="818" actId="1076"/>
          <ac:spMkLst>
            <pc:docMk/>
            <pc:sldMk cId="3181738727" sldId="323"/>
            <ac:spMk id="13" creationId="{EE6AE1CB-0A39-4676-98C6-07B846CA582E}"/>
          </ac:spMkLst>
        </pc:spChg>
        <pc:picChg chg="mod">
          <ac:chgData name="Weifeng Xu" userId="e7aed605-a3dd-4d5a-a692-a87037af107b" providerId="ADAL" clId="{F99F8FFF-BA20-43EA-924B-4DF5D2A785F3}" dt="2026-09-11T15:38:41.704" v="818" actId="1076"/>
          <ac:picMkLst>
            <pc:docMk/>
            <pc:sldMk cId="3181738727" sldId="323"/>
            <ac:picMk id="4" creationId="{51B4457E-8227-4C57-A063-F0DE545A007A}"/>
          </ac:picMkLst>
        </pc:picChg>
        <pc:picChg chg="mod">
          <ac:chgData name="Weifeng Xu" userId="e7aed605-a3dd-4d5a-a692-a87037af107b" providerId="ADAL" clId="{F99F8FFF-BA20-43EA-924B-4DF5D2A785F3}" dt="2026-09-11T15:38:41.704" v="818" actId="1076"/>
          <ac:picMkLst>
            <pc:docMk/>
            <pc:sldMk cId="3181738727" sldId="323"/>
            <ac:picMk id="8" creationId="{632C99DB-B739-4544-B056-4895F34FECCA}"/>
          </ac:picMkLst>
        </pc:picChg>
        <pc:picChg chg="mod">
          <ac:chgData name="Weifeng Xu" userId="e7aed605-a3dd-4d5a-a692-a87037af107b" providerId="ADAL" clId="{F99F8FFF-BA20-43EA-924B-4DF5D2A785F3}" dt="2026-09-11T15:38:41.704" v="818" actId="1076"/>
          <ac:picMkLst>
            <pc:docMk/>
            <pc:sldMk cId="3181738727" sldId="323"/>
            <ac:picMk id="15" creationId="{4860ED13-6D2B-4D92-9603-67249096E27D}"/>
          </ac:picMkLst>
        </pc:picChg>
      </pc:sldChg>
      <pc:sldChg chg="addSp modSp mod ord modClrScheme chgLayout">
        <pc:chgData name="Weifeng Xu" userId="e7aed605-a3dd-4d5a-a692-a87037af107b" providerId="ADAL" clId="{F99F8FFF-BA20-43EA-924B-4DF5D2A785F3}" dt="2026-09-11T15:45:32.973" v="1045" actId="403"/>
        <pc:sldMkLst>
          <pc:docMk/>
          <pc:sldMk cId="3279891350" sldId="324"/>
        </pc:sldMkLst>
        <pc:spChg chg="add mod ord">
          <ac:chgData name="Weifeng Xu" userId="e7aed605-a3dd-4d5a-a692-a87037af107b" providerId="ADAL" clId="{F99F8FFF-BA20-43EA-924B-4DF5D2A785F3}" dt="2026-09-11T15:44:57.185" v="955" actId="20577"/>
          <ac:spMkLst>
            <pc:docMk/>
            <pc:sldMk cId="3279891350" sldId="324"/>
            <ac:spMk id="2" creationId="{D2244483-BC1C-4541-3B4F-844740F7A03E}"/>
          </ac:spMkLst>
        </pc:spChg>
        <pc:spChg chg="mod">
          <ac:chgData name="Weifeng Xu" userId="e7aed605-a3dd-4d5a-a692-a87037af107b" providerId="ADAL" clId="{F99F8FFF-BA20-43EA-924B-4DF5D2A785F3}" dt="2026-09-11T15:45:07.551" v="956" actId="1076"/>
          <ac:spMkLst>
            <pc:docMk/>
            <pc:sldMk cId="3279891350" sldId="324"/>
            <ac:spMk id="5" creationId="{FC3F0D4D-0449-44A1-94F3-4DB90A35CDA5}"/>
          </ac:spMkLst>
        </pc:spChg>
        <pc:spChg chg="mod">
          <ac:chgData name="Weifeng Xu" userId="e7aed605-a3dd-4d5a-a692-a87037af107b" providerId="ADAL" clId="{F99F8FFF-BA20-43EA-924B-4DF5D2A785F3}" dt="2026-09-11T15:45:07.551" v="956" actId="1076"/>
          <ac:spMkLst>
            <pc:docMk/>
            <pc:sldMk cId="3279891350" sldId="324"/>
            <ac:spMk id="6" creationId="{40F25AEC-384E-4379-9242-7CD2EAB525FD}"/>
          </ac:spMkLst>
        </pc:spChg>
        <pc:spChg chg="add mod">
          <ac:chgData name="Weifeng Xu" userId="e7aed605-a3dd-4d5a-a692-a87037af107b" providerId="ADAL" clId="{F99F8FFF-BA20-43EA-924B-4DF5D2A785F3}" dt="2026-09-11T15:45:32.973" v="1045" actId="403"/>
          <ac:spMkLst>
            <pc:docMk/>
            <pc:sldMk cId="3279891350" sldId="324"/>
            <ac:spMk id="7" creationId="{8A12B3CE-559E-7588-A4EF-C74D6FF451A3}"/>
          </ac:spMkLst>
        </pc:spChg>
        <pc:picChg chg="mod">
          <ac:chgData name="Weifeng Xu" userId="e7aed605-a3dd-4d5a-a692-a87037af107b" providerId="ADAL" clId="{F99F8FFF-BA20-43EA-924B-4DF5D2A785F3}" dt="2026-09-11T15:45:18.221" v="959" actId="1076"/>
          <ac:picMkLst>
            <pc:docMk/>
            <pc:sldMk cId="3279891350" sldId="324"/>
            <ac:picMk id="3" creationId="{31D08DA4-19E4-41FB-A185-3A6E7E206FB1}"/>
          </ac:picMkLst>
        </pc:picChg>
      </pc:sldChg>
      <pc:sldChg chg="addSp modSp mod">
        <pc:chgData name="Weifeng Xu" userId="e7aed605-a3dd-4d5a-a692-a87037af107b" providerId="ADAL" clId="{F99F8FFF-BA20-43EA-924B-4DF5D2A785F3}" dt="2026-09-11T20:54:13.800" v="1679" actId="403"/>
        <pc:sldMkLst>
          <pc:docMk/>
          <pc:sldMk cId="1182446801" sldId="327"/>
        </pc:sldMkLst>
        <pc:spChg chg="mod">
          <ac:chgData name="Weifeng Xu" userId="e7aed605-a3dd-4d5a-a692-a87037af107b" providerId="ADAL" clId="{F99F8FFF-BA20-43EA-924B-4DF5D2A785F3}" dt="2026-09-11T20:53:39.451" v="1672" actId="6549"/>
          <ac:spMkLst>
            <pc:docMk/>
            <pc:sldMk cId="1182446801" sldId="327"/>
            <ac:spMk id="2" creationId="{74AD3B46-9F63-4499-8A98-92F92BCB8A8A}"/>
          </ac:spMkLst>
        </pc:spChg>
        <pc:spChg chg="add mod">
          <ac:chgData name="Weifeng Xu" userId="e7aed605-a3dd-4d5a-a692-a87037af107b" providerId="ADAL" clId="{F99F8FFF-BA20-43EA-924B-4DF5D2A785F3}" dt="2026-09-11T20:54:13.800" v="1679" actId="403"/>
          <ac:spMkLst>
            <pc:docMk/>
            <pc:sldMk cId="1182446801" sldId="327"/>
            <ac:spMk id="4" creationId="{7EF5DAD4-BCF3-3CAE-4A3B-CCFB21D3C30F}"/>
          </ac:spMkLst>
        </pc:spChg>
        <pc:picChg chg="mod">
          <ac:chgData name="Weifeng Xu" userId="e7aed605-a3dd-4d5a-a692-a87037af107b" providerId="ADAL" clId="{F99F8FFF-BA20-43EA-924B-4DF5D2A785F3}" dt="2026-09-11T20:54:01.174" v="1674" actId="1076"/>
          <ac:picMkLst>
            <pc:docMk/>
            <pc:sldMk cId="1182446801" sldId="327"/>
            <ac:picMk id="5" creationId="{11D64E2B-B541-4A32-B9CC-6D4F4F0FEC30}"/>
          </ac:picMkLst>
        </pc:picChg>
        <pc:picChg chg="mod">
          <ac:chgData name="Weifeng Xu" userId="e7aed605-a3dd-4d5a-a692-a87037af107b" providerId="ADAL" clId="{F99F8FFF-BA20-43EA-924B-4DF5D2A785F3}" dt="2026-09-11T20:54:01.174" v="1674" actId="1076"/>
          <ac:picMkLst>
            <pc:docMk/>
            <pc:sldMk cId="1182446801" sldId="327"/>
            <ac:picMk id="9" creationId="{AF0BD081-4740-4EEF-B7D5-34E51B096295}"/>
          </ac:picMkLst>
        </pc:picChg>
        <pc:picChg chg="mod">
          <ac:chgData name="Weifeng Xu" userId="e7aed605-a3dd-4d5a-a692-a87037af107b" providerId="ADAL" clId="{F99F8FFF-BA20-43EA-924B-4DF5D2A785F3}" dt="2026-09-11T20:53:56.203" v="1673" actId="14100"/>
          <ac:picMkLst>
            <pc:docMk/>
            <pc:sldMk cId="1182446801" sldId="327"/>
            <ac:picMk id="3074" creationId="{00ED66F9-A94A-44B5-9E1E-DC31335E5E6E}"/>
          </ac:picMkLst>
        </pc:picChg>
      </pc:sldChg>
      <pc:sldChg chg="modSp mod">
        <pc:chgData name="Weifeng Xu" userId="e7aed605-a3dd-4d5a-a692-a87037af107b" providerId="ADAL" clId="{F99F8FFF-BA20-43EA-924B-4DF5D2A785F3}" dt="2026-09-11T20:54:57.148" v="1681"/>
        <pc:sldMkLst>
          <pc:docMk/>
          <pc:sldMk cId="6641942" sldId="328"/>
        </pc:sldMkLst>
        <pc:spChg chg="mod">
          <ac:chgData name="Weifeng Xu" userId="e7aed605-a3dd-4d5a-a692-a87037af107b" providerId="ADAL" clId="{F99F8FFF-BA20-43EA-924B-4DF5D2A785F3}" dt="2026-09-11T20:54:57.148" v="1681"/>
          <ac:spMkLst>
            <pc:docMk/>
            <pc:sldMk cId="6641942" sldId="328"/>
            <ac:spMk id="2" creationId="{AC8D431C-3185-44A7-89CE-BB818998D0A5}"/>
          </ac:spMkLst>
        </pc:spChg>
      </pc:sldChg>
      <pc:sldChg chg="modSp mod">
        <pc:chgData name="Weifeng Xu" userId="e7aed605-a3dd-4d5a-a692-a87037af107b" providerId="ADAL" clId="{F99F8FFF-BA20-43EA-924B-4DF5D2A785F3}" dt="2026-09-11T20:55:24.895" v="1683" actId="20577"/>
        <pc:sldMkLst>
          <pc:docMk/>
          <pc:sldMk cId="1423886505" sldId="330"/>
        </pc:sldMkLst>
        <pc:spChg chg="mod">
          <ac:chgData name="Weifeng Xu" userId="e7aed605-a3dd-4d5a-a692-a87037af107b" providerId="ADAL" clId="{F99F8FFF-BA20-43EA-924B-4DF5D2A785F3}" dt="2026-09-11T20:55:24.895" v="1683" actId="20577"/>
          <ac:spMkLst>
            <pc:docMk/>
            <pc:sldMk cId="1423886505" sldId="330"/>
            <ac:spMk id="2" creationId="{0F4B55EF-824B-43A4-BF6E-8070F09FCD0C}"/>
          </ac:spMkLst>
        </pc:spChg>
      </pc:sldChg>
      <pc:sldChg chg="modSp mod">
        <pc:chgData name="Weifeng Xu" userId="e7aed605-a3dd-4d5a-a692-a87037af107b" providerId="ADAL" clId="{F99F8FFF-BA20-43EA-924B-4DF5D2A785F3}" dt="2026-09-11T20:55:43.702" v="1688" actId="20577"/>
        <pc:sldMkLst>
          <pc:docMk/>
          <pc:sldMk cId="1359861115" sldId="331"/>
        </pc:sldMkLst>
        <pc:spChg chg="mod">
          <ac:chgData name="Weifeng Xu" userId="e7aed605-a3dd-4d5a-a692-a87037af107b" providerId="ADAL" clId="{F99F8FFF-BA20-43EA-924B-4DF5D2A785F3}" dt="2026-09-11T20:55:43.702" v="1688" actId="20577"/>
          <ac:spMkLst>
            <pc:docMk/>
            <pc:sldMk cId="1359861115" sldId="331"/>
            <ac:spMk id="2" creationId="{D34E02C7-AAF0-4928-A770-C8BF3A65AF49}"/>
          </ac:spMkLst>
        </pc:spChg>
      </pc:sldChg>
      <pc:sldChg chg="modSp mod">
        <pc:chgData name="Weifeng Xu" userId="e7aed605-a3dd-4d5a-a692-a87037af107b" providerId="ADAL" clId="{F99F8FFF-BA20-43EA-924B-4DF5D2A785F3}" dt="2026-09-11T20:56:19.828" v="1691" actId="1076"/>
        <pc:sldMkLst>
          <pc:docMk/>
          <pc:sldMk cId="2695440132" sldId="332"/>
        </pc:sldMkLst>
        <pc:spChg chg="mod">
          <ac:chgData name="Weifeng Xu" userId="e7aed605-a3dd-4d5a-a692-a87037af107b" providerId="ADAL" clId="{F99F8FFF-BA20-43EA-924B-4DF5D2A785F3}" dt="2026-09-11T20:56:14.300" v="1690" actId="20577"/>
          <ac:spMkLst>
            <pc:docMk/>
            <pc:sldMk cId="2695440132" sldId="332"/>
            <ac:spMk id="2" creationId="{C2C174BC-58F2-433B-ADC2-D0FB66726824}"/>
          </ac:spMkLst>
        </pc:spChg>
        <pc:picChg chg="mod">
          <ac:chgData name="Weifeng Xu" userId="e7aed605-a3dd-4d5a-a692-a87037af107b" providerId="ADAL" clId="{F99F8FFF-BA20-43EA-924B-4DF5D2A785F3}" dt="2026-09-11T20:56:19.828" v="1691" actId="1076"/>
          <ac:picMkLst>
            <pc:docMk/>
            <pc:sldMk cId="2695440132" sldId="332"/>
            <ac:picMk id="4" creationId="{0F593772-8469-423E-8E7E-C7CA6E3AD613}"/>
          </ac:picMkLst>
        </pc:picChg>
      </pc:sldChg>
      <pc:sldChg chg="modSp mod">
        <pc:chgData name="Weifeng Xu" userId="e7aed605-a3dd-4d5a-a692-a87037af107b" providerId="ADAL" clId="{F99F8FFF-BA20-43EA-924B-4DF5D2A785F3}" dt="2026-09-11T21:04:09.406" v="1721" actId="20577"/>
        <pc:sldMkLst>
          <pc:docMk/>
          <pc:sldMk cId="975112631" sldId="333"/>
        </pc:sldMkLst>
        <pc:spChg chg="mod">
          <ac:chgData name="Weifeng Xu" userId="e7aed605-a3dd-4d5a-a692-a87037af107b" providerId="ADAL" clId="{F99F8FFF-BA20-43EA-924B-4DF5D2A785F3}" dt="2026-09-11T21:02:17.879" v="1716" actId="27636"/>
          <ac:spMkLst>
            <pc:docMk/>
            <pc:sldMk cId="975112631" sldId="333"/>
            <ac:spMk id="2" creationId="{214FE640-CEEC-4B98-A468-7159CC628F5C}"/>
          </ac:spMkLst>
        </pc:spChg>
        <pc:spChg chg="mod">
          <ac:chgData name="Weifeng Xu" userId="e7aed605-a3dd-4d5a-a692-a87037af107b" providerId="ADAL" clId="{F99F8FFF-BA20-43EA-924B-4DF5D2A785F3}" dt="2026-09-11T21:04:09.406" v="1721" actId="20577"/>
          <ac:spMkLst>
            <pc:docMk/>
            <pc:sldMk cId="975112631" sldId="333"/>
            <ac:spMk id="3" creationId="{564793FF-84C6-4A92-8493-B39D15E023C6}"/>
          </ac:spMkLst>
        </pc:spChg>
      </pc:sldChg>
      <pc:sldChg chg="del">
        <pc:chgData name="Weifeng Xu" userId="e7aed605-a3dd-4d5a-a692-a87037af107b" providerId="ADAL" clId="{F99F8FFF-BA20-43EA-924B-4DF5D2A785F3}" dt="2026-09-11T20:50:46.045" v="1656" actId="47"/>
        <pc:sldMkLst>
          <pc:docMk/>
          <pc:sldMk cId="4233517825" sldId="334"/>
        </pc:sldMkLst>
      </pc:sldChg>
      <pc:sldChg chg="addSp delSp modSp mod">
        <pc:chgData name="Weifeng Xu" userId="e7aed605-a3dd-4d5a-a692-a87037af107b" providerId="ADAL" clId="{F99F8FFF-BA20-43EA-924B-4DF5D2A785F3}" dt="2026-09-11T20:26:51.250" v="1603" actId="6549"/>
        <pc:sldMkLst>
          <pc:docMk/>
          <pc:sldMk cId="2518184045" sldId="335"/>
        </pc:sldMkLst>
        <pc:spChg chg="mod">
          <ac:chgData name="Weifeng Xu" userId="e7aed605-a3dd-4d5a-a692-a87037af107b" providerId="ADAL" clId="{F99F8FFF-BA20-43EA-924B-4DF5D2A785F3}" dt="2026-09-11T20:26:51.250" v="1603" actId="6549"/>
          <ac:spMkLst>
            <pc:docMk/>
            <pc:sldMk cId="2518184045" sldId="335"/>
            <ac:spMk id="2" creationId="{80D0E05F-0DD3-478C-A879-0319E31A4253}"/>
          </ac:spMkLst>
        </pc:spChg>
        <pc:spChg chg="mod">
          <ac:chgData name="Weifeng Xu" userId="e7aed605-a3dd-4d5a-a692-a87037af107b" providerId="ADAL" clId="{F99F8FFF-BA20-43EA-924B-4DF5D2A785F3}" dt="2026-09-11T20:25:29.638" v="1590" actId="14100"/>
          <ac:spMkLst>
            <pc:docMk/>
            <pc:sldMk cId="2518184045" sldId="335"/>
            <ac:spMk id="3" creationId="{97E9BD67-2B86-4334-AC74-821043D56436}"/>
          </ac:spMkLst>
        </pc:spChg>
        <pc:spChg chg="add del mod">
          <ac:chgData name="Weifeng Xu" userId="e7aed605-a3dd-4d5a-a692-a87037af107b" providerId="ADAL" clId="{F99F8FFF-BA20-43EA-924B-4DF5D2A785F3}" dt="2026-09-11T20:26:17.533" v="1602" actId="478"/>
          <ac:spMkLst>
            <pc:docMk/>
            <pc:sldMk cId="2518184045" sldId="335"/>
            <ac:spMk id="10" creationId="{0768B6F5-5005-F2A6-6E9D-EC6E300CD871}"/>
          </ac:spMkLst>
        </pc:spChg>
        <pc:picChg chg="mod">
          <ac:chgData name="Weifeng Xu" userId="e7aed605-a3dd-4d5a-a692-a87037af107b" providerId="ADAL" clId="{F99F8FFF-BA20-43EA-924B-4DF5D2A785F3}" dt="2026-09-11T20:25:55.668" v="1596" actId="1076"/>
          <ac:picMkLst>
            <pc:docMk/>
            <pc:sldMk cId="2518184045" sldId="335"/>
            <ac:picMk id="5" creationId="{52AA9E5A-3831-4C26-97CB-08D830C3A567}"/>
          </ac:picMkLst>
        </pc:picChg>
        <pc:picChg chg="mod">
          <ac:chgData name="Weifeng Xu" userId="e7aed605-a3dd-4d5a-a692-a87037af107b" providerId="ADAL" clId="{F99F8FFF-BA20-43EA-924B-4DF5D2A785F3}" dt="2026-09-11T20:25:59.220" v="1598" actId="1076"/>
          <ac:picMkLst>
            <pc:docMk/>
            <pc:sldMk cId="2518184045" sldId="335"/>
            <ac:picMk id="12" creationId="{6B8B44F2-9841-1CAA-6964-E08392CF9623}"/>
          </ac:picMkLst>
        </pc:picChg>
        <pc:cxnChg chg="mod">
          <ac:chgData name="Weifeng Xu" userId="e7aed605-a3dd-4d5a-a692-a87037af107b" providerId="ADAL" clId="{F99F8FFF-BA20-43EA-924B-4DF5D2A785F3}" dt="2026-09-11T20:25:44.229" v="1593" actId="14100"/>
          <ac:cxnSpMkLst>
            <pc:docMk/>
            <pc:sldMk cId="2518184045" sldId="335"/>
            <ac:cxnSpMk id="9" creationId="{827BBA50-CA33-4203-9355-5DEF2DA88402}"/>
          </ac:cxnSpMkLst>
        </pc:cxnChg>
        <pc:cxnChg chg="mod">
          <ac:chgData name="Weifeng Xu" userId="e7aed605-a3dd-4d5a-a692-a87037af107b" providerId="ADAL" clId="{F99F8FFF-BA20-43EA-924B-4DF5D2A785F3}" dt="2026-09-11T20:26:09.564" v="1600" actId="14100"/>
          <ac:cxnSpMkLst>
            <pc:docMk/>
            <pc:sldMk cId="2518184045" sldId="335"/>
            <ac:cxnSpMk id="11" creationId="{759ADBDE-BD6E-4CF4-B8B3-D240B8CAEA18}"/>
          </ac:cxnSpMkLst>
        </pc:cxnChg>
        <pc:cxnChg chg="mod">
          <ac:chgData name="Weifeng Xu" userId="e7aed605-a3dd-4d5a-a692-a87037af107b" providerId="ADAL" clId="{F99F8FFF-BA20-43EA-924B-4DF5D2A785F3}" dt="2026-09-11T20:26:05.853" v="1599" actId="14100"/>
          <ac:cxnSpMkLst>
            <pc:docMk/>
            <pc:sldMk cId="2518184045" sldId="335"/>
            <ac:cxnSpMk id="13" creationId="{B63A42F6-1439-4618-8DD3-232D7ED10E41}"/>
          </ac:cxnSpMkLst>
        </pc:cxnChg>
      </pc:sldChg>
      <pc:sldChg chg="addSp delSp modSp mod modClrScheme delDesignElem chgLayout">
        <pc:chgData name="Weifeng Xu" userId="e7aed605-a3dd-4d5a-a692-a87037af107b" providerId="ADAL" clId="{F99F8FFF-BA20-43EA-924B-4DF5D2A785F3}" dt="2026-09-11T20:39:51.954" v="1642" actId="6549"/>
        <pc:sldMkLst>
          <pc:docMk/>
          <pc:sldMk cId="2232415064" sldId="336"/>
        </pc:sldMkLst>
        <pc:spChg chg="mod ord">
          <ac:chgData name="Weifeng Xu" userId="e7aed605-a3dd-4d5a-a692-a87037af107b" providerId="ADAL" clId="{F99F8FFF-BA20-43EA-924B-4DF5D2A785F3}" dt="2026-09-11T20:35:03.123" v="1624" actId="700"/>
          <ac:spMkLst>
            <pc:docMk/>
            <pc:sldMk cId="2232415064" sldId="336"/>
            <ac:spMk id="2" creationId="{80D0E05F-0DD3-478C-A879-0319E31A4253}"/>
          </ac:spMkLst>
        </pc:spChg>
        <pc:spChg chg="add mod ord">
          <ac:chgData name="Weifeng Xu" userId="e7aed605-a3dd-4d5a-a692-a87037af107b" providerId="ADAL" clId="{F99F8FFF-BA20-43EA-924B-4DF5D2A785F3}" dt="2026-09-11T20:39:51.954" v="1642" actId="6549"/>
          <ac:spMkLst>
            <pc:docMk/>
            <pc:sldMk cId="2232415064" sldId="336"/>
            <ac:spMk id="3" creationId="{A0543B9E-A822-F241-8A86-C3056FBED9E0}"/>
          </ac:spMkLst>
        </pc:spChg>
        <pc:spChg chg="del">
          <ac:chgData name="Weifeng Xu" userId="e7aed605-a3dd-4d5a-a692-a87037af107b" providerId="ADAL" clId="{F99F8FFF-BA20-43EA-924B-4DF5D2A785F3}" dt="2026-09-11T20:27:17.625" v="1604" actId="700"/>
          <ac:spMkLst>
            <pc:docMk/>
            <pc:sldMk cId="2232415064" sldId="336"/>
            <ac:spMk id="71" creationId="{1707FC24-6981-43D9-B525-C7832BA22463}"/>
          </ac:spMkLst>
        </pc:spChg>
        <pc:picChg chg="mod">
          <ac:chgData name="Weifeng Xu" userId="e7aed605-a3dd-4d5a-a692-a87037af107b" providerId="ADAL" clId="{F99F8FFF-BA20-43EA-924B-4DF5D2A785F3}" dt="2026-09-11T20:27:45.533" v="1611" actId="1076"/>
          <ac:picMkLst>
            <pc:docMk/>
            <pc:sldMk cId="2232415064" sldId="336"/>
            <ac:picMk id="5122" creationId="{1AF7D1EF-06C7-4AF8-914A-09F6E0926B78}"/>
          </ac:picMkLst>
        </pc:picChg>
      </pc:sldChg>
      <pc:sldChg chg="addSp modSp mod">
        <pc:chgData name="Weifeng Xu" userId="e7aed605-a3dd-4d5a-a692-a87037af107b" providerId="ADAL" clId="{F99F8FFF-BA20-43EA-924B-4DF5D2A785F3}" dt="2026-09-11T21:06:28.439" v="1742" actId="403"/>
        <pc:sldMkLst>
          <pc:docMk/>
          <pc:sldMk cId="681715052" sldId="337"/>
        </pc:sldMkLst>
        <pc:spChg chg="mod">
          <ac:chgData name="Weifeng Xu" userId="e7aed605-a3dd-4d5a-a692-a87037af107b" providerId="ADAL" clId="{F99F8FFF-BA20-43EA-924B-4DF5D2A785F3}" dt="2026-09-11T21:04:34.653" v="1722"/>
          <ac:spMkLst>
            <pc:docMk/>
            <pc:sldMk cId="681715052" sldId="337"/>
            <ac:spMk id="2" creationId="{50E62FD6-086F-48E3-B1DF-A3D321E13E4E}"/>
          </ac:spMkLst>
        </pc:spChg>
        <pc:spChg chg="add mod">
          <ac:chgData name="Weifeng Xu" userId="e7aed605-a3dd-4d5a-a692-a87037af107b" providerId="ADAL" clId="{F99F8FFF-BA20-43EA-924B-4DF5D2A785F3}" dt="2026-09-11T21:06:28.439" v="1742" actId="403"/>
          <ac:spMkLst>
            <pc:docMk/>
            <pc:sldMk cId="681715052" sldId="337"/>
            <ac:spMk id="4" creationId="{0D2FF30C-50E7-D6CF-1029-820AC2455557}"/>
          </ac:spMkLst>
        </pc:spChg>
      </pc:sldChg>
      <pc:sldChg chg="addSp modSp mod">
        <pc:chgData name="Weifeng Xu" userId="e7aed605-a3dd-4d5a-a692-a87037af107b" providerId="ADAL" clId="{F99F8FFF-BA20-43EA-924B-4DF5D2A785F3}" dt="2026-09-11T21:05:49.574" v="1734" actId="403"/>
        <pc:sldMkLst>
          <pc:docMk/>
          <pc:sldMk cId="2586333343" sldId="339"/>
        </pc:sldMkLst>
        <pc:spChg chg="mod">
          <ac:chgData name="Weifeng Xu" userId="e7aed605-a3dd-4d5a-a692-a87037af107b" providerId="ADAL" clId="{F99F8FFF-BA20-43EA-924B-4DF5D2A785F3}" dt="2026-09-11T21:05:14.961" v="1725" actId="20577"/>
          <ac:spMkLst>
            <pc:docMk/>
            <pc:sldMk cId="2586333343" sldId="339"/>
            <ac:spMk id="2" creationId="{C058BD4B-382B-499E-BA90-007C03759AAC}"/>
          </ac:spMkLst>
        </pc:spChg>
        <pc:spChg chg="add mod">
          <ac:chgData name="Weifeng Xu" userId="e7aed605-a3dd-4d5a-a692-a87037af107b" providerId="ADAL" clId="{F99F8FFF-BA20-43EA-924B-4DF5D2A785F3}" dt="2026-09-11T21:05:49.574" v="1734" actId="403"/>
          <ac:spMkLst>
            <pc:docMk/>
            <pc:sldMk cId="2586333343" sldId="339"/>
            <ac:spMk id="5" creationId="{2E3E8939-A752-7CA8-9666-F4AB4A99489C}"/>
          </ac:spMkLst>
        </pc:spChg>
        <pc:picChg chg="mod">
          <ac:chgData name="Weifeng Xu" userId="e7aed605-a3dd-4d5a-a692-a87037af107b" providerId="ADAL" clId="{F99F8FFF-BA20-43EA-924B-4DF5D2A785F3}" dt="2026-09-11T21:05:27.679" v="1726" actId="1076"/>
          <ac:picMkLst>
            <pc:docMk/>
            <pc:sldMk cId="2586333343" sldId="339"/>
            <ac:picMk id="4" creationId="{91CCB992-6293-4CED-BFF1-877F6237F6E1}"/>
          </ac:picMkLst>
        </pc:picChg>
      </pc:sldChg>
      <pc:sldChg chg="addSp modSp mod modClrScheme chgLayout">
        <pc:chgData name="Weifeng Xu" userId="e7aed605-a3dd-4d5a-a692-a87037af107b" providerId="ADAL" clId="{F99F8FFF-BA20-43EA-924B-4DF5D2A785F3}" dt="2026-09-11T21:11:38.014" v="1826" actId="1036"/>
        <pc:sldMkLst>
          <pc:docMk/>
          <pc:sldMk cId="4252032283" sldId="340"/>
        </pc:sldMkLst>
        <pc:spChg chg="mod">
          <ac:chgData name="Weifeng Xu" userId="e7aed605-a3dd-4d5a-a692-a87037af107b" providerId="ADAL" clId="{F99F8FFF-BA20-43EA-924B-4DF5D2A785F3}" dt="2026-09-11T21:08:43.356" v="1758" actId="1036"/>
          <ac:spMkLst>
            <pc:docMk/>
            <pc:sldMk cId="4252032283" sldId="340"/>
            <ac:spMk id="2" creationId="{FF2C2242-D5E8-2302-A1D9-BEFBCDD107DC}"/>
          </ac:spMkLst>
        </pc:spChg>
        <pc:spChg chg="mod">
          <ac:chgData name="Weifeng Xu" userId="e7aed605-a3dd-4d5a-a692-a87037af107b" providerId="ADAL" clId="{F99F8FFF-BA20-43EA-924B-4DF5D2A785F3}" dt="2026-09-11T21:09:13.109" v="1766" actId="1076"/>
          <ac:spMkLst>
            <pc:docMk/>
            <pc:sldMk cId="4252032283" sldId="340"/>
            <ac:spMk id="3" creationId="{31952AA8-D907-8DCC-363A-3765BF68E3E2}"/>
          </ac:spMkLst>
        </pc:spChg>
        <pc:spChg chg="add mod ord">
          <ac:chgData name="Weifeng Xu" userId="e7aed605-a3dd-4d5a-a692-a87037af107b" providerId="ADAL" clId="{F99F8FFF-BA20-43EA-924B-4DF5D2A785F3}" dt="2026-09-11T21:09:25.229" v="1768" actId="1076"/>
          <ac:spMkLst>
            <pc:docMk/>
            <pc:sldMk cId="4252032283" sldId="340"/>
            <ac:spMk id="5" creationId="{B7789653-C14C-AFB3-BB51-0E9167E81477}"/>
          </ac:spMkLst>
        </pc:spChg>
        <pc:spChg chg="add mod">
          <ac:chgData name="Weifeng Xu" userId="e7aed605-a3dd-4d5a-a692-a87037af107b" providerId="ADAL" clId="{F99F8FFF-BA20-43EA-924B-4DF5D2A785F3}" dt="2026-09-11T21:11:15.273" v="1774" actId="14100"/>
          <ac:spMkLst>
            <pc:docMk/>
            <pc:sldMk cId="4252032283" sldId="340"/>
            <ac:spMk id="11" creationId="{58602746-38E9-387C-5595-6AB439A475E3}"/>
          </ac:spMkLst>
        </pc:spChg>
        <pc:spChg chg="add mod">
          <ac:chgData name="Weifeng Xu" userId="e7aed605-a3dd-4d5a-a692-a87037af107b" providerId="ADAL" clId="{F99F8FFF-BA20-43EA-924B-4DF5D2A785F3}" dt="2026-09-11T21:11:38.014" v="1826" actId="1036"/>
          <ac:spMkLst>
            <pc:docMk/>
            <pc:sldMk cId="4252032283" sldId="340"/>
            <ac:spMk id="13" creationId="{C8838399-7D62-8370-CEB2-BD9625144173}"/>
          </ac:spMkLst>
        </pc:spChg>
        <pc:picChg chg="mod">
          <ac:chgData name="Weifeng Xu" userId="e7aed605-a3dd-4d5a-a692-a87037af107b" providerId="ADAL" clId="{F99F8FFF-BA20-43EA-924B-4DF5D2A785F3}" dt="2026-09-11T21:08:43.356" v="1758" actId="1036"/>
          <ac:picMkLst>
            <pc:docMk/>
            <pc:sldMk cId="4252032283" sldId="340"/>
            <ac:picMk id="4" creationId="{962224B5-B097-4169-BA4F-F393DCD05BBD}"/>
          </ac:picMkLst>
        </pc:picChg>
        <pc:cxnChg chg="mod">
          <ac:chgData name="Weifeng Xu" userId="e7aed605-a3dd-4d5a-a692-a87037af107b" providerId="ADAL" clId="{F99F8FFF-BA20-43EA-924B-4DF5D2A785F3}" dt="2026-09-11T21:09:06.316" v="1764" actId="14100"/>
          <ac:cxnSpMkLst>
            <pc:docMk/>
            <pc:sldMk cId="4252032283" sldId="340"/>
            <ac:cxnSpMk id="6" creationId="{49972619-8449-4C6D-7A7F-523AA0088005}"/>
          </ac:cxnSpMkLst>
        </pc:cxnChg>
        <pc:cxnChg chg="add mod">
          <ac:chgData name="Weifeng Xu" userId="e7aed605-a3dd-4d5a-a692-a87037af107b" providerId="ADAL" clId="{F99F8FFF-BA20-43EA-924B-4DF5D2A785F3}" dt="2026-09-11T21:10:27.164" v="1770" actId="13822"/>
          <ac:cxnSpMkLst>
            <pc:docMk/>
            <pc:sldMk cId="4252032283" sldId="340"/>
            <ac:cxnSpMk id="10" creationId="{A58B8F2F-55F9-7FB0-0191-FC1B03EAF7FC}"/>
          </ac:cxnSpMkLst>
        </pc:cxnChg>
      </pc:sldChg>
      <pc:sldChg chg="modSp mod">
        <pc:chgData name="Weifeng Xu" userId="e7aed605-a3dd-4d5a-a692-a87037af107b" providerId="ADAL" clId="{F99F8FFF-BA20-43EA-924B-4DF5D2A785F3}" dt="2026-09-11T21:22:38.927" v="1905"/>
        <pc:sldMkLst>
          <pc:docMk/>
          <pc:sldMk cId="1448410883" sldId="341"/>
        </pc:sldMkLst>
        <pc:spChg chg="mod">
          <ac:chgData name="Weifeng Xu" userId="e7aed605-a3dd-4d5a-a692-a87037af107b" providerId="ADAL" clId="{F99F8FFF-BA20-43EA-924B-4DF5D2A785F3}" dt="2026-09-11T21:22:38.927" v="1905"/>
          <ac:spMkLst>
            <pc:docMk/>
            <pc:sldMk cId="1448410883" sldId="341"/>
            <ac:spMk id="2" creationId="{A985D801-D0D7-488D-90E3-99142FC49550}"/>
          </ac:spMkLst>
        </pc:spChg>
      </pc:sldChg>
      <pc:sldChg chg="addSp delSp modSp mod">
        <pc:chgData name="Weifeng Xu" userId="e7aed605-a3dd-4d5a-a692-a87037af107b" providerId="ADAL" clId="{F99F8FFF-BA20-43EA-924B-4DF5D2A785F3}" dt="2026-09-11T21:22:06.330" v="1904" actId="14100"/>
        <pc:sldMkLst>
          <pc:docMk/>
          <pc:sldMk cId="748360787" sldId="342"/>
        </pc:sldMkLst>
        <pc:spChg chg="mod">
          <ac:chgData name="Weifeng Xu" userId="e7aed605-a3dd-4d5a-a692-a87037af107b" providerId="ADAL" clId="{F99F8FFF-BA20-43EA-924B-4DF5D2A785F3}" dt="2026-09-11T21:16:33.521" v="1827"/>
          <ac:spMkLst>
            <pc:docMk/>
            <pc:sldMk cId="748360787" sldId="342"/>
            <ac:spMk id="2" creationId="{963FFAC5-F2E8-41E1-B6B5-EDFB7B2F7B30}"/>
          </ac:spMkLst>
        </pc:spChg>
        <pc:spChg chg="del">
          <ac:chgData name="Weifeng Xu" userId="e7aed605-a3dd-4d5a-a692-a87037af107b" providerId="ADAL" clId="{F99F8FFF-BA20-43EA-924B-4DF5D2A785F3}" dt="2026-09-11T21:17:15.774" v="1828" actId="478"/>
          <ac:spMkLst>
            <pc:docMk/>
            <pc:sldMk cId="748360787" sldId="342"/>
            <ac:spMk id="5" creationId="{B355A7A8-ECBC-4D44-8B3A-615720420D21}"/>
          </ac:spMkLst>
        </pc:spChg>
        <pc:spChg chg="add mod">
          <ac:chgData name="Weifeng Xu" userId="e7aed605-a3dd-4d5a-a692-a87037af107b" providerId="ADAL" clId="{F99F8FFF-BA20-43EA-924B-4DF5D2A785F3}" dt="2026-09-11T21:17:29.163" v="1835" actId="403"/>
          <ac:spMkLst>
            <pc:docMk/>
            <pc:sldMk cId="748360787" sldId="342"/>
            <ac:spMk id="6" creationId="{92DC2830-F083-C208-AF46-CD900287A08B}"/>
          </ac:spMkLst>
        </pc:spChg>
        <pc:spChg chg="add mod">
          <ac:chgData name="Weifeng Xu" userId="e7aed605-a3dd-4d5a-a692-a87037af107b" providerId="ADAL" clId="{F99F8FFF-BA20-43EA-924B-4DF5D2A785F3}" dt="2026-09-11T21:19:03.677" v="1839" actId="14100"/>
          <ac:spMkLst>
            <pc:docMk/>
            <pc:sldMk cId="748360787" sldId="342"/>
            <ac:spMk id="8" creationId="{6D8C50ED-9318-15A2-AF8E-C4CB80914B06}"/>
          </ac:spMkLst>
        </pc:spChg>
        <pc:spChg chg="add mod">
          <ac:chgData name="Weifeng Xu" userId="e7aed605-a3dd-4d5a-a692-a87037af107b" providerId="ADAL" clId="{F99F8FFF-BA20-43EA-924B-4DF5D2A785F3}" dt="2026-09-11T21:19:48.389" v="1879" actId="1076"/>
          <ac:spMkLst>
            <pc:docMk/>
            <pc:sldMk cId="748360787" sldId="342"/>
            <ac:spMk id="9" creationId="{DC25DFD8-8104-6066-FBF6-89160BE5F501}"/>
          </ac:spMkLst>
        </pc:spChg>
        <pc:spChg chg="add mod">
          <ac:chgData name="Weifeng Xu" userId="e7aed605-a3dd-4d5a-a692-a87037af107b" providerId="ADAL" clId="{F99F8FFF-BA20-43EA-924B-4DF5D2A785F3}" dt="2026-09-11T21:21:33.349" v="1888" actId="1036"/>
          <ac:spMkLst>
            <pc:docMk/>
            <pc:sldMk cId="748360787" sldId="342"/>
            <ac:spMk id="13" creationId="{52CFFE65-13D1-C641-A3E7-594FD0D2C392}"/>
          </ac:spMkLst>
        </pc:spChg>
        <pc:spChg chg="add del">
          <ac:chgData name="Weifeng Xu" userId="e7aed605-a3dd-4d5a-a692-a87037af107b" providerId="ADAL" clId="{F99F8FFF-BA20-43EA-924B-4DF5D2A785F3}" dt="2026-09-11T21:21:46.748" v="1890" actId="22"/>
          <ac:spMkLst>
            <pc:docMk/>
            <pc:sldMk cId="748360787" sldId="342"/>
            <ac:spMk id="15" creationId="{B70AA26A-7285-22A0-87A3-6C41E9983E6F}"/>
          </ac:spMkLst>
        </pc:spChg>
        <pc:spChg chg="add mod">
          <ac:chgData name="Weifeng Xu" userId="e7aed605-a3dd-4d5a-a692-a87037af107b" providerId="ADAL" clId="{F99F8FFF-BA20-43EA-924B-4DF5D2A785F3}" dt="2026-09-11T21:22:02.831" v="1903" actId="14100"/>
          <ac:spMkLst>
            <pc:docMk/>
            <pc:sldMk cId="748360787" sldId="342"/>
            <ac:spMk id="16" creationId="{7A204FDC-155F-56A0-0F16-B404809FF36F}"/>
          </ac:spMkLst>
        </pc:spChg>
        <pc:cxnChg chg="add mod">
          <ac:chgData name="Weifeng Xu" userId="e7aed605-a3dd-4d5a-a692-a87037af107b" providerId="ADAL" clId="{F99F8FFF-BA20-43EA-924B-4DF5D2A785F3}" dt="2026-09-11T21:20:00.166" v="1882" actId="13822"/>
          <ac:cxnSpMkLst>
            <pc:docMk/>
            <pc:sldMk cId="748360787" sldId="342"/>
            <ac:cxnSpMk id="11" creationId="{613E4232-D562-E9D7-9C1D-3DB4A7E17A86}"/>
          </ac:cxnSpMkLst>
        </pc:cxnChg>
        <pc:cxnChg chg="add mod">
          <ac:chgData name="Weifeng Xu" userId="e7aed605-a3dd-4d5a-a692-a87037af107b" providerId="ADAL" clId="{F99F8FFF-BA20-43EA-924B-4DF5D2A785F3}" dt="2026-09-11T21:22:06.330" v="1904" actId="14100"/>
          <ac:cxnSpMkLst>
            <pc:docMk/>
            <pc:sldMk cId="748360787" sldId="342"/>
            <ac:cxnSpMk id="17" creationId="{FF0061C3-73A9-DC18-8C41-716D5ED14E6D}"/>
          </ac:cxnSpMkLst>
        </pc:cxnChg>
      </pc:sldChg>
      <pc:sldChg chg="addSp modSp mod modClrScheme chgLayout">
        <pc:chgData name="Weifeng Xu" userId="e7aed605-a3dd-4d5a-a692-a87037af107b" providerId="ADAL" clId="{F99F8FFF-BA20-43EA-924B-4DF5D2A785F3}" dt="2026-09-11T21:23:51.453" v="1919" actId="14100"/>
        <pc:sldMkLst>
          <pc:docMk/>
          <pc:sldMk cId="2554020583" sldId="343"/>
        </pc:sldMkLst>
        <pc:spChg chg="add mod ord">
          <ac:chgData name="Weifeng Xu" userId="e7aed605-a3dd-4d5a-a692-a87037af107b" providerId="ADAL" clId="{F99F8FFF-BA20-43EA-924B-4DF5D2A785F3}" dt="2026-09-11T21:23:10.487" v="1909" actId="20577"/>
          <ac:spMkLst>
            <pc:docMk/>
            <pc:sldMk cId="2554020583" sldId="343"/>
            <ac:spMk id="2" creationId="{1C7812BB-316C-FCC9-6019-9FCFAFAE75C3}"/>
          </ac:spMkLst>
        </pc:spChg>
        <pc:spChg chg="mod">
          <ac:chgData name="Weifeng Xu" userId="e7aed605-a3dd-4d5a-a692-a87037af107b" providerId="ADAL" clId="{F99F8FFF-BA20-43EA-924B-4DF5D2A785F3}" dt="2026-09-11T21:22:59.285" v="1906" actId="1076"/>
          <ac:spMkLst>
            <pc:docMk/>
            <pc:sldMk cId="2554020583" sldId="343"/>
            <ac:spMk id="5" creationId="{445814E8-5028-4BCB-8C0A-942D8337BED9}"/>
          </ac:spMkLst>
        </pc:spChg>
        <pc:spChg chg="add mod">
          <ac:chgData name="Weifeng Xu" userId="e7aed605-a3dd-4d5a-a692-a87037af107b" providerId="ADAL" clId="{F99F8FFF-BA20-43EA-924B-4DF5D2A785F3}" dt="2026-09-11T21:23:51.453" v="1919" actId="14100"/>
          <ac:spMkLst>
            <pc:docMk/>
            <pc:sldMk cId="2554020583" sldId="343"/>
            <ac:spMk id="6" creationId="{6CFDDF35-4BA7-567E-C45C-168FBAA60049}"/>
          </ac:spMkLst>
        </pc:spChg>
        <pc:spChg chg="mod">
          <ac:chgData name="Weifeng Xu" userId="e7aed605-a3dd-4d5a-a692-a87037af107b" providerId="ADAL" clId="{F99F8FFF-BA20-43EA-924B-4DF5D2A785F3}" dt="2026-09-11T21:22:59.285" v="1906" actId="1076"/>
          <ac:spMkLst>
            <pc:docMk/>
            <pc:sldMk cId="2554020583" sldId="343"/>
            <ac:spMk id="9" creationId="{C34A51C0-BA18-43F0-ABD0-DF05A7AE88AA}"/>
          </ac:spMkLst>
        </pc:spChg>
        <pc:picChg chg="mod">
          <ac:chgData name="Weifeng Xu" userId="e7aed605-a3dd-4d5a-a692-a87037af107b" providerId="ADAL" clId="{F99F8FFF-BA20-43EA-924B-4DF5D2A785F3}" dt="2026-09-11T21:22:59.285" v="1906" actId="1076"/>
          <ac:picMkLst>
            <pc:docMk/>
            <pc:sldMk cId="2554020583" sldId="343"/>
            <ac:picMk id="4" creationId="{1BDB2B64-6471-42D3-82A6-7C2C2899D5CE}"/>
          </ac:picMkLst>
        </pc:picChg>
        <pc:cxnChg chg="mod">
          <ac:chgData name="Weifeng Xu" userId="e7aed605-a3dd-4d5a-a692-a87037af107b" providerId="ADAL" clId="{F99F8FFF-BA20-43EA-924B-4DF5D2A785F3}" dt="2026-09-11T21:22:59.285" v="1906" actId="1076"/>
          <ac:cxnSpMkLst>
            <pc:docMk/>
            <pc:sldMk cId="2554020583" sldId="343"/>
            <ac:cxnSpMk id="7" creationId="{E751872B-B498-4EBD-9A40-035C80504124}"/>
          </ac:cxnSpMkLst>
        </pc:cxnChg>
        <pc:cxnChg chg="mod">
          <ac:chgData name="Weifeng Xu" userId="e7aed605-a3dd-4d5a-a692-a87037af107b" providerId="ADAL" clId="{F99F8FFF-BA20-43EA-924B-4DF5D2A785F3}" dt="2026-09-11T21:22:59.285" v="1906" actId="1076"/>
          <ac:cxnSpMkLst>
            <pc:docMk/>
            <pc:sldMk cId="2554020583" sldId="343"/>
            <ac:cxnSpMk id="11" creationId="{D0D99A91-4094-432E-8984-840956B5B812}"/>
          </ac:cxnSpMkLst>
        </pc:cxnChg>
      </pc:sldChg>
      <pc:sldChg chg="addSp delSp modSp mod modClrScheme chgLayout">
        <pc:chgData name="Weifeng Xu" userId="e7aed605-a3dd-4d5a-a692-a87037af107b" providerId="ADAL" clId="{F99F8FFF-BA20-43EA-924B-4DF5D2A785F3}" dt="2026-09-11T21:26:40.294" v="1944" actId="2711"/>
        <pc:sldMkLst>
          <pc:docMk/>
          <pc:sldMk cId="2351942537" sldId="344"/>
        </pc:sldMkLst>
        <pc:spChg chg="add mod ord">
          <ac:chgData name="Weifeng Xu" userId="e7aed605-a3dd-4d5a-a692-a87037af107b" providerId="ADAL" clId="{F99F8FFF-BA20-43EA-924B-4DF5D2A785F3}" dt="2026-09-11T21:26:23.976" v="1941" actId="700"/>
          <ac:spMkLst>
            <pc:docMk/>
            <pc:sldMk cId="2351942537" sldId="344"/>
            <ac:spMk id="2" creationId="{0442FB53-DC31-4554-843A-A5349E76D18C}"/>
          </ac:spMkLst>
        </pc:spChg>
        <pc:spChg chg="add del mod ord">
          <ac:chgData name="Weifeng Xu" userId="e7aed605-a3dd-4d5a-a692-a87037af107b" providerId="ADAL" clId="{F99F8FFF-BA20-43EA-924B-4DF5D2A785F3}" dt="2026-09-11T21:26:16.278" v="1937" actId="700"/>
          <ac:spMkLst>
            <pc:docMk/>
            <pc:sldMk cId="2351942537" sldId="344"/>
            <ac:spMk id="4" creationId="{52D0ED41-1FD3-8C3A-EBF3-7C9BC45BE958}"/>
          </ac:spMkLst>
        </pc:spChg>
        <pc:spChg chg="del mod">
          <ac:chgData name="Weifeng Xu" userId="e7aed605-a3dd-4d5a-a692-a87037af107b" providerId="ADAL" clId="{F99F8FFF-BA20-43EA-924B-4DF5D2A785F3}" dt="2026-09-11T21:26:19.357" v="1940"/>
          <ac:spMkLst>
            <pc:docMk/>
            <pc:sldMk cId="2351942537" sldId="344"/>
            <ac:spMk id="5" creationId="{1BD9C7FF-FD20-4DBB-9DF3-798453F2B79F}"/>
          </ac:spMkLst>
        </pc:spChg>
        <pc:spChg chg="add mod ord">
          <ac:chgData name="Weifeng Xu" userId="e7aed605-a3dd-4d5a-a692-a87037af107b" providerId="ADAL" clId="{F99F8FFF-BA20-43EA-924B-4DF5D2A785F3}" dt="2026-09-11T21:26:40.294" v="1944" actId="2711"/>
          <ac:spMkLst>
            <pc:docMk/>
            <pc:sldMk cId="2351942537" sldId="344"/>
            <ac:spMk id="6" creationId="{3F34BFFB-3033-1779-0FD6-67C8689DAAFB}"/>
          </ac:spMkLst>
        </pc:spChg>
        <pc:picChg chg="mod">
          <ac:chgData name="Weifeng Xu" userId="e7aed605-a3dd-4d5a-a692-a87037af107b" providerId="ADAL" clId="{F99F8FFF-BA20-43EA-924B-4DF5D2A785F3}" dt="2026-09-11T21:25:07.093" v="1921" actId="1076"/>
          <ac:picMkLst>
            <pc:docMk/>
            <pc:sldMk cId="2351942537" sldId="344"/>
            <ac:picMk id="3" creationId="{A1ED6B0D-678B-4C39-A65E-CBB81D3DD01E}"/>
          </ac:picMkLst>
        </pc:picChg>
      </pc:sldChg>
      <pc:sldChg chg="addSp modSp mod modClrScheme chgLayout">
        <pc:chgData name="Weifeng Xu" userId="e7aed605-a3dd-4d5a-a692-a87037af107b" providerId="ADAL" clId="{F99F8FFF-BA20-43EA-924B-4DF5D2A785F3}" dt="2026-09-11T21:27:55.270" v="1951"/>
        <pc:sldMkLst>
          <pc:docMk/>
          <pc:sldMk cId="2961832148" sldId="345"/>
        </pc:sldMkLst>
        <pc:spChg chg="add mod ord">
          <ac:chgData name="Weifeng Xu" userId="e7aed605-a3dd-4d5a-a692-a87037af107b" providerId="ADAL" clId="{F99F8FFF-BA20-43EA-924B-4DF5D2A785F3}" dt="2026-09-11T21:27:49.465" v="1950" actId="20577"/>
          <ac:spMkLst>
            <pc:docMk/>
            <pc:sldMk cId="2961832148" sldId="345"/>
            <ac:spMk id="2" creationId="{CF1460F2-3CC0-1FF4-1E2C-2E0CB32984C9}"/>
          </ac:spMkLst>
        </pc:spChg>
        <pc:spChg chg="add mod ord">
          <ac:chgData name="Weifeng Xu" userId="e7aed605-a3dd-4d5a-a692-a87037af107b" providerId="ADAL" clId="{F99F8FFF-BA20-43EA-924B-4DF5D2A785F3}" dt="2026-09-11T21:27:55.270" v="1951"/>
          <ac:spMkLst>
            <pc:docMk/>
            <pc:sldMk cId="2961832148" sldId="345"/>
            <ac:spMk id="4" creationId="{19977DCC-2428-29B2-2575-DDD3B4810969}"/>
          </ac:spMkLst>
        </pc:spChg>
        <pc:picChg chg="mod">
          <ac:chgData name="Weifeng Xu" userId="e7aed605-a3dd-4d5a-a692-a87037af107b" providerId="ADAL" clId="{F99F8FFF-BA20-43EA-924B-4DF5D2A785F3}" dt="2026-09-11T21:27:31.864" v="1946" actId="1076"/>
          <ac:picMkLst>
            <pc:docMk/>
            <pc:sldMk cId="2961832148" sldId="345"/>
            <ac:picMk id="3" creationId="{B3099015-8E34-4FF5-BDCA-C1E55D7D28F3}"/>
          </ac:picMkLst>
        </pc:picChg>
      </pc:sldChg>
      <pc:sldChg chg="modSp mod ord">
        <pc:chgData name="Weifeng Xu" userId="e7aed605-a3dd-4d5a-a692-a87037af107b" providerId="ADAL" clId="{F99F8FFF-BA20-43EA-924B-4DF5D2A785F3}" dt="2026-09-11T15:56:32.007" v="1126" actId="6549"/>
        <pc:sldMkLst>
          <pc:docMk/>
          <pc:sldMk cId="1408481161" sldId="346"/>
        </pc:sldMkLst>
        <pc:spChg chg="mod">
          <ac:chgData name="Weifeng Xu" userId="e7aed605-a3dd-4d5a-a692-a87037af107b" providerId="ADAL" clId="{F99F8FFF-BA20-43EA-924B-4DF5D2A785F3}" dt="2026-09-11T15:56:32.007" v="1126" actId="6549"/>
          <ac:spMkLst>
            <pc:docMk/>
            <pc:sldMk cId="1408481161" sldId="346"/>
            <ac:spMk id="47" creationId="{44379959-ADB6-4CA0-B5E1-F7E4EDBED422}"/>
          </ac:spMkLst>
        </pc:spChg>
      </pc:sldChg>
      <pc:sldChg chg="modSp mod ord">
        <pc:chgData name="Weifeng Xu" userId="e7aed605-a3dd-4d5a-a692-a87037af107b" providerId="ADAL" clId="{F99F8FFF-BA20-43EA-924B-4DF5D2A785F3}" dt="2026-09-11T15:56:09.668" v="1122" actId="6549"/>
        <pc:sldMkLst>
          <pc:docMk/>
          <pc:sldMk cId="625091532" sldId="347"/>
        </pc:sldMkLst>
        <pc:spChg chg="mod">
          <ac:chgData name="Weifeng Xu" userId="e7aed605-a3dd-4d5a-a692-a87037af107b" providerId="ADAL" clId="{F99F8FFF-BA20-43EA-924B-4DF5D2A785F3}" dt="2026-09-11T15:56:09.668" v="1122" actId="6549"/>
          <ac:spMkLst>
            <pc:docMk/>
            <pc:sldMk cId="625091532" sldId="347"/>
            <ac:spMk id="2" creationId="{5CEB6652-7902-4DB3-8F7C-848326B54CB4}"/>
          </ac:spMkLst>
        </pc:spChg>
      </pc:sldChg>
      <pc:sldChg chg="delSp modSp mod ord delDesignElem chgLayout">
        <pc:chgData name="Weifeng Xu" userId="e7aed605-a3dd-4d5a-a692-a87037af107b" providerId="ADAL" clId="{F99F8FFF-BA20-43EA-924B-4DF5D2A785F3}" dt="2026-09-11T15:58:45.507" v="1139" actId="1076"/>
        <pc:sldMkLst>
          <pc:docMk/>
          <pc:sldMk cId="2546093945" sldId="348"/>
        </pc:sldMkLst>
        <pc:spChg chg="mod ord">
          <ac:chgData name="Weifeng Xu" userId="e7aed605-a3dd-4d5a-a692-a87037af107b" providerId="ADAL" clId="{F99F8FFF-BA20-43EA-924B-4DF5D2A785F3}" dt="2026-09-11T15:58:21.567" v="1136" actId="120"/>
          <ac:spMkLst>
            <pc:docMk/>
            <pc:sldMk cId="2546093945" sldId="348"/>
            <ac:spMk id="2" creationId="{CA1A6FA0-F6A4-4779-9526-0C35F6E4EBC3}"/>
          </ac:spMkLst>
        </pc:spChg>
        <pc:spChg chg="mod">
          <ac:chgData name="Weifeng Xu" userId="e7aed605-a3dd-4d5a-a692-a87037af107b" providerId="ADAL" clId="{F99F8FFF-BA20-43EA-924B-4DF5D2A785F3}" dt="2026-09-11T15:58:45.507" v="1139" actId="1076"/>
          <ac:spMkLst>
            <pc:docMk/>
            <pc:sldMk cId="2546093945" sldId="348"/>
            <ac:spMk id="12" creationId="{F0EA8340-E583-4271-B3A8-14DF7AA613C3}"/>
          </ac:spMkLst>
        </pc:spChg>
        <pc:spChg chg="del mod">
          <ac:chgData name="Weifeng Xu" userId="e7aed605-a3dd-4d5a-a692-a87037af107b" providerId="ADAL" clId="{F99F8FFF-BA20-43EA-924B-4DF5D2A785F3}" dt="2026-09-11T15:58:39.700" v="1138" actId="478"/>
          <ac:spMkLst>
            <pc:docMk/>
            <pc:sldMk cId="2546093945" sldId="348"/>
            <ac:spMk id="14" creationId="{42F42A6B-19F3-4337-A762-33925CFF4A6B}"/>
          </ac:spMkLst>
        </pc:spChg>
        <pc:spChg chg="del">
          <ac:chgData name="Weifeng Xu" userId="e7aed605-a3dd-4d5a-a692-a87037af107b" providerId="ADAL" clId="{F99F8FFF-BA20-43EA-924B-4DF5D2A785F3}" dt="2026-09-11T15:57:27.550" v="1127" actId="700"/>
          <ac:spMkLst>
            <pc:docMk/>
            <pc:sldMk cId="2546093945" sldId="348"/>
            <ac:spMk id="17" creationId="{1707FC24-6981-43D9-B525-C7832BA22463}"/>
          </ac:spMkLst>
        </pc:spChg>
        <pc:picChg chg="mod modCrop">
          <ac:chgData name="Weifeng Xu" userId="e7aed605-a3dd-4d5a-a692-a87037af107b" providerId="ADAL" clId="{F99F8FFF-BA20-43EA-924B-4DF5D2A785F3}" dt="2026-09-11T15:58:45.507" v="1139" actId="1076"/>
          <ac:picMkLst>
            <pc:docMk/>
            <pc:sldMk cId="2546093945" sldId="348"/>
            <ac:picMk id="4" creationId="{01EDCA88-220F-4735-BE27-53451786DC0C}"/>
          </ac:picMkLst>
        </pc:picChg>
      </pc:sldChg>
      <pc:sldChg chg="ord">
        <pc:chgData name="Weifeng Xu" userId="e7aed605-a3dd-4d5a-a692-a87037af107b" providerId="ADAL" clId="{F99F8FFF-BA20-43EA-924B-4DF5D2A785F3}" dt="2026-09-11T13:42:39.711" v="431"/>
        <pc:sldMkLst>
          <pc:docMk/>
          <pc:sldMk cId="1515568412" sldId="349"/>
        </pc:sldMkLst>
      </pc:sldChg>
      <pc:sldChg chg="ord">
        <pc:chgData name="Weifeng Xu" userId="e7aed605-a3dd-4d5a-a692-a87037af107b" providerId="ADAL" clId="{F99F8FFF-BA20-43EA-924B-4DF5D2A785F3}" dt="2026-09-11T13:42:39.711" v="431"/>
        <pc:sldMkLst>
          <pc:docMk/>
          <pc:sldMk cId="2154313564" sldId="350"/>
        </pc:sldMkLst>
      </pc:sldChg>
      <pc:sldChg chg="ord">
        <pc:chgData name="Weifeng Xu" userId="e7aed605-a3dd-4d5a-a692-a87037af107b" providerId="ADAL" clId="{F99F8FFF-BA20-43EA-924B-4DF5D2A785F3}" dt="2026-09-11T13:42:39.711" v="431"/>
        <pc:sldMkLst>
          <pc:docMk/>
          <pc:sldMk cId="623421143" sldId="351"/>
        </pc:sldMkLst>
      </pc:sldChg>
      <pc:sldChg chg="ord">
        <pc:chgData name="Weifeng Xu" userId="e7aed605-a3dd-4d5a-a692-a87037af107b" providerId="ADAL" clId="{F99F8FFF-BA20-43EA-924B-4DF5D2A785F3}" dt="2026-09-11T13:42:39.711" v="431"/>
        <pc:sldMkLst>
          <pc:docMk/>
          <pc:sldMk cId="3033679784" sldId="352"/>
        </pc:sldMkLst>
      </pc:sldChg>
      <pc:sldChg chg="modSp mod">
        <pc:chgData name="Weifeng Xu" userId="e7aed605-a3dd-4d5a-a692-a87037af107b" providerId="ADAL" clId="{F99F8FFF-BA20-43EA-924B-4DF5D2A785F3}" dt="2026-09-11T17:05:56.156" v="1248" actId="2711"/>
        <pc:sldMkLst>
          <pc:docMk/>
          <pc:sldMk cId="623856579" sldId="353"/>
        </pc:sldMkLst>
        <pc:spChg chg="mod">
          <ac:chgData name="Weifeng Xu" userId="e7aed605-a3dd-4d5a-a692-a87037af107b" providerId="ADAL" clId="{F99F8FFF-BA20-43EA-924B-4DF5D2A785F3}" dt="2026-09-11T17:04:35.361" v="1231"/>
          <ac:spMkLst>
            <pc:docMk/>
            <pc:sldMk cId="623856579" sldId="353"/>
            <ac:spMk id="4" creationId="{4C3C0054-63BF-4C62-AA66-573164638B13}"/>
          </ac:spMkLst>
        </pc:spChg>
        <pc:spChg chg="mod">
          <ac:chgData name="Weifeng Xu" userId="e7aed605-a3dd-4d5a-a692-a87037af107b" providerId="ADAL" clId="{F99F8FFF-BA20-43EA-924B-4DF5D2A785F3}" dt="2026-09-11T17:05:56.156" v="1248" actId="2711"/>
          <ac:spMkLst>
            <pc:docMk/>
            <pc:sldMk cId="623856579" sldId="353"/>
            <ac:spMk id="5" creationId="{ED85393E-F470-4621-BFC8-258617D0D65E}"/>
          </ac:spMkLst>
        </pc:spChg>
      </pc:sldChg>
      <pc:sldChg chg="addSp delSp modSp mod modClrScheme chgLayout">
        <pc:chgData name="Weifeng Xu" userId="e7aed605-a3dd-4d5a-a692-a87037af107b" providerId="ADAL" clId="{F99F8FFF-BA20-43EA-924B-4DF5D2A785F3}" dt="2026-09-11T17:21:13.926" v="1301" actId="2711"/>
        <pc:sldMkLst>
          <pc:docMk/>
          <pc:sldMk cId="3488404465" sldId="354"/>
        </pc:sldMkLst>
        <pc:spChg chg="mod">
          <ac:chgData name="Weifeng Xu" userId="e7aed605-a3dd-4d5a-a692-a87037af107b" providerId="ADAL" clId="{F99F8FFF-BA20-43EA-924B-4DF5D2A785F3}" dt="2026-09-11T17:21:07.297" v="1300" actId="1076"/>
          <ac:spMkLst>
            <pc:docMk/>
            <pc:sldMk cId="3488404465" sldId="354"/>
            <ac:spMk id="2" creationId="{3571029E-4D04-7594-5A74-B9529739EB78}"/>
          </ac:spMkLst>
        </pc:spChg>
        <pc:spChg chg="add mod ord">
          <ac:chgData name="Weifeng Xu" userId="e7aed605-a3dd-4d5a-a692-a87037af107b" providerId="ADAL" clId="{F99F8FFF-BA20-43EA-924B-4DF5D2A785F3}" dt="2026-09-11T17:21:13.926" v="1301" actId="2711"/>
          <ac:spMkLst>
            <pc:docMk/>
            <pc:sldMk cId="3488404465" sldId="354"/>
            <ac:spMk id="3" creationId="{8711C830-6556-C08D-1A13-E0F136DB5028}"/>
          </ac:spMkLst>
        </pc:spChg>
        <pc:spChg chg="del">
          <ac:chgData name="Weifeng Xu" userId="e7aed605-a3dd-4d5a-a692-a87037af107b" providerId="ADAL" clId="{F99F8FFF-BA20-43EA-924B-4DF5D2A785F3}" dt="2026-09-11T17:20:34.450" v="1290" actId="478"/>
          <ac:spMkLst>
            <pc:docMk/>
            <pc:sldMk cId="3488404465" sldId="354"/>
            <ac:spMk id="9" creationId="{2C9ADCE3-7094-42C8-8F6D-75E360F15196}"/>
          </ac:spMkLst>
        </pc:spChg>
        <pc:picChg chg="mod">
          <ac:chgData name="Weifeng Xu" userId="e7aed605-a3dd-4d5a-a692-a87037af107b" providerId="ADAL" clId="{F99F8FFF-BA20-43EA-924B-4DF5D2A785F3}" dt="2026-09-11T17:21:03.760" v="1299" actId="1076"/>
          <ac:picMkLst>
            <pc:docMk/>
            <pc:sldMk cId="3488404465" sldId="354"/>
            <ac:picMk id="6" creationId="{5D0ABA1B-66C8-465D-896B-A599189C4F8E}"/>
          </ac:picMkLst>
        </pc:picChg>
      </pc:sldChg>
      <pc:sldChg chg="addSp modSp mod">
        <pc:chgData name="Weifeng Xu" userId="e7aed605-a3dd-4d5a-a692-a87037af107b" providerId="ADAL" clId="{F99F8FFF-BA20-43EA-924B-4DF5D2A785F3}" dt="2026-09-11T19:59:52.998" v="1487" actId="1076"/>
        <pc:sldMkLst>
          <pc:docMk/>
          <pc:sldMk cId="3368424087" sldId="355"/>
        </pc:sldMkLst>
        <pc:spChg chg="add mod">
          <ac:chgData name="Weifeng Xu" userId="e7aed605-a3dd-4d5a-a692-a87037af107b" providerId="ADAL" clId="{F99F8FFF-BA20-43EA-924B-4DF5D2A785F3}" dt="2026-09-11T19:59:52.998" v="1487" actId="1076"/>
          <ac:spMkLst>
            <pc:docMk/>
            <pc:sldMk cId="3368424087" sldId="355"/>
            <ac:spMk id="3" creationId="{E720AD05-E1FB-9E00-73D9-61B24FDF056D}"/>
          </ac:spMkLst>
        </pc:spChg>
        <pc:spChg chg="mod">
          <ac:chgData name="Weifeng Xu" userId="e7aed605-a3dd-4d5a-a692-a87037af107b" providerId="ADAL" clId="{F99F8FFF-BA20-43EA-924B-4DF5D2A785F3}" dt="2026-09-11T19:56:44.991" v="1483" actId="108"/>
          <ac:spMkLst>
            <pc:docMk/>
            <pc:sldMk cId="3368424087" sldId="355"/>
            <ac:spMk id="4" creationId="{6B10CA6E-4BCB-4C29-A9F2-42B56B1BCB6F}"/>
          </ac:spMkLst>
        </pc:spChg>
        <pc:spChg chg="mod">
          <ac:chgData name="Weifeng Xu" userId="e7aed605-a3dd-4d5a-a692-a87037af107b" providerId="ADAL" clId="{F99F8FFF-BA20-43EA-924B-4DF5D2A785F3}" dt="2026-09-11T19:57:05.909" v="1485"/>
          <ac:spMkLst>
            <pc:docMk/>
            <pc:sldMk cId="3368424087" sldId="355"/>
            <ac:spMk id="5" creationId="{4890C3AE-A335-4757-84D6-33366537E0C3}"/>
          </ac:spMkLst>
        </pc:spChg>
      </pc:sldChg>
      <pc:sldChg chg="addSp modSp mod">
        <pc:chgData name="Weifeng Xu" userId="e7aed605-a3dd-4d5a-a692-a87037af107b" providerId="ADAL" clId="{F99F8FFF-BA20-43EA-924B-4DF5D2A785F3}" dt="2026-09-11T20:02:57.661" v="1516" actId="27636"/>
        <pc:sldMkLst>
          <pc:docMk/>
          <pc:sldMk cId="3610621365" sldId="356"/>
        </pc:sldMkLst>
        <pc:spChg chg="add mod">
          <ac:chgData name="Weifeng Xu" userId="e7aed605-a3dd-4d5a-a692-a87037af107b" providerId="ADAL" clId="{F99F8FFF-BA20-43EA-924B-4DF5D2A785F3}" dt="2026-09-11T20:02:57.661" v="1516" actId="27636"/>
          <ac:spMkLst>
            <pc:docMk/>
            <pc:sldMk cId="3610621365" sldId="356"/>
            <ac:spMk id="3" creationId="{195B36E3-FD8A-ACC8-CA62-C8B9C5659B8C}"/>
          </ac:spMkLst>
        </pc:spChg>
        <pc:spChg chg="mod">
          <ac:chgData name="Weifeng Xu" userId="e7aed605-a3dd-4d5a-a692-a87037af107b" providerId="ADAL" clId="{F99F8FFF-BA20-43EA-924B-4DF5D2A785F3}" dt="2026-09-11T20:01:22.315" v="1488"/>
          <ac:spMkLst>
            <pc:docMk/>
            <pc:sldMk cId="3610621365" sldId="356"/>
            <ac:spMk id="4" creationId="{7B84FFEE-AE51-4D54-B639-5FDA3BA8DD54}"/>
          </ac:spMkLst>
        </pc:spChg>
        <pc:spChg chg="mod">
          <ac:chgData name="Weifeng Xu" userId="e7aed605-a3dd-4d5a-a692-a87037af107b" providerId="ADAL" clId="{F99F8FFF-BA20-43EA-924B-4DF5D2A785F3}" dt="2026-09-11T20:02:48.449" v="1513" actId="14100"/>
          <ac:spMkLst>
            <pc:docMk/>
            <pc:sldMk cId="3610621365" sldId="356"/>
            <ac:spMk id="5" creationId="{05AE550C-A4E7-41E2-AFF9-64AD1D2CFC87}"/>
          </ac:spMkLst>
        </pc:spChg>
      </pc:sldChg>
      <pc:sldChg chg="modSp mod ord">
        <pc:chgData name="Weifeng Xu" userId="e7aed605-a3dd-4d5a-a692-a87037af107b" providerId="ADAL" clId="{F99F8FFF-BA20-43EA-924B-4DF5D2A785F3}" dt="2026-09-11T15:12:56.269" v="748"/>
        <pc:sldMkLst>
          <pc:docMk/>
          <pc:sldMk cId="23526368" sldId="357"/>
        </pc:sldMkLst>
        <pc:spChg chg="mod">
          <ac:chgData name="Weifeng Xu" userId="e7aed605-a3dd-4d5a-a692-a87037af107b" providerId="ADAL" clId="{F99F8FFF-BA20-43EA-924B-4DF5D2A785F3}" dt="2026-09-11T14:31:04.445" v="542" actId="108"/>
          <ac:spMkLst>
            <pc:docMk/>
            <pc:sldMk cId="23526368" sldId="357"/>
            <ac:spMk id="2" creationId="{2458E01F-398E-4008-ACB8-3D6D374D4A54}"/>
          </ac:spMkLst>
        </pc:spChg>
        <pc:spChg chg="mod">
          <ac:chgData name="Weifeng Xu" userId="e7aed605-a3dd-4d5a-a692-a87037af107b" providerId="ADAL" clId="{F99F8FFF-BA20-43EA-924B-4DF5D2A785F3}" dt="2026-09-11T14:28:46.017" v="486" actId="14100"/>
          <ac:spMkLst>
            <pc:docMk/>
            <pc:sldMk cId="23526368" sldId="357"/>
            <ac:spMk id="3" creationId="{56993448-17B5-4F05-9921-5B45E21ED433}"/>
          </ac:spMkLst>
        </pc:spChg>
        <pc:picChg chg="mod">
          <ac:chgData name="Weifeng Xu" userId="e7aed605-a3dd-4d5a-a692-a87037af107b" providerId="ADAL" clId="{F99F8FFF-BA20-43EA-924B-4DF5D2A785F3}" dt="2026-09-11T14:29:03.383" v="489" actId="1076"/>
          <ac:picMkLst>
            <pc:docMk/>
            <pc:sldMk cId="23526368" sldId="357"/>
            <ac:picMk id="5" creationId="{FFF1F0D6-E33B-479D-B4DC-D74B0065DE1E}"/>
          </ac:picMkLst>
        </pc:picChg>
        <pc:picChg chg="mod">
          <ac:chgData name="Weifeng Xu" userId="e7aed605-a3dd-4d5a-a692-a87037af107b" providerId="ADAL" clId="{F99F8FFF-BA20-43EA-924B-4DF5D2A785F3}" dt="2026-09-11T14:29:17.268" v="497" actId="1076"/>
          <ac:picMkLst>
            <pc:docMk/>
            <pc:sldMk cId="23526368" sldId="357"/>
            <ac:picMk id="9" creationId="{C76263D5-0BB9-4027-959F-7D615884AD8C}"/>
          </ac:picMkLst>
        </pc:picChg>
        <pc:picChg chg="mod">
          <ac:chgData name="Weifeng Xu" userId="e7aed605-a3dd-4d5a-a692-a87037af107b" providerId="ADAL" clId="{F99F8FFF-BA20-43EA-924B-4DF5D2A785F3}" dt="2026-09-11T14:29:14.109" v="495" actId="1076"/>
          <ac:picMkLst>
            <pc:docMk/>
            <pc:sldMk cId="23526368" sldId="357"/>
            <ac:picMk id="1026" creationId="{EA3EA02C-6C17-473C-BED9-5106ED666ECF}"/>
          </ac:picMkLst>
        </pc:picChg>
        <pc:cxnChg chg="mod">
          <ac:chgData name="Weifeng Xu" userId="e7aed605-a3dd-4d5a-a692-a87037af107b" providerId="ADAL" clId="{F99F8FFF-BA20-43EA-924B-4DF5D2A785F3}" dt="2026-09-11T14:28:33.061" v="480" actId="14100"/>
          <ac:cxnSpMkLst>
            <pc:docMk/>
            <pc:sldMk cId="23526368" sldId="357"/>
            <ac:cxnSpMk id="10" creationId="{AC6B3B51-8E25-44F2-BD52-319DD8AB67C8}"/>
          </ac:cxnSpMkLst>
        </pc:cxnChg>
        <pc:cxnChg chg="mod">
          <ac:chgData name="Weifeng Xu" userId="e7aed605-a3dd-4d5a-a692-a87037af107b" providerId="ADAL" clId="{F99F8FFF-BA20-43EA-924B-4DF5D2A785F3}" dt="2026-09-11T14:29:07.790" v="491" actId="14100"/>
          <ac:cxnSpMkLst>
            <pc:docMk/>
            <pc:sldMk cId="23526368" sldId="357"/>
            <ac:cxnSpMk id="12" creationId="{A4330D0D-9AC2-43A8-B14E-9560373CD234}"/>
          </ac:cxnSpMkLst>
        </pc:cxnChg>
        <pc:cxnChg chg="mod">
          <ac:chgData name="Weifeng Xu" userId="e7aed605-a3dd-4d5a-a692-a87037af107b" providerId="ADAL" clId="{F99F8FFF-BA20-43EA-924B-4DF5D2A785F3}" dt="2026-09-11T14:29:15.588" v="496" actId="1076"/>
          <ac:cxnSpMkLst>
            <pc:docMk/>
            <pc:sldMk cId="23526368" sldId="357"/>
            <ac:cxnSpMk id="13" creationId="{AC902521-7706-41A8-ADE6-01D197BB988F}"/>
          </ac:cxnSpMkLst>
        </pc:cxnChg>
      </pc:sldChg>
      <pc:sldChg chg="modSp new mod">
        <pc:chgData name="Weifeng Xu" userId="e7aed605-a3dd-4d5a-a692-a87037af107b" providerId="ADAL" clId="{F99F8FFF-BA20-43EA-924B-4DF5D2A785F3}" dt="2026-09-11T14:38:16.540" v="614" actId="5793"/>
        <pc:sldMkLst>
          <pc:docMk/>
          <pc:sldMk cId="89130761" sldId="358"/>
        </pc:sldMkLst>
        <pc:spChg chg="mod">
          <ac:chgData name="Weifeng Xu" userId="e7aed605-a3dd-4d5a-a692-a87037af107b" providerId="ADAL" clId="{F99F8FFF-BA20-43EA-924B-4DF5D2A785F3}" dt="2026-09-11T14:38:07.671" v="612" actId="20577"/>
          <ac:spMkLst>
            <pc:docMk/>
            <pc:sldMk cId="89130761" sldId="358"/>
            <ac:spMk id="2" creationId="{A7EFC6B4-9EA8-F2AB-6D4F-8811FF28EBD2}"/>
          </ac:spMkLst>
        </pc:spChg>
        <pc:spChg chg="mod">
          <ac:chgData name="Weifeng Xu" userId="e7aed605-a3dd-4d5a-a692-a87037af107b" providerId="ADAL" clId="{F99F8FFF-BA20-43EA-924B-4DF5D2A785F3}" dt="2026-09-11T14:38:16.540" v="614" actId="5793"/>
          <ac:spMkLst>
            <pc:docMk/>
            <pc:sldMk cId="89130761" sldId="358"/>
            <ac:spMk id="3" creationId="{E2FE3308-3F1E-7F72-CC19-E36C4213DA2E}"/>
          </ac:spMkLst>
        </pc:spChg>
      </pc:sldChg>
      <pc:sldChg chg="new del">
        <pc:chgData name="Weifeng Xu" userId="e7aed605-a3dd-4d5a-a692-a87037af107b" providerId="ADAL" clId="{F99F8FFF-BA20-43EA-924B-4DF5D2A785F3}" dt="2026-09-11T13:43:13.403" v="432" actId="47"/>
        <pc:sldMkLst>
          <pc:docMk/>
          <pc:sldMk cId="1395349853" sldId="358"/>
        </pc:sldMkLst>
      </pc:sldChg>
      <pc:sldChg chg="addSp delSp modSp new mod modClrScheme chgLayout">
        <pc:chgData name="Weifeng Xu" userId="e7aed605-a3dd-4d5a-a692-a87037af107b" providerId="ADAL" clId="{F99F8FFF-BA20-43EA-924B-4DF5D2A785F3}" dt="2026-09-11T19:51:04.780" v="1447" actId="6549"/>
        <pc:sldMkLst>
          <pc:docMk/>
          <pc:sldMk cId="2028758106" sldId="359"/>
        </pc:sldMkLst>
        <pc:spChg chg="del mod ord">
          <ac:chgData name="Weifeng Xu" userId="e7aed605-a3dd-4d5a-a692-a87037af107b" providerId="ADAL" clId="{F99F8FFF-BA20-43EA-924B-4DF5D2A785F3}" dt="2026-09-11T15:09:45.021" v="696" actId="700"/>
          <ac:spMkLst>
            <pc:docMk/>
            <pc:sldMk cId="2028758106" sldId="359"/>
            <ac:spMk id="2" creationId="{A6723EE9-1C8A-8C76-7BA9-37993F261231}"/>
          </ac:spMkLst>
        </pc:spChg>
        <pc:spChg chg="del">
          <ac:chgData name="Weifeng Xu" userId="e7aed605-a3dd-4d5a-a692-a87037af107b" providerId="ADAL" clId="{F99F8FFF-BA20-43EA-924B-4DF5D2A785F3}" dt="2026-09-11T15:09:45.021" v="696" actId="700"/>
          <ac:spMkLst>
            <pc:docMk/>
            <pc:sldMk cId="2028758106" sldId="359"/>
            <ac:spMk id="3" creationId="{E5F1A6BC-5358-4AEF-4695-5230A56AAAA6}"/>
          </ac:spMkLst>
        </pc:spChg>
        <pc:spChg chg="add mod ord">
          <ac:chgData name="Weifeng Xu" userId="e7aed605-a3dd-4d5a-a692-a87037af107b" providerId="ADAL" clId="{F99F8FFF-BA20-43EA-924B-4DF5D2A785F3}" dt="2026-09-11T19:36:01.576" v="1330" actId="700"/>
          <ac:spMkLst>
            <pc:docMk/>
            <pc:sldMk cId="2028758106" sldId="359"/>
            <ac:spMk id="4" creationId="{1CBB8B2E-700C-7BB2-7CCD-263559939E54}"/>
          </ac:spMkLst>
        </pc:spChg>
        <pc:spChg chg="add del">
          <ac:chgData name="Weifeng Xu" userId="e7aed605-a3dd-4d5a-a692-a87037af107b" providerId="ADAL" clId="{F99F8FFF-BA20-43EA-924B-4DF5D2A785F3}" dt="2026-09-11T15:11:14.558" v="739" actId="22"/>
          <ac:spMkLst>
            <pc:docMk/>
            <pc:sldMk cId="2028758106" sldId="359"/>
            <ac:spMk id="6" creationId="{F6A41144-3946-1275-D424-35C969F96018}"/>
          </ac:spMkLst>
        </pc:spChg>
        <pc:spChg chg="add del">
          <ac:chgData name="Weifeng Xu" userId="e7aed605-a3dd-4d5a-a692-a87037af107b" providerId="ADAL" clId="{F99F8FFF-BA20-43EA-924B-4DF5D2A785F3}" dt="2026-09-11T15:11:14.558" v="739" actId="22"/>
          <ac:spMkLst>
            <pc:docMk/>
            <pc:sldMk cId="2028758106" sldId="359"/>
            <ac:spMk id="8" creationId="{4D8DEA26-2963-A174-D6A0-2306D4EA9680}"/>
          </ac:spMkLst>
        </pc:spChg>
        <pc:spChg chg="add del">
          <ac:chgData name="Weifeng Xu" userId="e7aed605-a3dd-4d5a-a692-a87037af107b" providerId="ADAL" clId="{F99F8FFF-BA20-43EA-924B-4DF5D2A785F3}" dt="2026-09-11T15:11:14.558" v="739" actId="22"/>
          <ac:spMkLst>
            <pc:docMk/>
            <pc:sldMk cId="2028758106" sldId="359"/>
            <ac:spMk id="10" creationId="{45547BB1-1959-6C64-16DB-37D3273F0C42}"/>
          </ac:spMkLst>
        </pc:spChg>
        <pc:spChg chg="add del">
          <ac:chgData name="Weifeng Xu" userId="e7aed605-a3dd-4d5a-a692-a87037af107b" providerId="ADAL" clId="{F99F8FFF-BA20-43EA-924B-4DF5D2A785F3}" dt="2026-09-11T15:11:14.558" v="739" actId="22"/>
          <ac:spMkLst>
            <pc:docMk/>
            <pc:sldMk cId="2028758106" sldId="359"/>
            <ac:spMk id="12" creationId="{E4A73D49-B89E-A5AA-B2A1-422CE365909F}"/>
          </ac:spMkLst>
        </pc:spChg>
        <pc:spChg chg="add del">
          <ac:chgData name="Weifeng Xu" userId="e7aed605-a3dd-4d5a-a692-a87037af107b" providerId="ADAL" clId="{F99F8FFF-BA20-43EA-924B-4DF5D2A785F3}" dt="2026-09-11T15:11:14.558" v="739" actId="22"/>
          <ac:spMkLst>
            <pc:docMk/>
            <pc:sldMk cId="2028758106" sldId="359"/>
            <ac:spMk id="14" creationId="{7425B043-7ADD-2103-5D49-7FC2D744D631}"/>
          </ac:spMkLst>
        </pc:spChg>
        <pc:spChg chg="add del">
          <ac:chgData name="Weifeng Xu" userId="e7aed605-a3dd-4d5a-a692-a87037af107b" providerId="ADAL" clId="{F99F8FFF-BA20-43EA-924B-4DF5D2A785F3}" dt="2026-09-11T15:11:14.558" v="739" actId="22"/>
          <ac:spMkLst>
            <pc:docMk/>
            <pc:sldMk cId="2028758106" sldId="359"/>
            <ac:spMk id="16" creationId="{BE6B0A48-647E-2722-BE4B-4210CCB08034}"/>
          </ac:spMkLst>
        </pc:spChg>
        <pc:spChg chg="add del">
          <ac:chgData name="Weifeng Xu" userId="e7aed605-a3dd-4d5a-a692-a87037af107b" providerId="ADAL" clId="{F99F8FFF-BA20-43EA-924B-4DF5D2A785F3}" dt="2026-09-11T15:11:14.558" v="739" actId="22"/>
          <ac:spMkLst>
            <pc:docMk/>
            <pc:sldMk cId="2028758106" sldId="359"/>
            <ac:spMk id="18" creationId="{CE7C1E28-2A52-C05C-62DF-7515B7292487}"/>
          </ac:spMkLst>
        </pc:spChg>
        <pc:spChg chg="add del">
          <ac:chgData name="Weifeng Xu" userId="e7aed605-a3dd-4d5a-a692-a87037af107b" providerId="ADAL" clId="{F99F8FFF-BA20-43EA-924B-4DF5D2A785F3}" dt="2026-09-11T15:11:14.558" v="739" actId="22"/>
          <ac:spMkLst>
            <pc:docMk/>
            <pc:sldMk cId="2028758106" sldId="359"/>
            <ac:spMk id="20" creationId="{68159D6E-0F95-5A59-B2F7-C825B2E1A7DC}"/>
          </ac:spMkLst>
        </pc:spChg>
        <pc:spChg chg="add del">
          <ac:chgData name="Weifeng Xu" userId="e7aed605-a3dd-4d5a-a692-a87037af107b" providerId="ADAL" clId="{F99F8FFF-BA20-43EA-924B-4DF5D2A785F3}" dt="2026-09-11T15:11:14.558" v="739" actId="22"/>
          <ac:spMkLst>
            <pc:docMk/>
            <pc:sldMk cId="2028758106" sldId="359"/>
            <ac:spMk id="22" creationId="{B19D642A-FE56-F71B-997F-197BCE3301BB}"/>
          </ac:spMkLst>
        </pc:spChg>
        <pc:spChg chg="add del mod">
          <ac:chgData name="Weifeng Xu" userId="e7aed605-a3dd-4d5a-a692-a87037af107b" providerId="ADAL" clId="{F99F8FFF-BA20-43EA-924B-4DF5D2A785F3}" dt="2026-09-11T15:11:27.161" v="743" actId="22"/>
          <ac:spMkLst>
            <pc:docMk/>
            <pc:sldMk cId="2028758106" sldId="359"/>
            <ac:spMk id="24" creationId="{87A1D399-76EC-50FD-FBFE-470897EE4CAB}"/>
          </ac:spMkLst>
        </pc:spChg>
        <pc:spChg chg="add del mod">
          <ac:chgData name="Weifeng Xu" userId="e7aed605-a3dd-4d5a-a692-a87037af107b" providerId="ADAL" clId="{F99F8FFF-BA20-43EA-924B-4DF5D2A785F3}" dt="2026-09-11T15:11:27.161" v="743" actId="22"/>
          <ac:spMkLst>
            <pc:docMk/>
            <pc:sldMk cId="2028758106" sldId="359"/>
            <ac:spMk id="26" creationId="{3C6D24A7-6C30-40DE-A09E-6C27E6F8FFA9}"/>
          </ac:spMkLst>
        </pc:spChg>
        <pc:spChg chg="add del mod">
          <ac:chgData name="Weifeng Xu" userId="e7aed605-a3dd-4d5a-a692-a87037af107b" providerId="ADAL" clId="{F99F8FFF-BA20-43EA-924B-4DF5D2A785F3}" dt="2026-09-11T15:11:27.161" v="743" actId="22"/>
          <ac:spMkLst>
            <pc:docMk/>
            <pc:sldMk cId="2028758106" sldId="359"/>
            <ac:spMk id="28" creationId="{5936EB87-65D1-8CBA-1BFC-C9C7A4742F6E}"/>
          </ac:spMkLst>
        </pc:spChg>
        <pc:spChg chg="add del mod">
          <ac:chgData name="Weifeng Xu" userId="e7aed605-a3dd-4d5a-a692-a87037af107b" providerId="ADAL" clId="{F99F8FFF-BA20-43EA-924B-4DF5D2A785F3}" dt="2026-09-11T15:11:27.161" v="743" actId="22"/>
          <ac:spMkLst>
            <pc:docMk/>
            <pc:sldMk cId="2028758106" sldId="359"/>
            <ac:spMk id="30" creationId="{B60B2559-E58A-87AF-EF91-5BE88C4F6389}"/>
          </ac:spMkLst>
        </pc:spChg>
        <pc:spChg chg="add del mod">
          <ac:chgData name="Weifeng Xu" userId="e7aed605-a3dd-4d5a-a692-a87037af107b" providerId="ADAL" clId="{F99F8FFF-BA20-43EA-924B-4DF5D2A785F3}" dt="2026-09-11T15:11:27.161" v="743" actId="22"/>
          <ac:spMkLst>
            <pc:docMk/>
            <pc:sldMk cId="2028758106" sldId="359"/>
            <ac:spMk id="32" creationId="{0DEC7314-5AD4-03E9-800B-E615F9651CFD}"/>
          </ac:spMkLst>
        </pc:spChg>
        <pc:spChg chg="add del mod">
          <ac:chgData name="Weifeng Xu" userId="e7aed605-a3dd-4d5a-a692-a87037af107b" providerId="ADAL" clId="{F99F8FFF-BA20-43EA-924B-4DF5D2A785F3}" dt="2026-09-11T15:11:27.161" v="743" actId="22"/>
          <ac:spMkLst>
            <pc:docMk/>
            <pc:sldMk cId="2028758106" sldId="359"/>
            <ac:spMk id="34" creationId="{E3604B2D-D1B7-5777-7962-B6880BB75B15}"/>
          </ac:spMkLst>
        </pc:spChg>
        <pc:spChg chg="add del mod">
          <ac:chgData name="Weifeng Xu" userId="e7aed605-a3dd-4d5a-a692-a87037af107b" providerId="ADAL" clId="{F99F8FFF-BA20-43EA-924B-4DF5D2A785F3}" dt="2026-09-11T15:11:27.161" v="743" actId="22"/>
          <ac:spMkLst>
            <pc:docMk/>
            <pc:sldMk cId="2028758106" sldId="359"/>
            <ac:spMk id="36" creationId="{E9C83F12-D047-1A28-FC57-F5407173D74E}"/>
          </ac:spMkLst>
        </pc:spChg>
        <pc:spChg chg="add del mod">
          <ac:chgData name="Weifeng Xu" userId="e7aed605-a3dd-4d5a-a692-a87037af107b" providerId="ADAL" clId="{F99F8FFF-BA20-43EA-924B-4DF5D2A785F3}" dt="2026-09-11T15:11:27.161" v="743" actId="22"/>
          <ac:spMkLst>
            <pc:docMk/>
            <pc:sldMk cId="2028758106" sldId="359"/>
            <ac:spMk id="38" creationId="{508EFC2C-F295-D42C-2CEC-FA37B298C00C}"/>
          </ac:spMkLst>
        </pc:spChg>
        <pc:spChg chg="add del mod">
          <ac:chgData name="Weifeng Xu" userId="e7aed605-a3dd-4d5a-a692-a87037af107b" providerId="ADAL" clId="{F99F8FFF-BA20-43EA-924B-4DF5D2A785F3}" dt="2026-09-11T15:11:27.161" v="743" actId="22"/>
          <ac:spMkLst>
            <pc:docMk/>
            <pc:sldMk cId="2028758106" sldId="359"/>
            <ac:spMk id="40" creationId="{3F73D2F3-1AAA-0FA2-2C4E-B15A777F87B4}"/>
          </ac:spMkLst>
        </pc:spChg>
        <pc:spChg chg="add del mod">
          <ac:chgData name="Weifeng Xu" userId="e7aed605-a3dd-4d5a-a692-a87037af107b" providerId="ADAL" clId="{F99F8FFF-BA20-43EA-924B-4DF5D2A785F3}" dt="2026-09-11T19:35:47.861" v="1325" actId="478"/>
          <ac:spMkLst>
            <pc:docMk/>
            <pc:sldMk cId="2028758106" sldId="359"/>
            <ac:spMk id="42" creationId="{CA476BDE-AD7E-86DE-1BA8-E67F614C52E6}"/>
          </ac:spMkLst>
        </pc:spChg>
        <pc:spChg chg="add del mod">
          <ac:chgData name="Weifeng Xu" userId="e7aed605-a3dd-4d5a-a692-a87037af107b" providerId="ADAL" clId="{F99F8FFF-BA20-43EA-924B-4DF5D2A785F3}" dt="2026-09-11T19:35:56.632" v="1329" actId="478"/>
          <ac:spMkLst>
            <pc:docMk/>
            <pc:sldMk cId="2028758106" sldId="359"/>
            <ac:spMk id="44" creationId="{C4112485-9E3B-880E-BD53-333689044DC7}"/>
          </ac:spMkLst>
        </pc:spChg>
        <pc:spChg chg="add del mod">
          <ac:chgData name="Weifeng Xu" userId="e7aed605-a3dd-4d5a-a692-a87037af107b" providerId="ADAL" clId="{F99F8FFF-BA20-43EA-924B-4DF5D2A785F3}" dt="2026-09-11T19:35:47.861" v="1325" actId="478"/>
          <ac:spMkLst>
            <pc:docMk/>
            <pc:sldMk cId="2028758106" sldId="359"/>
            <ac:spMk id="46" creationId="{458EF890-B8F2-01BA-7C6A-F213E7E5D20B}"/>
          </ac:spMkLst>
        </pc:spChg>
        <pc:spChg chg="add del mod">
          <ac:chgData name="Weifeng Xu" userId="e7aed605-a3dd-4d5a-a692-a87037af107b" providerId="ADAL" clId="{F99F8FFF-BA20-43EA-924B-4DF5D2A785F3}" dt="2026-09-11T19:35:56.632" v="1329" actId="478"/>
          <ac:spMkLst>
            <pc:docMk/>
            <pc:sldMk cId="2028758106" sldId="359"/>
            <ac:spMk id="48" creationId="{9BCCC212-4237-C27D-0AB7-5432EA9A49C9}"/>
          </ac:spMkLst>
        </pc:spChg>
        <pc:spChg chg="add del mod">
          <ac:chgData name="Weifeng Xu" userId="e7aed605-a3dd-4d5a-a692-a87037af107b" providerId="ADAL" clId="{F99F8FFF-BA20-43EA-924B-4DF5D2A785F3}" dt="2026-09-11T19:35:47.861" v="1325" actId="478"/>
          <ac:spMkLst>
            <pc:docMk/>
            <pc:sldMk cId="2028758106" sldId="359"/>
            <ac:spMk id="50" creationId="{EC1E40D6-5A89-E7E9-2EB9-DDDD141C6474}"/>
          </ac:spMkLst>
        </pc:spChg>
        <pc:spChg chg="add del mod">
          <ac:chgData name="Weifeng Xu" userId="e7aed605-a3dd-4d5a-a692-a87037af107b" providerId="ADAL" clId="{F99F8FFF-BA20-43EA-924B-4DF5D2A785F3}" dt="2026-09-11T19:35:56.632" v="1329" actId="478"/>
          <ac:spMkLst>
            <pc:docMk/>
            <pc:sldMk cId="2028758106" sldId="359"/>
            <ac:spMk id="52" creationId="{3C2CF7DB-C163-71B9-311B-F8A395900D26}"/>
          </ac:spMkLst>
        </pc:spChg>
        <pc:spChg chg="add del mod">
          <ac:chgData name="Weifeng Xu" userId="e7aed605-a3dd-4d5a-a692-a87037af107b" providerId="ADAL" clId="{F99F8FFF-BA20-43EA-924B-4DF5D2A785F3}" dt="2026-09-11T19:35:47.861" v="1325" actId="478"/>
          <ac:spMkLst>
            <pc:docMk/>
            <pc:sldMk cId="2028758106" sldId="359"/>
            <ac:spMk id="54" creationId="{86F6D804-6E2D-A955-6CAF-1DD360BD8D7A}"/>
          </ac:spMkLst>
        </pc:spChg>
        <pc:spChg chg="add del mod">
          <ac:chgData name="Weifeng Xu" userId="e7aed605-a3dd-4d5a-a692-a87037af107b" providerId="ADAL" clId="{F99F8FFF-BA20-43EA-924B-4DF5D2A785F3}" dt="2026-09-11T19:35:56.632" v="1329" actId="478"/>
          <ac:spMkLst>
            <pc:docMk/>
            <pc:sldMk cId="2028758106" sldId="359"/>
            <ac:spMk id="56" creationId="{66528E2B-7C2A-E19C-B1FB-71DB0F215ABF}"/>
          </ac:spMkLst>
        </pc:spChg>
        <pc:spChg chg="add del mod">
          <ac:chgData name="Weifeng Xu" userId="e7aed605-a3dd-4d5a-a692-a87037af107b" providerId="ADAL" clId="{F99F8FFF-BA20-43EA-924B-4DF5D2A785F3}" dt="2026-09-11T19:35:52.280" v="1328"/>
          <ac:spMkLst>
            <pc:docMk/>
            <pc:sldMk cId="2028758106" sldId="359"/>
            <ac:spMk id="57" creationId="{1B427EDD-A933-FBA9-4D0F-2CB52C7EC0D0}"/>
          </ac:spMkLst>
        </pc:spChg>
        <pc:spChg chg="add mod ord">
          <ac:chgData name="Weifeng Xu" userId="e7aed605-a3dd-4d5a-a692-a87037af107b" providerId="ADAL" clId="{F99F8FFF-BA20-43EA-924B-4DF5D2A785F3}" dt="2026-09-11T19:51:04.780" v="1447" actId="6549"/>
          <ac:spMkLst>
            <pc:docMk/>
            <pc:sldMk cId="2028758106" sldId="359"/>
            <ac:spMk id="58" creationId="{9C8397EA-54F6-4E66-4521-F07B7E77823E}"/>
          </ac:spMkLst>
        </pc:spChg>
      </pc:sldChg>
      <pc:sldChg chg="addSp delSp modSp new mod modClrScheme chgLayout">
        <pc:chgData name="Weifeng Xu" userId="e7aed605-a3dd-4d5a-a692-a87037af107b" providerId="ADAL" clId="{F99F8FFF-BA20-43EA-924B-4DF5D2A785F3}" dt="2026-09-11T19:52:11.920" v="1459" actId="20577"/>
        <pc:sldMkLst>
          <pc:docMk/>
          <pc:sldMk cId="3405998083" sldId="360"/>
        </pc:sldMkLst>
        <pc:spChg chg="del">
          <ac:chgData name="Weifeng Xu" userId="e7aed605-a3dd-4d5a-a692-a87037af107b" providerId="ADAL" clId="{F99F8FFF-BA20-43EA-924B-4DF5D2A785F3}" dt="2026-09-11T15:13:17.141" v="750" actId="700"/>
          <ac:spMkLst>
            <pc:docMk/>
            <pc:sldMk cId="3405998083" sldId="360"/>
            <ac:spMk id="2" creationId="{758DB665-748E-3A07-797B-4788E7C8CFC6}"/>
          </ac:spMkLst>
        </pc:spChg>
        <pc:spChg chg="add del mod">
          <ac:chgData name="Weifeng Xu" userId="e7aed605-a3dd-4d5a-a692-a87037af107b" providerId="ADAL" clId="{F99F8FFF-BA20-43EA-924B-4DF5D2A785F3}" dt="2026-09-11T15:17:40.699" v="791" actId="478"/>
          <ac:spMkLst>
            <pc:docMk/>
            <pc:sldMk cId="3405998083" sldId="360"/>
            <ac:spMk id="4" creationId="{D5CA150D-6404-8259-9B1D-1C7AF0C3C5C7}"/>
          </ac:spMkLst>
        </pc:spChg>
        <pc:spChg chg="add del mod">
          <ac:chgData name="Weifeng Xu" userId="e7aed605-a3dd-4d5a-a692-a87037af107b" providerId="ADAL" clId="{F99F8FFF-BA20-43EA-924B-4DF5D2A785F3}" dt="2026-09-11T15:17:43.049" v="792" actId="478"/>
          <ac:spMkLst>
            <pc:docMk/>
            <pc:sldMk cId="3405998083" sldId="360"/>
            <ac:spMk id="6" creationId="{04C44C65-0694-E70C-C950-6EDC0618F582}"/>
          </ac:spMkLst>
        </pc:spChg>
        <pc:spChg chg="add mod">
          <ac:chgData name="Weifeng Xu" userId="e7aed605-a3dd-4d5a-a692-a87037af107b" providerId="ADAL" clId="{F99F8FFF-BA20-43EA-924B-4DF5D2A785F3}" dt="2026-09-11T19:52:11.920" v="1459" actId="20577"/>
          <ac:spMkLst>
            <pc:docMk/>
            <pc:sldMk cId="3405998083" sldId="360"/>
            <ac:spMk id="7" creationId="{90CA0D48-106A-8C71-9A45-A4276C777B3A}"/>
          </ac:spMkLst>
        </pc:spChg>
        <pc:spChg chg="add mod">
          <ac:chgData name="Weifeng Xu" userId="e7aed605-a3dd-4d5a-a692-a87037af107b" providerId="ADAL" clId="{F99F8FFF-BA20-43EA-924B-4DF5D2A785F3}" dt="2026-09-11T15:18:31.946" v="801" actId="20577"/>
          <ac:spMkLst>
            <pc:docMk/>
            <pc:sldMk cId="3405998083" sldId="360"/>
            <ac:spMk id="8" creationId="{D892B3CF-B6F0-0ED8-348A-6466FD09D541}"/>
          </ac:spMkLst>
        </pc:spChg>
      </pc:sldChg>
      <pc:sldChg chg="addSp delSp modSp add mod modClrScheme chgLayout">
        <pc:chgData name="Weifeng Xu" userId="e7aed605-a3dd-4d5a-a692-a87037af107b" providerId="ADAL" clId="{F99F8FFF-BA20-43EA-924B-4DF5D2A785F3}" dt="2026-09-11T19:52:22.182" v="1463" actId="20577"/>
        <pc:sldMkLst>
          <pc:docMk/>
          <pc:sldMk cId="1105664806" sldId="361"/>
        </pc:sldMkLst>
        <pc:spChg chg="add del mod ord">
          <ac:chgData name="Weifeng Xu" userId="e7aed605-a3dd-4d5a-a692-a87037af107b" providerId="ADAL" clId="{F99F8FFF-BA20-43EA-924B-4DF5D2A785F3}" dt="2026-09-11T15:16:51.376" v="781" actId="700"/>
          <ac:spMkLst>
            <pc:docMk/>
            <pc:sldMk cId="1105664806" sldId="361"/>
            <ac:spMk id="2" creationId="{3449B0A8-714D-F0C5-00F3-FA220D8B4F47}"/>
          </ac:spMkLst>
        </pc:spChg>
        <pc:spChg chg="add del mod ord">
          <ac:chgData name="Weifeng Xu" userId="e7aed605-a3dd-4d5a-a692-a87037af107b" providerId="ADAL" clId="{F99F8FFF-BA20-43EA-924B-4DF5D2A785F3}" dt="2026-09-11T15:16:51.376" v="781" actId="700"/>
          <ac:spMkLst>
            <pc:docMk/>
            <pc:sldMk cId="1105664806" sldId="361"/>
            <ac:spMk id="3" creationId="{5DD9826A-CEA3-8094-30C2-446525A328E8}"/>
          </ac:spMkLst>
        </pc:spChg>
        <pc:spChg chg="del mod">
          <ac:chgData name="Weifeng Xu" userId="e7aed605-a3dd-4d5a-a692-a87037af107b" providerId="ADAL" clId="{F99F8FFF-BA20-43EA-924B-4DF5D2A785F3}" dt="2026-09-11T15:17:01.349" v="782" actId="478"/>
          <ac:spMkLst>
            <pc:docMk/>
            <pc:sldMk cId="1105664806" sldId="361"/>
            <ac:spMk id="4" creationId="{9A618D3C-BB03-DFC4-E86D-14136258AE25}"/>
          </ac:spMkLst>
        </pc:spChg>
        <pc:spChg chg="add mod">
          <ac:chgData name="Weifeng Xu" userId="e7aed605-a3dd-4d5a-a692-a87037af107b" providerId="ADAL" clId="{F99F8FFF-BA20-43EA-924B-4DF5D2A785F3}" dt="2026-09-11T19:52:22.182" v="1463" actId="20577"/>
          <ac:spMkLst>
            <pc:docMk/>
            <pc:sldMk cId="1105664806" sldId="361"/>
            <ac:spMk id="5" creationId="{382FD5E2-D39A-DB7A-1CBF-7F7E5115A8C3}"/>
          </ac:spMkLst>
        </pc:spChg>
        <pc:spChg chg="del mod">
          <ac:chgData name="Weifeng Xu" userId="e7aed605-a3dd-4d5a-a692-a87037af107b" providerId="ADAL" clId="{F99F8FFF-BA20-43EA-924B-4DF5D2A785F3}" dt="2026-09-11T15:17:01.349" v="782" actId="478"/>
          <ac:spMkLst>
            <pc:docMk/>
            <pc:sldMk cId="1105664806" sldId="361"/>
            <ac:spMk id="6" creationId="{99ED0800-51F1-FBF8-3A9F-2C9079313C88}"/>
          </ac:spMkLst>
        </pc:spChg>
        <pc:spChg chg="add mod">
          <ac:chgData name="Weifeng Xu" userId="e7aed605-a3dd-4d5a-a692-a87037af107b" providerId="ADAL" clId="{F99F8FFF-BA20-43EA-924B-4DF5D2A785F3}" dt="2026-09-11T15:17:25.232" v="789"/>
          <ac:spMkLst>
            <pc:docMk/>
            <pc:sldMk cId="1105664806" sldId="361"/>
            <ac:spMk id="7" creationId="{3848AEB1-1600-65A8-CB81-D1DC7032F074}"/>
          </ac:spMkLst>
        </pc:spChg>
      </pc:sldChg>
      <pc:sldChg chg="modSp add mod">
        <pc:chgData name="Weifeng Xu" userId="e7aed605-a3dd-4d5a-a692-a87037af107b" providerId="ADAL" clId="{F99F8FFF-BA20-43EA-924B-4DF5D2A785F3}" dt="2026-09-11T19:52:43.775" v="1472" actId="20577"/>
        <pc:sldMkLst>
          <pc:docMk/>
          <pc:sldMk cId="4283878851" sldId="362"/>
        </pc:sldMkLst>
        <pc:spChg chg="mod">
          <ac:chgData name="Weifeng Xu" userId="e7aed605-a3dd-4d5a-a692-a87037af107b" providerId="ADAL" clId="{F99F8FFF-BA20-43EA-924B-4DF5D2A785F3}" dt="2026-09-11T19:52:43.775" v="1472" actId="20577"/>
          <ac:spMkLst>
            <pc:docMk/>
            <pc:sldMk cId="4283878851" sldId="362"/>
            <ac:spMk id="5" creationId="{9356248E-E60E-C12E-F563-D2912A5B70E4}"/>
          </ac:spMkLst>
        </pc:spChg>
        <pc:spChg chg="mod">
          <ac:chgData name="Weifeng Xu" userId="e7aed605-a3dd-4d5a-a692-a87037af107b" providerId="ADAL" clId="{F99F8FFF-BA20-43EA-924B-4DF5D2A785F3}" dt="2026-09-11T15:52:36.716" v="1070" actId="20577"/>
          <ac:spMkLst>
            <pc:docMk/>
            <pc:sldMk cId="4283878851" sldId="362"/>
            <ac:spMk id="7" creationId="{CB74672A-EDBE-FB6F-3ACA-9449AC998C0B}"/>
          </ac:spMkLst>
        </pc:spChg>
      </pc:sldChg>
      <pc:sldChg chg="addSp modSp new mod">
        <pc:chgData name="Weifeng Xu" userId="e7aed605-a3dd-4d5a-a692-a87037af107b" providerId="ADAL" clId="{F99F8FFF-BA20-43EA-924B-4DF5D2A785F3}" dt="2026-09-11T20:57:32.333" v="1696" actId="108"/>
        <pc:sldMkLst>
          <pc:docMk/>
          <pc:sldMk cId="1605753052" sldId="363"/>
        </pc:sldMkLst>
        <pc:spChg chg="mod">
          <ac:chgData name="Weifeng Xu" userId="e7aed605-a3dd-4d5a-a692-a87037af107b" providerId="ADAL" clId="{F99F8FFF-BA20-43EA-924B-4DF5D2A785F3}" dt="2026-09-11T20:57:32.333" v="1696" actId="108"/>
          <ac:spMkLst>
            <pc:docMk/>
            <pc:sldMk cId="1605753052" sldId="363"/>
            <ac:spMk id="2" creationId="{E194A38F-2728-6081-C2B3-30B82CE51FDF}"/>
          </ac:spMkLst>
        </pc:spChg>
        <pc:spChg chg="add mod">
          <ac:chgData name="Weifeng Xu" userId="e7aed605-a3dd-4d5a-a692-a87037af107b" providerId="ADAL" clId="{F99F8FFF-BA20-43EA-924B-4DF5D2A785F3}" dt="2026-09-11T19:33:21.510" v="1315" actId="1076"/>
          <ac:spMkLst>
            <pc:docMk/>
            <pc:sldMk cId="1605753052" sldId="363"/>
            <ac:spMk id="4" creationId="{9144F254-E067-EC37-5BF4-D96B4A296C48}"/>
          </ac:spMkLst>
        </pc:spChg>
        <pc:spChg chg="add mod">
          <ac:chgData name="Weifeng Xu" userId="e7aed605-a3dd-4d5a-a692-a87037af107b" providerId="ADAL" clId="{F99F8FFF-BA20-43EA-924B-4DF5D2A785F3}" dt="2026-09-11T19:33:21.510" v="1315" actId="1076"/>
          <ac:spMkLst>
            <pc:docMk/>
            <pc:sldMk cId="1605753052" sldId="363"/>
            <ac:spMk id="6" creationId="{C1B5B00E-B9AF-F618-54B2-9E6F1165686E}"/>
          </ac:spMkLst>
        </pc:spChg>
        <pc:spChg chg="add mod">
          <ac:chgData name="Weifeng Xu" userId="e7aed605-a3dd-4d5a-a692-a87037af107b" providerId="ADAL" clId="{F99F8FFF-BA20-43EA-924B-4DF5D2A785F3}" dt="2026-09-11T19:33:21.510" v="1315" actId="1076"/>
          <ac:spMkLst>
            <pc:docMk/>
            <pc:sldMk cId="1605753052" sldId="363"/>
            <ac:spMk id="8" creationId="{68120756-BD19-8416-5A90-C67CADDE9739}"/>
          </ac:spMkLst>
        </pc:spChg>
        <pc:spChg chg="add mod">
          <ac:chgData name="Weifeng Xu" userId="e7aed605-a3dd-4d5a-a692-a87037af107b" providerId="ADAL" clId="{F99F8FFF-BA20-43EA-924B-4DF5D2A785F3}" dt="2026-09-11T19:33:21.510" v="1315" actId="1076"/>
          <ac:spMkLst>
            <pc:docMk/>
            <pc:sldMk cId="1605753052" sldId="363"/>
            <ac:spMk id="10" creationId="{554AFD18-745A-62BE-C6FB-23F8D4743398}"/>
          </ac:spMkLst>
        </pc:spChg>
        <pc:spChg chg="add mod">
          <ac:chgData name="Weifeng Xu" userId="e7aed605-a3dd-4d5a-a692-a87037af107b" providerId="ADAL" clId="{F99F8FFF-BA20-43EA-924B-4DF5D2A785F3}" dt="2026-09-11T19:33:21.510" v="1315" actId="1076"/>
          <ac:spMkLst>
            <pc:docMk/>
            <pc:sldMk cId="1605753052" sldId="363"/>
            <ac:spMk id="12" creationId="{394E1E95-7295-99CB-CC3A-F504CC642A72}"/>
          </ac:spMkLst>
        </pc:spChg>
        <pc:spChg chg="add mod">
          <ac:chgData name="Weifeng Xu" userId="e7aed605-a3dd-4d5a-a692-a87037af107b" providerId="ADAL" clId="{F99F8FFF-BA20-43EA-924B-4DF5D2A785F3}" dt="2026-09-11T19:33:21.510" v="1315" actId="1076"/>
          <ac:spMkLst>
            <pc:docMk/>
            <pc:sldMk cId="1605753052" sldId="363"/>
            <ac:spMk id="14" creationId="{6DBDCCD5-D280-E52D-B870-F31C4064B3E1}"/>
          </ac:spMkLst>
        </pc:spChg>
        <pc:spChg chg="add mod">
          <ac:chgData name="Weifeng Xu" userId="e7aed605-a3dd-4d5a-a692-a87037af107b" providerId="ADAL" clId="{F99F8FFF-BA20-43EA-924B-4DF5D2A785F3}" dt="2026-09-11T19:33:21.510" v="1315" actId="1076"/>
          <ac:spMkLst>
            <pc:docMk/>
            <pc:sldMk cId="1605753052" sldId="363"/>
            <ac:spMk id="16" creationId="{1639C912-8CDA-F469-8C5F-6D312D5AE57F}"/>
          </ac:spMkLst>
        </pc:spChg>
        <pc:spChg chg="add mod">
          <ac:chgData name="Weifeng Xu" userId="e7aed605-a3dd-4d5a-a692-a87037af107b" providerId="ADAL" clId="{F99F8FFF-BA20-43EA-924B-4DF5D2A785F3}" dt="2026-09-11T19:33:21.510" v="1315" actId="1076"/>
          <ac:spMkLst>
            <pc:docMk/>
            <pc:sldMk cId="1605753052" sldId="363"/>
            <ac:spMk id="18" creationId="{C82E2823-E2E1-2420-DA1F-4C808F4D1028}"/>
          </ac:spMkLst>
        </pc:spChg>
        <pc:spChg chg="add mod">
          <ac:chgData name="Weifeng Xu" userId="e7aed605-a3dd-4d5a-a692-a87037af107b" providerId="ADAL" clId="{F99F8FFF-BA20-43EA-924B-4DF5D2A785F3}" dt="2026-09-11T19:33:26.472" v="1316" actId="1076"/>
          <ac:spMkLst>
            <pc:docMk/>
            <pc:sldMk cId="1605753052" sldId="363"/>
            <ac:spMk id="20" creationId="{83254E19-B0FA-CAA7-D491-788274794B53}"/>
          </ac:spMkLst>
        </pc:spChg>
      </pc:sldChg>
      <pc:sldChg chg="addSp delSp modSp add mod">
        <pc:chgData name="Weifeng Xu" userId="e7aed605-a3dd-4d5a-a692-a87037af107b" providerId="ADAL" clId="{F99F8FFF-BA20-43EA-924B-4DF5D2A785F3}" dt="2026-09-11T20:58:02.261" v="1701" actId="20577"/>
        <pc:sldMkLst>
          <pc:docMk/>
          <pc:sldMk cId="2740863240" sldId="364"/>
        </pc:sldMkLst>
        <pc:spChg chg="add">
          <ac:chgData name="Weifeng Xu" userId="e7aed605-a3dd-4d5a-a692-a87037af107b" providerId="ADAL" clId="{F99F8FFF-BA20-43EA-924B-4DF5D2A785F3}" dt="2026-09-11T19:47:18.048" v="1407" actId="22"/>
          <ac:spMkLst>
            <pc:docMk/>
            <pc:sldMk cId="2740863240" sldId="364"/>
            <ac:spMk id="3" creationId="{5CF40B81-FE6A-662E-9FAF-3B63C01D9C44}"/>
          </ac:spMkLst>
        </pc:spChg>
        <pc:spChg chg="mod">
          <ac:chgData name="Weifeng Xu" userId="e7aed605-a3dd-4d5a-a692-a87037af107b" providerId="ADAL" clId="{F99F8FFF-BA20-43EA-924B-4DF5D2A785F3}" dt="2026-09-11T20:58:02.261" v="1701" actId="20577"/>
          <ac:spMkLst>
            <pc:docMk/>
            <pc:sldMk cId="2740863240" sldId="364"/>
            <ac:spMk id="4" creationId="{53E28C97-AF2D-4FB3-91D6-80875540A10A}"/>
          </ac:spMkLst>
        </pc:spChg>
        <pc:spChg chg="del">
          <ac:chgData name="Weifeng Xu" userId="e7aed605-a3dd-4d5a-a692-a87037af107b" providerId="ADAL" clId="{F99F8FFF-BA20-43EA-924B-4DF5D2A785F3}" dt="2026-09-11T19:42:47.998" v="1404" actId="478"/>
          <ac:spMkLst>
            <pc:docMk/>
            <pc:sldMk cId="2740863240" sldId="364"/>
            <ac:spMk id="54" creationId="{92B81768-1156-5D40-F8F8-1E74AACAEDA9}"/>
          </ac:spMkLst>
        </pc:spChg>
        <pc:spChg chg="del">
          <ac:chgData name="Weifeng Xu" userId="e7aed605-a3dd-4d5a-a692-a87037af107b" providerId="ADAL" clId="{F99F8FFF-BA20-43EA-924B-4DF5D2A785F3}" dt="2026-09-11T19:42:51.222" v="1405" actId="478"/>
          <ac:spMkLst>
            <pc:docMk/>
            <pc:sldMk cId="2740863240" sldId="364"/>
            <ac:spMk id="56" creationId="{BCF09650-E118-C96F-9F06-9EE16931FC7A}"/>
          </ac:spMkLst>
        </pc:spChg>
      </pc:sldChg>
      <pc:sldChg chg="addSp delSp modSp new mod modClrScheme chgLayout">
        <pc:chgData name="Weifeng Xu" userId="e7aed605-a3dd-4d5a-a692-a87037af107b" providerId="ADAL" clId="{F99F8FFF-BA20-43EA-924B-4DF5D2A785F3}" dt="2026-09-11T20:47:43.146" v="1655" actId="22"/>
        <pc:sldMkLst>
          <pc:docMk/>
          <pc:sldMk cId="3834868108" sldId="365"/>
        </pc:sldMkLst>
        <pc:spChg chg="del">
          <ac:chgData name="Weifeng Xu" userId="e7aed605-a3dd-4d5a-a692-a87037af107b" providerId="ADAL" clId="{F99F8FFF-BA20-43EA-924B-4DF5D2A785F3}" dt="2026-09-11T20:33:52.287" v="1620" actId="700"/>
          <ac:spMkLst>
            <pc:docMk/>
            <pc:sldMk cId="3834868108" sldId="365"/>
            <ac:spMk id="2" creationId="{7F87F64E-D91D-4109-F8EE-9C410334A2EA}"/>
          </ac:spMkLst>
        </pc:spChg>
        <pc:picChg chg="add del mod">
          <ac:chgData name="Weifeng Xu" userId="e7aed605-a3dd-4d5a-a692-a87037af107b" providerId="ADAL" clId="{F99F8FFF-BA20-43EA-924B-4DF5D2A785F3}" dt="2026-09-11T20:47:12.654" v="1651" actId="478"/>
          <ac:picMkLst>
            <pc:docMk/>
            <pc:sldMk cId="3834868108" sldId="365"/>
            <ac:picMk id="4" creationId="{BFB83492-EA54-99E2-A532-98B72AEA1057}"/>
          </ac:picMkLst>
        </pc:picChg>
        <pc:picChg chg="add del mod">
          <ac:chgData name="Weifeng Xu" userId="e7aed605-a3dd-4d5a-a692-a87037af107b" providerId="ADAL" clId="{F99F8FFF-BA20-43EA-924B-4DF5D2A785F3}" dt="2026-09-11T20:47:39.464" v="1654" actId="478"/>
          <ac:picMkLst>
            <pc:docMk/>
            <pc:sldMk cId="3834868108" sldId="365"/>
            <ac:picMk id="6" creationId="{958F07A2-0AD5-ECD2-CEA8-FD27F5B8F267}"/>
          </ac:picMkLst>
        </pc:picChg>
        <pc:picChg chg="add">
          <ac:chgData name="Weifeng Xu" userId="e7aed605-a3dd-4d5a-a692-a87037af107b" providerId="ADAL" clId="{F99F8FFF-BA20-43EA-924B-4DF5D2A785F3}" dt="2026-09-11T20:47:43.146" v="1655" actId="22"/>
          <ac:picMkLst>
            <pc:docMk/>
            <pc:sldMk cId="3834868108" sldId="365"/>
            <ac:picMk id="8" creationId="{C6303694-8444-A72A-BDCF-88BA160998B6}"/>
          </ac:picMkLst>
        </pc:picChg>
      </pc:sldChg>
      <pc:sldChg chg="modSp new mod">
        <pc:chgData name="Weifeng Xu" userId="e7aed605-a3dd-4d5a-a692-a87037af107b" providerId="ADAL" clId="{F99F8FFF-BA20-43EA-924B-4DF5D2A785F3}" dt="2026-09-11T20:45:48.126" v="1650" actId="5793"/>
        <pc:sldMkLst>
          <pc:docMk/>
          <pc:sldMk cId="947084645" sldId="366"/>
        </pc:sldMkLst>
        <pc:spChg chg="mod">
          <ac:chgData name="Weifeng Xu" userId="e7aed605-a3dd-4d5a-a692-a87037af107b" providerId="ADAL" clId="{F99F8FFF-BA20-43EA-924B-4DF5D2A785F3}" dt="2026-09-11T20:42:06.228" v="1644"/>
          <ac:spMkLst>
            <pc:docMk/>
            <pc:sldMk cId="947084645" sldId="366"/>
            <ac:spMk id="2" creationId="{D1C40757-4AB2-C8BC-1A2B-E4949A5BDA72}"/>
          </ac:spMkLst>
        </pc:spChg>
        <pc:spChg chg="mod">
          <ac:chgData name="Weifeng Xu" userId="e7aed605-a3dd-4d5a-a692-a87037af107b" providerId="ADAL" clId="{F99F8FFF-BA20-43EA-924B-4DF5D2A785F3}" dt="2026-09-11T20:45:48.126" v="1650" actId="5793"/>
          <ac:spMkLst>
            <pc:docMk/>
            <pc:sldMk cId="947084645" sldId="366"/>
            <ac:spMk id="3" creationId="{B327B9ED-6A64-A852-0928-708383F9AC65}"/>
          </ac:spMkLst>
        </pc:spChg>
      </pc:sldChg>
      <pc:sldChg chg="addSp modSp new mod">
        <pc:chgData name="Weifeng Xu" userId="e7aed605-a3dd-4d5a-a692-a87037af107b" providerId="ADAL" clId="{F99F8FFF-BA20-43EA-924B-4DF5D2A785F3}" dt="2026-09-11T20:58:58.810" v="1704" actId="1076"/>
        <pc:sldMkLst>
          <pc:docMk/>
          <pc:sldMk cId="1061368612" sldId="367"/>
        </pc:sldMkLst>
        <pc:spChg chg="mod">
          <ac:chgData name="Weifeng Xu" userId="e7aed605-a3dd-4d5a-a692-a87037af107b" providerId="ADAL" clId="{F99F8FFF-BA20-43EA-924B-4DF5D2A785F3}" dt="2026-09-11T20:57:00.614" v="1694" actId="20577"/>
          <ac:spMkLst>
            <pc:docMk/>
            <pc:sldMk cId="1061368612" sldId="367"/>
            <ac:spMk id="2" creationId="{B3A393E5-1BA1-9FC1-C8DE-3C327EA54EB6}"/>
          </ac:spMkLst>
        </pc:spChg>
        <pc:spChg chg="add mod">
          <ac:chgData name="Weifeng Xu" userId="e7aed605-a3dd-4d5a-a692-a87037af107b" providerId="ADAL" clId="{F99F8FFF-BA20-43EA-924B-4DF5D2A785F3}" dt="2026-09-11T20:58:55.651" v="1703" actId="1076"/>
          <ac:spMkLst>
            <pc:docMk/>
            <pc:sldMk cId="1061368612" sldId="367"/>
            <ac:spMk id="4" creationId="{78F51157-D316-99E2-4289-CE494B43B810}"/>
          </ac:spMkLst>
        </pc:spChg>
        <pc:spChg chg="add mod">
          <ac:chgData name="Weifeng Xu" userId="e7aed605-a3dd-4d5a-a692-a87037af107b" providerId="ADAL" clId="{F99F8FFF-BA20-43EA-924B-4DF5D2A785F3}" dt="2026-09-11T20:58:55.651" v="1703" actId="1076"/>
          <ac:spMkLst>
            <pc:docMk/>
            <pc:sldMk cId="1061368612" sldId="367"/>
            <ac:spMk id="6" creationId="{803A2B42-3740-EE5E-71D4-141887CC5A3B}"/>
          </ac:spMkLst>
        </pc:spChg>
        <pc:spChg chg="add mod">
          <ac:chgData name="Weifeng Xu" userId="e7aed605-a3dd-4d5a-a692-a87037af107b" providerId="ADAL" clId="{F99F8FFF-BA20-43EA-924B-4DF5D2A785F3}" dt="2026-09-11T20:58:55.651" v="1703" actId="1076"/>
          <ac:spMkLst>
            <pc:docMk/>
            <pc:sldMk cId="1061368612" sldId="367"/>
            <ac:spMk id="8" creationId="{8072F4DC-598F-A509-80A9-484D83F3A933}"/>
          </ac:spMkLst>
        </pc:spChg>
        <pc:spChg chg="add mod">
          <ac:chgData name="Weifeng Xu" userId="e7aed605-a3dd-4d5a-a692-a87037af107b" providerId="ADAL" clId="{F99F8FFF-BA20-43EA-924B-4DF5D2A785F3}" dt="2026-09-11T20:58:55.651" v="1703" actId="1076"/>
          <ac:spMkLst>
            <pc:docMk/>
            <pc:sldMk cId="1061368612" sldId="367"/>
            <ac:spMk id="10" creationId="{E75D17EB-FC6B-C2BC-3DFB-B3FDF871C544}"/>
          </ac:spMkLst>
        </pc:spChg>
        <pc:spChg chg="add mod">
          <ac:chgData name="Weifeng Xu" userId="e7aed605-a3dd-4d5a-a692-a87037af107b" providerId="ADAL" clId="{F99F8FFF-BA20-43EA-924B-4DF5D2A785F3}" dt="2026-09-11T20:58:55.651" v="1703" actId="1076"/>
          <ac:spMkLst>
            <pc:docMk/>
            <pc:sldMk cId="1061368612" sldId="367"/>
            <ac:spMk id="12" creationId="{4BA3BC43-1DFE-FE32-3D91-FA8ACFA4986E}"/>
          </ac:spMkLst>
        </pc:spChg>
        <pc:spChg chg="add mod">
          <ac:chgData name="Weifeng Xu" userId="e7aed605-a3dd-4d5a-a692-a87037af107b" providerId="ADAL" clId="{F99F8FFF-BA20-43EA-924B-4DF5D2A785F3}" dt="2026-09-11T20:58:55.651" v="1703" actId="1076"/>
          <ac:spMkLst>
            <pc:docMk/>
            <pc:sldMk cId="1061368612" sldId="367"/>
            <ac:spMk id="14" creationId="{7FB71204-63F0-3840-A33F-4A8C7A17C252}"/>
          </ac:spMkLst>
        </pc:spChg>
        <pc:spChg chg="add mod">
          <ac:chgData name="Weifeng Xu" userId="e7aed605-a3dd-4d5a-a692-a87037af107b" providerId="ADAL" clId="{F99F8FFF-BA20-43EA-924B-4DF5D2A785F3}" dt="2026-09-11T20:58:55.651" v="1703" actId="1076"/>
          <ac:spMkLst>
            <pc:docMk/>
            <pc:sldMk cId="1061368612" sldId="367"/>
            <ac:spMk id="16" creationId="{BBFD4937-9E1A-6B22-75CD-46B1481C8944}"/>
          </ac:spMkLst>
        </pc:spChg>
        <pc:spChg chg="add mod">
          <ac:chgData name="Weifeng Xu" userId="e7aed605-a3dd-4d5a-a692-a87037af107b" providerId="ADAL" clId="{F99F8FFF-BA20-43EA-924B-4DF5D2A785F3}" dt="2026-09-11T20:58:55.651" v="1703" actId="1076"/>
          <ac:spMkLst>
            <pc:docMk/>
            <pc:sldMk cId="1061368612" sldId="367"/>
            <ac:spMk id="18" creationId="{F4AA2BB0-4771-8F31-5DE4-F26D57DB19A5}"/>
          </ac:spMkLst>
        </pc:spChg>
        <pc:spChg chg="add mod">
          <ac:chgData name="Weifeng Xu" userId="e7aed605-a3dd-4d5a-a692-a87037af107b" providerId="ADAL" clId="{F99F8FFF-BA20-43EA-924B-4DF5D2A785F3}" dt="2026-09-11T20:58:58.810" v="1704" actId="1076"/>
          <ac:spMkLst>
            <pc:docMk/>
            <pc:sldMk cId="1061368612" sldId="367"/>
            <ac:spMk id="20" creationId="{DE7C0913-E5DC-F6A5-8E0A-DFBC659C539D}"/>
          </ac:spMkLst>
        </pc:spChg>
      </pc:sldChg>
      <pc:sldChg chg="addSp delSp modSp new mod modClrScheme chgLayout">
        <pc:chgData name="Weifeng Xu" userId="e7aed605-a3dd-4d5a-a692-a87037af107b" providerId="ADAL" clId="{F99F8FFF-BA20-43EA-924B-4DF5D2A785F3}" dt="2026-09-11T21:00:57.410" v="1712" actId="1076"/>
        <pc:sldMkLst>
          <pc:docMk/>
          <pc:sldMk cId="2172953971" sldId="368"/>
        </pc:sldMkLst>
        <pc:spChg chg="del mod ord">
          <ac:chgData name="Weifeng Xu" userId="e7aed605-a3dd-4d5a-a692-a87037af107b" providerId="ADAL" clId="{F99F8FFF-BA20-43EA-924B-4DF5D2A785F3}" dt="2026-09-11T20:59:58.434" v="1706" actId="700"/>
          <ac:spMkLst>
            <pc:docMk/>
            <pc:sldMk cId="2172953971" sldId="368"/>
            <ac:spMk id="2" creationId="{9E224C64-CDBF-70D2-FA2A-C936AD55E368}"/>
          </ac:spMkLst>
        </pc:spChg>
        <pc:spChg chg="add mod ord">
          <ac:chgData name="Weifeng Xu" userId="e7aed605-a3dd-4d5a-a692-a87037af107b" providerId="ADAL" clId="{F99F8FFF-BA20-43EA-924B-4DF5D2A785F3}" dt="2026-09-11T21:00:07.297" v="1708" actId="20577"/>
          <ac:spMkLst>
            <pc:docMk/>
            <pc:sldMk cId="2172953971" sldId="368"/>
            <ac:spMk id="3" creationId="{99FDCF39-82AD-9E6D-C3CF-D680452FA1D1}"/>
          </ac:spMkLst>
        </pc:spChg>
        <pc:spChg chg="add mod ord">
          <ac:chgData name="Weifeng Xu" userId="e7aed605-a3dd-4d5a-a692-a87037af107b" providerId="ADAL" clId="{F99F8FFF-BA20-43EA-924B-4DF5D2A785F3}" dt="2026-09-11T21:00:45.515" v="1710" actId="20577"/>
          <ac:spMkLst>
            <pc:docMk/>
            <pc:sldMk cId="2172953971" sldId="368"/>
            <ac:spMk id="4" creationId="{1F48ABA1-6F8C-2B84-07F8-CDA5570E5F40}"/>
          </ac:spMkLst>
        </pc:spChg>
        <pc:spChg chg="add mod">
          <ac:chgData name="Weifeng Xu" userId="e7aed605-a3dd-4d5a-a692-a87037af107b" providerId="ADAL" clId="{F99F8FFF-BA20-43EA-924B-4DF5D2A785F3}" dt="2026-09-11T21:00:57.410" v="1712" actId="1076"/>
          <ac:spMkLst>
            <pc:docMk/>
            <pc:sldMk cId="2172953971" sldId="368"/>
            <ac:spMk id="6" creationId="{649AED11-7559-3B2C-A7EB-60CC79B8D880}"/>
          </ac:spMkLst>
        </pc:spChg>
      </pc:sldChg>
      <pc:sldChg chg="addSp delSp modSp new mod modClrScheme chgLayout">
        <pc:chgData name="Weifeng Xu" userId="e7aed605-a3dd-4d5a-a692-a87037af107b" providerId="ADAL" clId="{F99F8FFF-BA20-43EA-924B-4DF5D2A785F3}" dt="2026-09-11T21:29:04.839" v="1961" actId="1076"/>
        <pc:sldMkLst>
          <pc:docMk/>
          <pc:sldMk cId="892735204" sldId="369"/>
        </pc:sldMkLst>
        <pc:spChg chg="mod ord">
          <ac:chgData name="Weifeng Xu" userId="e7aed605-a3dd-4d5a-a692-a87037af107b" providerId="ADAL" clId="{F99F8FFF-BA20-43EA-924B-4DF5D2A785F3}" dt="2026-09-11T21:28:23.064" v="1956" actId="700"/>
          <ac:spMkLst>
            <pc:docMk/>
            <pc:sldMk cId="892735204" sldId="369"/>
            <ac:spMk id="2" creationId="{0D063268-7B73-72BB-846F-64881A47CA42}"/>
          </ac:spMkLst>
        </pc:spChg>
        <pc:spChg chg="del">
          <ac:chgData name="Weifeng Xu" userId="e7aed605-a3dd-4d5a-a692-a87037af107b" providerId="ADAL" clId="{F99F8FFF-BA20-43EA-924B-4DF5D2A785F3}" dt="2026-09-11T21:28:23.064" v="1956" actId="700"/>
          <ac:spMkLst>
            <pc:docMk/>
            <pc:sldMk cId="892735204" sldId="369"/>
            <ac:spMk id="3" creationId="{E0205A1C-40F8-E8EA-D3B4-7EA6E01A72DD}"/>
          </ac:spMkLst>
        </pc:spChg>
        <pc:spChg chg="add del">
          <ac:chgData name="Weifeng Xu" userId="e7aed605-a3dd-4d5a-a692-a87037af107b" providerId="ADAL" clId="{F99F8FFF-BA20-43EA-924B-4DF5D2A785F3}" dt="2026-09-11T21:28:41.072" v="1958" actId="22"/>
          <ac:spMkLst>
            <pc:docMk/>
            <pc:sldMk cId="892735204" sldId="369"/>
            <ac:spMk id="5" creationId="{AA98E765-64EE-5836-E43D-84F71EEDCA2B}"/>
          </ac:spMkLst>
        </pc:spChg>
        <pc:spChg chg="add del">
          <ac:chgData name="Weifeng Xu" userId="e7aed605-a3dd-4d5a-a692-a87037af107b" providerId="ADAL" clId="{F99F8FFF-BA20-43EA-924B-4DF5D2A785F3}" dt="2026-09-11T21:28:41.072" v="1958" actId="22"/>
          <ac:spMkLst>
            <pc:docMk/>
            <pc:sldMk cId="892735204" sldId="369"/>
            <ac:spMk id="7" creationId="{B349D576-3039-2963-806F-BA6ACB4DC279}"/>
          </ac:spMkLst>
        </pc:spChg>
        <pc:spChg chg="add del">
          <ac:chgData name="Weifeng Xu" userId="e7aed605-a3dd-4d5a-a692-a87037af107b" providerId="ADAL" clId="{F99F8FFF-BA20-43EA-924B-4DF5D2A785F3}" dt="2026-09-11T21:28:41.072" v="1958" actId="22"/>
          <ac:spMkLst>
            <pc:docMk/>
            <pc:sldMk cId="892735204" sldId="369"/>
            <ac:spMk id="9" creationId="{8A6CFA13-F5B9-4638-4B27-6FF7A7A34967}"/>
          </ac:spMkLst>
        </pc:spChg>
        <pc:spChg chg="add del">
          <ac:chgData name="Weifeng Xu" userId="e7aed605-a3dd-4d5a-a692-a87037af107b" providerId="ADAL" clId="{F99F8FFF-BA20-43EA-924B-4DF5D2A785F3}" dt="2026-09-11T21:28:41.072" v="1958" actId="22"/>
          <ac:spMkLst>
            <pc:docMk/>
            <pc:sldMk cId="892735204" sldId="369"/>
            <ac:spMk id="11" creationId="{6F2D2A83-DA79-A348-AB5D-4396E8405790}"/>
          </ac:spMkLst>
        </pc:spChg>
        <pc:spChg chg="add del">
          <ac:chgData name="Weifeng Xu" userId="e7aed605-a3dd-4d5a-a692-a87037af107b" providerId="ADAL" clId="{F99F8FFF-BA20-43EA-924B-4DF5D2A785F3}" dt="2026-09-11T21:28:41.072" v="1958" actId="22"/>
          <ac:spMkLst>
            <pc:docMk/>
            <pc:sldMk cId="892735204" sldId="369"/>
            <ac:spMk id="13" creationId="{5FA28354-F366-71D0-3D31-950569E0E008}"/>
          </ac:spMkLst>
        </pc:spChg>
        <pc:spChg chg="add del">
          <ac:chgData name="Weifeng Xu" userId="e7aed605-a3dd-4d5a-a692-a87037af107b" providerId="ADAL" clId="{F99F8FFF-BA20-43EA-924B-4DF5D2A785F3}" dt="2026-09-11T21:28:41.072" v="1958" actId="22"/>
          <ac:spMkLst>
            <pc:docMk/>
            <pc:sldMk cId="892735204" sldId="369"/>
            <ac:spMk id="15" creationId="{EBCE3299-7E6D-F4A5-3311-AACBE1B26E52}"/>
          </ac:spMkLst>
        </pc:spChg>
        <pc:spChg chg="add del">
          <ac:chgData name="Weifeng Xu" userId="e7aed605-a3dd-4d5a-a692-a87037af107b" providerId="ADAL" clId="{F99F8FFF-BA20-43EA-924B-4DF5D2A785F3}" dt="2026-09-11T21:28:41.072" v="1958" actId="22"/>
          <ac:spMkLst>
            <pc:docMk/>
            <pc:sldMk cId="892735204" sldId="369"/>
            <ac:spMk id="17" creationId="{C44A6CE1-FAA4-BEA9-C52B-A03A6CFCF1CA}"/>
          </ac:spMkLst>
        </pc:spChg>
        <pc:spChg chg="add del">
          <ac:chgData name="Weifeng Xu" userId="e7aed605-a3dd-4d5a-a692-a87037af107b" providerId="ADAL" clId="{F99F8FFF-BA20-43EA-924B-4DF5D2A785F3}" dt="2026-09-11T21:28:41.072" v="1958" actId="22"/>
          <ac:spMkLst>
            <pc:docMk/>
            <pc:sldMk cId="892735204" sldId="369"/>
            <ac:spMk id="19" creationId="{98AC6194-945D-58F5-D6D0-37B6B74D29C3}"/>
          </ac:spMkLst>
        </pc:spChg>
        <pc:spChg chg="add del">
          <ac:chgData name="Weifeng Xu" userId="e7aed605-a3dd-4d5a-a692-a87037af107b" providerId="ADAL" clId="{F99F8FFF-BA20-43EA-924B-4DF5D2A785F3}" dt="2026-09-11T21:28:41.072" v="1958" actId="22"/>
          <ac:spMkLst>
            <pc:docMk/>
            <pc:sldMk cId="892735204" sldId="369"/>
            <ac:spMk id="21" creationId="{E01C4184-A733-46AD-CE44-CFF4C17D1CE6}"/>
          </ac:spMkLst>
        </pc:spChg>
        <pc:spChg chg="add del">
          <ac:chgData name="Weifeng Xu" userId="e7aed605-a3dd-4d5a-a692-a87037af107b" providerId="ADAL" clId="{F99F8FFF-BA20-43EA-924B-4DF5D2A785F3}" dt="2026-09-11T21:28:41.072" v="1958" actId="22"/>
          <ac:spMkLst>
            <pc:docMk/>
            <pc:sldMk cId="892735204" sldId="369"/>
            <ac:spMk id="23" creationId="{12310878-B389-27A4-AE6E-60D60379AA5C}"/>
          </ac:spMkLst>
        </pc:spChg>
        <pc:spChg chg="add mod">
          <ac:chgData name="Weifeng Xu" userId="e7aed605-a3dd-4d5a-a692-a87037af107b" providerId="ADAL" clId="{F99F8FFF-BA20-43EA-924B-4DF5D2A785F3}" dt="2026-09-11T21:28:58.396" v="1960" actId="1076"/>
          <ac:spMkLst>
            <pc:docMk/>
            <pc:sldMk cId="892735204" sldId="369"/>
            <ac:spMk id="25" creationId="{2B512499-E628-5ED7-6E76-8197A3F602CF}"/>
          </ac:spMkLst>
        </pc:spChg>
        <pc:spChg chg="add mod">
          <ac:chgData name="Weifeng Xu" userId="e7aed605-a3dd-4d5a-a692-a87037af107b" providerId="ADAL" clId="{F99F8FFF-BA20-43EA-924B-4DF5D2A785F3}" dt="2026-09-11T21:28:58.396" v="1960" actId="1076"/>
          <ac:spMkLst>
            <pc:docMk/>
            <pc:sldMk cId="892735204" sldId="369"/>
            <ac:spMk id="27" creationId="{5AE50B0F-4695-A7B8-9623-7948E4EA3EC3}"/>
          </ac:spMkLst>
        </pc:spChg>
        <pc:spChg chg="add mod">
          <ac:chgData name="Weifeng Xu" userId="e7aed605-a3dd-4d5a-a692-a87037af107b" providerId="ADAL" clId="{F99F8FFF-BA20-43EA-924B-4DF5D2A785F3}" dt="2026-09-11T21:28:58.396" v="1960" actId="1076"/>
          <ac:spMkLst>
            <pc:docMk/>
            <pc:sldMk cId="892735204" sldId="369"/>
            <ac:spMk id="29" creationId="{E5FB4D6B-0275-3AD2-7291-6329727D0DDE}"/>
          </ac:spMkLst>
        </pc:spChg>
        <pc:spChg chg="add mod">
          <ac:chgData name="Weifeng Xu" userId="e7aed605-a3dd-4d5a-a692-a87037af107b" providerId="ADAL" clId="{F99F8FFF-BA20-43EA-924B-4DF5D2A785F3}" dt="2026-09-11T21:28:58.396" v="1960" actId="1076"/>
          <ac:spMkLst>
            <pc:docMk/>
            <pc:sldMk cId="892735204" sldId="369"/>
            <ac:spMk id="31" creationId="{7A794BDA-EF41-ECF1-9F2B-62FCEB8AE5C0}"/>
          </ac:spMkLst>
        </pc:spChg>
        <pc:spChg chg="add mod">
          <ac:chgData name="Weifeng Xu" userId="e7aed605-a3dd-4d5a-a692-a87037af107b" providerId="ADAL" clId="{F99F8FFF-BA20-43EA-924B-4DF5D2A785F3}" dt="2026-09-11T21:28:58.396" v="1960" actId="1076"/>
          <ac:spMkLst>
            <pc:docMk/>
            <pc:sldMk cId="892735204" sldId="369"/>
            <ac:spMk id="33" creationId="{96A8BA09-64B0-6F57-527D-E1A1E2BAD854}"/>
          </ac:spMkLst>
        </pc:spChg>
        <pc:spChg chg="add mod">
          <ac:chgData name="Weifeng Xu" userId="e7aed605-a3dd-4d5a-a692-a87037af107b" providerId="ADAL" clId="{F99F8FFF-BA20-43EA-924B-4DF5D2A785F3}" dt="2026-09-11T21:28:58.396" v="1960" actId="1076"/>
          <ac:spMkLst>
            <pc:docMk/>
            <pc:sldMk cId="892735204" sldId="369"/>
            <ac:spMk id="35" creationId="{18069DEC-58C8-5E9D-8D60-06A8B838AD8E}"/>
          </ac:spMkLst>
        </pc:spChg>
        <pc:spChg chg="add mod">
          <ac:chgData name="Weifeng Xu" userId="e7aed605-a3dd-4d5a-a692-a87037af107b" providerId="ADAL" clId="{F99F8FFF-BA20-43EA-924B-4DF5D2A785F3}" dt="2026-09-11T21:28:58.396" v="1960" actId="1076"/>
          <ac:spMkLst>
            <pc:docMk/>
            <pc:sldMk cId="892735204" sldId="369"/>
            <ac:spMk id="37" creationId="{48E055D7-19FC-9F3F-212B-8832DF17D2DE}"/>
          </ac:spMkLst>
        </pc:spChg>
        <pc:spChg chg="add mod">
          <ac:chgData name="Weifeng Xu" userId="e7aed605-a3dd-4d5a-a692-a87037af107b" providerId="ADAL" clId="{F99F8FFF-BA20-43EA-924B-4DF5D2A785F3}" dt="2026-09-11T21:28:58.396" v="1960" actId="1076"/>
          <ac:spMkLst>
            <pc:docMk/>
            <pc:sldMk cId="892735204" sldId="369"/>
            <ac:spMk id="39" creationId="{BC548B26-CC43-6C13-BEAB-6AF6217D3E32}"/>
          </ac:spMkLst>
        </pc:spChg>
        <pc:spChg chg="add mod">
          <ac:chgData name="Weifeng Xu" userId="e7aed605-a3dd-4d5a-a692-a87037af107b" providerId="ADAL" clId="{F99F8FFF-BA20-43EA-924B-4DF5D2A785F3}" dt="2026-09-11T21:29:04.839" v="1961" actId="1076"/>
          <ac:spMkLst>
            <pc:docMk/>
            <pc:sldMk cId="892735204" sldId="369"/>
            <ac:spMk id="41" creationId="{8B5A4EC4-3D0B-62FE-4E8A-C03B001B30FC}"/>
          </ac:spMkLst>
        </pc:spChg>
      </pc:sldChg>
      <pc:sldChg chg="addSp modSp new mod">
        <pc:chgData name="Weifeng Xu" userId="e7aed605-a3dd-4d5a-a692-a87037af107b" providerId="ADAL" clId="{F99F8FFF-BA20-43EA-924B-4DF5D2A785F3}" dt="2026-09-11T21:34:27.262" v="1985" actId="1076"/>
        <pc:sldMkLst>
          <pc:docMk/>
          <pc:sldMk cId="2164962735" sldId="370"/>
        </pc:sldMkLst>
        <pc:spChg chg="mod">
          <ac:chgData name="Weifeng Xu" userId="e7aed605-a3dd-4d5a-a692-a87037af107b" providerId="ADAL" clId="{F99F8FFF-BA20-43EA-924B-4DF5D2A785F3}" dt="2026-09-11T21:33:01.648" v="1966"/>
          <ac:spMkLst>
            <pc:docMk/>
            <pc:sldMk cId="2164962735" sldId="370"/>
            <ac:spMk id="2" creationId="{69C99BCE-0FF2-72DF-4857-90F5D65FA8AF}"/>
          </ac:spMkLst>
        </pc:spChg>
        <pc:graphicFrameChg chg="add mod modGraphic">
          <ac:chgData name="Weifeng Xu" userId="e7aed605-a3dd-4d5a-a692-a87037af107b" providerId="ADAL" clId="{F99F8FFF-BA20-43EA-924B-4DF5D2A785F3}" dt="2026-09-11T21:34:27.262" v="1985" actId="1076"/>
          <ac:graphicFrameMkLst>
            <pc:docMk/>
            <pc:sldMk cId="2164962735" sldId="370"/>
            <ac:graphicFrameMk id="3" creationId="{9104A212-3063-505C-36BD-7DF3D0B03BB9}"/>
          </ac:graphicFrameMkLst>
        </pc:graphicFrameChg>
      </pc:sldChg>
      <pc:sldChg chg="addSp delSp new mod ord modClrScheme chgLayout">
        <pc:chgData name="Weifeng Xu" userId="e7aed605-a3dd-4d5a-a692-a87037af107b" providerId="ADAL" clId="{F99F8FFF-BA20-43EA-924B-4DF5D2A785F3}" dt="2026-09-11T21:38:06.981" v="1990" actId="22"/>
        <pc:sldMkLst>
          <pc:docMk/>
          <pc:sldMk cId="3696010449" sldId="371"/>
        </pc:sldMkLst>
        <pc:spChg chg="del">
          <ac:chgData name="Weifeng Xu" userId="e7aed605-a3dd-4d5a-a692-a87037af107b" providerId="ADAL" clId="{F99F8FFF-BA20-43EA-924B-4DF5D2A785F3}" dt="2026-09-11T21:38:05.303" v="1989" actId="700"/>
          <ac:spMkLst>
            <pc:docMk/>
            <pc:sldMk cId="3696010449" sldId="371"/>
            <ac:spMk id="2" creationId="{E7FA4365-3AFA-7AB1-BD55-0D37C2DC3BFF}"/>
          </ac:spMkLst>
        </pc:spChg>
        <pc:picChg chg="add">
          <ac:chgData name="Weifeng Xu" userId="e7aed605-a3dd-4d5a-a692-a87037af107b" providerId="ADAL" clId="{F99F8FFF-BA20-43EA-924B-4DF5D2A785F3}" dt="2026-09-11T21:38:06.981" v="1990" actId="22"/>
          <ac:picMkLst>
            <pc:docMk/>
            <pc:sldMk cId="3696010449" sldId="371"/>
            <ac:picMk id="4" creationId="{9F2838DB-1D88-20A9-4221-71B89B5A992E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C82479E-D16C-48F7-9B22-8634B2D979B5}" type="doc">
      <dgm:prSet loTypeId="urn:microsoft.com/office/officeart/2005/8/layout/default" loCatId="list" qsTypeId="urn:microsoft.com/office/officeart/2005/8/quickstyle/simple1#2" qsCatId="simple" csTypeId="urn:microsoft.com/office/officeart/2005/8/colors/accent1_2#1" csCatId="accent1" phldr="1"/>
      <dgm:spPr/>
      <dgm:t>
        <a:bodyPr/>
        <a:lstStyle/>
        <a:p>
          <a:endParaRPr lang="en-US"/>
        </a:p>
      </dgm:t>
    </dgm:pt>
    <dgm:pt modelId="{F7E822FD-5B12-4F8B-8555-0ED305067991}">
      <dgm:prSet/>
      <dgm:spPr/>
      <dgm:t>
        <a:bodyPr/>
        <a:lstStyle/>
        <a:p>
          <a:r>
            <a:rPr lang="en-GB"/>
            <a:t>Device startup</a:t>
          </a:r>
          <a:r>
            <a:rPr lang="en-US"/>
            <a:t>/shutdown</a:t>
          </a:r>
        </a:p>
      </dgm:t>
    </dgm:pt>
    <dgm:pt modelId="{FEF0A10A-03B0-42F4-BF9A-5FACA4EF2CBF}" type="parTrans" cxnId="{AFB28B11-7A96-42C7-BF45-81E2DC130628}">
      <dgm:prSet/>
      <dgm:spPr/>
      <dgm:t>
        <a:bodyPr/>
        <a:lstStyle/>
        <a:p>
          <a:endParaRPr lang="en-US"/>
        </a:p>
      </dgm:t>
    </dgm:pt>
    <dgm:pt modelId="{B228ADA6-F514-4909-A4DE-3FABABAB5799}" type="sibTrans" cxnId="{AFB28B11-7A96-42C7-BF45-81E2DC130628}">
      <dgm:prSet/>
      <dgm:spPr/>
      <dgm:t>
        <a:bodyPr/>
        <a:lstStyle/>
        <a:p>
          <a:endParaRPr lang="en-US"/>
        </a:p>
      </dgm:t>
    </dgm:pt>
    <dgm:pt modelId="{58DC719B-73B6-42DB-8815-C63CC90BC33A}">
      <dgm:prSet/>
      <dgm:spPr/>
      <dgm:t>
        <a:bodyPr/>
        <a:lstStyle/>
        <a:p>
          <a:r>
            <a:rPr lang="en-US" dirty="0"/>
            <a:t>Keyguard  Show/off</a:t>
          </a:r>
        </a:p>
      </dgm:t>
    </dgm:pt>
    <dgm:pt modelId="{0C66C4C9-05CA-4E60-9B5A-9617BFF92E7A}" type="parTrans" cxnId="{1E6A255B-A3C6-49AF-BECD-C1BBEB37E07F}">
      <dgm:prSet/>
      <dgm:spPr/>
      <dgm:t>
        <a:bodyPr/>
        <a:lstStyle/>
        <a:p>
          <a:endParaRPr lang="en-US"/>
        </a:p>
      </dgm:t>
    </dgm:pt>
    <dgm:pt modelId="{1F1D35C3-A5A4-4F75-959D-C0CA720B7F46}" type="sibTrans" cxnId="{1E6A255B-A3C6-49AF-BECD-C1BBEB37E07F}">
      <dgm:prSet/>
      <dgm:spPr/>
      <dgm:t>
        <a:bodyPr/>
        <a:lstStyle/>
        <a:p>
          <a:endParaRPr lang="en-US"/>
        </a:p>
      </dgm:t>
    </dgm:pt>
    <dgm:pt modelId="{D59C20FA-C306-4D31-BF59-FDC28AF0D57B}">
      <dgm:prSet/>
      <dgm:spPr/>
      <dgm:t>
        <a:bodyPr/>
        <a:lstStyle/>
        <a:p>
          <a:r>
            <a:rPr lang="en-GB"/>
            <a:t>Move to background/foreground</a:t>
          </a:r>
          <a:endParaRPr lang="en-US"/>
        </a:p>
      </dgm:t>
    </dgm:pt>
    <dgm:pt modelId="{7BEF2C66-1203-4984-AD15-B95DDD5D2F56}" type="parTrans" cxnId="{55F663E7-67CA-4466-968F-978512151104}">
      <dgm:prSet/>
      <dgm:spPr/>
      <dgm:t>
        <a:bodyPr/>
        <a:lstStyle/>
        <a:p>
          <a:endParaRPr lang="en-US"/>
        </a:p>
      </dgm:t>
    </dgm:pt>
    <dgm:pt modelId="{716268B0-0BB4-4FD3-AAB1-01335CDA672E}" type="sibTrans" cxnId="{55F663E7-67CA-4466-968F-978512151104}">
      <dgm:prSet/>
      <dgm:spPr/>
      <dgm:t>
        <a:bodyPr/>
        <a:lstStyle/>
        <a:p>
          <a:endParaRPr lang="en-US"/>
        </a:p>
      </dgm:t>
    </dgm:pt>
    <dgm:pt modelId="{6DA40A2D-21E7-42CC-A04E-96BEE53C92A6}">
      <dgm:prSet custT="1"/>
      <dgm:spPr/>
      <dgm:t>
        <a:bodyPr/>
        <a:lstStyle/>
        <a:p>
          <a:pPr algn="ctr"/>
          <a:r>
            <a:rPr lang="en-GB" sz="1700" dirty="0"/>
            <a:t>Screen interactive </a:t>
          </a:r>
          <a:r>
            <a:rPr lang="en-US" sz="1400" b="0" i="0" dirty="0"/>
            <a:t>screen </a:t>
          </a:r>
          <a:r>
            <a:rPr lang="en-GB" sz="1400" dirty="0"/>
            <a:t>turned on for full user interaction, not ambient display or other non-interactive state</a:t>
          </a:r>
          <a:endParaRPr lang="en-US" sz="1700" dirty="0"/>
        </a:p>
      </dgm:t>
    </dgm:pt>
    <dgm:pt modelId="{EA1DBD35-AB54-494A-8031-1471148D327E}" type="parTrans" cxnId="{17A6B1B1-A48E-4C71-8E7E-30122A6BBC5E}">
      <dgm:prSet/>
      <dgm:spPr/>
      <dgm:t>
        <a:bodyPr/>
        <a:lstStyle/>
        <a:p>
          <a:endParaRPr lang="en-US"/>
        </a:p>
      </dgm:t>
    </dgm:pt>
    <dgm:pt modelId="{48E2539E-5E13-40B5-9723-EFF01FEED36A}" type="sibTrans" cxnId="{17A6B1B1-A48E-4C71-8E7E-30122A6BBC5E}">
      <dgm:prSet/>
      <dgm:spPr/>
      <dgm:t>
        <a:bodyPr/>
        <a:lstStyle/>
        <a:p>
          <a:endParaRPr lang="en-US"/>
        </a:p>
      </dgm:t>
    </dgm:pt>
    <dgm:pt modelId="{DF4E7762-3B14-4E40-A7EE-0272B2852145}">
      <dgm:prSet/>
      <dgm:spPr/>
      <dgm:t>
        <a:bodyPr/>
        <a:lstStyle/>
        <a:p>
          <a:pPr algn="ctr">
            <a:buNone/>
          </a:pPr>
          <a:endParaRPr lang="en-GB" dirty="0"/>
        </a:p>
        <a:p>
          <a:pPr algn="ctr">
            <a:buNone/>
          </a:pPr>
          <a:r>
            <a:rPr lang="en-GB" dirty="0"/>
            <a:t>Screen not interactive</a:t>
          </a:r>
          <a:endParaRPr lang="en-US" dirty="0"/>
        </a:p>
      </dgm:t>
    </dgm:pt>
    <dgm:pt modelId="{42A4F08F-EEA9-467C-BD6A-23424813F7D2}" type="parTrans" cxnId="{D1C7B3DE-5AA8-4450-B67D-0273481CE0E7}">
      <dgm:prSet/>
      <dgm:spPr/>
      <dgm:t>
        <a:bodyPr/>
        <a:lstStyle/>
        <a:p>
          <a:endParaRPr lang="en-US"/>
        </a:p>
      </dgm:t>
    </dgm:pt>
    <dgm:pt modelId="{4D17EA93-507A-4BC1-91FE-5D0438D8DAFF}" type="sibTrans" cxnId="{D1C7B3DE-5AA8-4450-B67D-0273481CE0E7}">
      <dgm:prSet/>
      <dgm:spPr/>
      <dgm:t>
        <a:bodyPr/>
        <a:lstStyle/>
        <a:p>
          <a:endParaRPr lang="en-US"/>
        </a:p>
      </dgm:t>
    </dgm:pt>
    <dgm:pt modelId="{A91FE602-D2F1-4E57-B6A8-1BDC3025D728}">
      <dgm:prSet/>
      <dgm:spPr/>
      <dgm:t>
        <a:bodyPr/>
        <a:lstStyle/>
        <a:p>
          <a:pPr algn="ctr">
            <a:buNone/>
          </a:pPr>
          <a:r>
            <a:rPr lang="en-GB" dirty="0"/>
            <a:t>completely turned off or turned on only in a non-interactive state like ambient display</a:t>
          </a:r>
          <a:endParaRPr lang="en-US" dirty="0"/>
        </a:p>
      </dgm:t>
    </dgm:pt>
    <dgm:pt modelId="{0AEA6C61-C306-4D6E-9BEB-40208640910D}" type="parTrans" cxnId="{6F66E380-162D-4BBE-92BF-9797BD3D64E0}">
      <dgm:prSet/>
      <dgm:spPr/>
      <dgm:t>
        <a:bodyPr/>
        <a:lstStyle/>
        <a:p>
          <a:endParaRPr lang="en-US"/>
        </a:p>
      </dgm:t>
    </dgm:pt>
    <dgm:pt modelId="{4F50ADAA-A0AE-4344-99DD-71B043921977}" type="sibTrans" cxnId="{6F66E380-162D-4BBE-92BF-9797BD3D64E0}">
      <dgm:prSet/>
      <dgm:spPr/>
      <dgm:t>
        <a:bodyPr/>
        <a:lstStyle/>
        <a:p>
          <a:endParaRPr lang="en-US"/>
        </a:p>
      </dgm:t>
    </dgm:pt>
    <dgm:pt modelId="{31447234-2E17-4BF3-A5B1-827F691A1AB4}">
      <dgm:prSet/>
      <dgm:spPr/>
      <dgm:t>
        <a:bodyPr/>
        <a:lstStyle/>
        <a:p>
          <a:r>
            <a:rPr lang="en-GB" dirty="0"/>
            <a:t>Activity paused/resumed/stopped</a:t>
          </a:r>
          <a:endParaRPr lang="en-US" dirty="0"/>
        </a:p>
      </dgm:t>
    </dgm:pt>
    <dgm:pt modelId="{C191A9BE-6811-40EF-936A-F1298F288C08}" type="parTrans" cxnId="{6824BE15-ABC1-4156-A5BC-9115D99953E4}">
      <dgm:prSet/>
      <dgm:spPr/>
      <dgm:t>
        <a:bodyPr/>
        <a:lstStyle/>
        <a:p>
          <a:endParaRPr lang="en-US"/>
        </a:p>
      </dgm:t>
    </dgm:pt>
    <dgm:pt modelId="{42F05DE2-3031-4CE5-B8AA-F01F969AB9A6}" type="sibTrans" cxnId="{6824BE15-ABC1-4156-A5BC-9115D99953E4}">
      <dgm:prSet/>
      <dgm:spPr/>
      <dgm:t>
        <a:bodyPr/>
        <a:lstStyle/>
        <a:p>
          <a:endParaRPr lang="en-US"/>
        </a:p>
      </dgm:t>
    </dgm:pt>
    <dgm:pt modelId="{3EDE1F92-C95F-4CFE-8774-8F86E933D080}">
      <dgm:prSet custT="1"/>
      <dgm:spPr/>
      <dgm:t>
        <a:bodyPr/>
        <a:lstStyle/>
        <a:p>
          <a:pPr algn="ctr"/>
          <a:r>
            <a:rPr lang="en-GB" sz="1700" dirty="0"/>
            <a:t>User interaction</a:t>
          </a:r>
        </a:p>
        <a:p>
          <a:pPr algn="ctr"/>
          <a:r>
            <a:rPr lang="en-GB" sz="1200" dirty="0"/>
            <a:t>An event type denoting that a package was interacted with in some way by the user</a:t>
          </a:r>
          <a:endParaRPr lang="en-US" sz="1200" dirty="0"/>
        </a:p>
      </dgm:t>
    </dgm:pt>
    <dgm:pt modelId="{BA1B9942-D569-471F-B55B-6E60816A19F5}" type="parTrans" cxnId="{DE4E0E9D-D14C-437E-AF23-666DB4BD8F4D}">
      <dgm:prSet/>
      <dgm:spPr/>
      <dgm:t>
        <a:bodyPr/>
        <a:lstStyle/>
        <a:p>
          <a:endParaRPr lang="en-US"/>
        </a:p>
      </dgm:t>
    </dgm:pt>
    <dgm:pt modelId="{0990E775-C45F-4400-AD26-F5B6898B09E9}" type="sibTrans" cxnId="{DE4E0E9D-D14C-437E-AF23-666DB4BD8F4D}">
      <dgm:prSet/>
      <dgm:spPr/>
      <dgm:t>
        <a:bodyPr/>
        <a:lstStyle/>
        <a:p>
          <a:endParaRPr lang="en-US"/>
        </a:p>
      </dgm:t>
    </dgm:pt>
    <dgm:pt modelId="{7C0CEE08-3B33-414A-83F0-813975640CF0}">
      <dgm:prSet/>
      <dgm:spPr/>
      <dgm:t>
        <a:bodyPr/>
        <a:lstStyle/>
        <a:p>
          <a:r>
            <a:rPr lang="en-GB" dirty="0"/>
            <a:t>Configuration Change</a:t>
          </a:r>
          <a:endParaRPr lang="en-US" dirty="0"/>
        </a:p>
      </dgm:t>
    </dgm:pt>
    <dgm:pt modelId="{3F103C30-00ED-4150-83CA-DFC3E36F16E8}" type="parTrans" cxnId="{64212607-C4E7-47D2-9CF6-0ADD7B6766F2}">
      <dgm:prSet/>
      <dgm:spPr/>
      <dgm:t>
        <a:bodyPr/>
        <a:lstStyle/>
        <a:p>
          <a:endParaRPr lang="en-US"/>
        </a:p>
      </dgm:t>
    </dgm:pt>
    <dgm:pt modelId="{FC964B47-296B-4990-802F-2FD5BD8B3C69}" type="sibTrans" cxnId="{64212607-C4E7-47D2-9CF6-0ADD7B6766F2}">
      <dgm:prSet/>
      <dgm:spPr/>
      <dgm:t>
        <a:bodyPr/>
        <a:lstStyle/>
        <a:p>
          <a:endParaRPr lang="en-US"/>
        </a:p>
      </dgm:t>
    </dgm:pt>
    <dgm:pt modelId="{745EBA95-E8DA-4B86-A244-1D0CCB26F19B}" type="pres">
      <dgm:prSet presAssocID="{8C82479E-D16C-48F7-9B22-8634B2D979B5}" presName="diagram" presStyleCnt="0">
        <dgm:presLayoutVars>
          <dgm:dir/>
          <dgm:resizeHandles val="exact"/>
        </dgm:presLayoutVars>
      </dgm:prSet>
      <dgm:spPr/>
    </dgm:pt>
    <dgm:pt modelId="{673E7B65-6723-4C29-9BA7-864D718FA5B0}" type="pres">
      <dgm:prSet presAssocID="{F7E822FD-5B12-4F8B-8555-0ED305067991}" presName="node" presStyleLbl="node1" presStyleIdx="0" presStyleCnt="8">
        <dgm:presLayoutVars>
          <dgm:bulletEnabled val="1"/>
        </dgm:presLayoutVars>
      </dgm:prSet>
      <dgm:spPr/>
    </dgm:pt>
    <dgm:pt modelId="{8C9DB47E-3917-4A82-B747-4094A44F9F68}" type="pres">
      <dgm:prSet presAssocID="{B228ADA6-F514-4909-A4DE-3FABABAB5799}" presName="sibTrans" presStyleCnt="0"/>
      <dgm:spPr/>
    </dgm:pt>
    <dgm:pt modelId="{676F7493-4304-4298-B917-2B0D824DFC0A}" type="pres">
      <dgm:prSet presAssocID="{58DC719B-73B6-42DB-8815-C63CC90BC33A}" presName="node" presStyleLbl="node1" presStyleIdx="1" presStyleCnt="8">
        <dgm:presLayoutVars>
          <dgm:bulletEnabled val="1"/>
        </dgm:presLayoutVars>
      </dgm:prSet>
      <dgm:spPr/>
    </dgm:pt>
    <dgm:pt modelId="{5523B1F5-05D7-4038-BD8B-A95F985704D0}" type="pres">
      <dgm:prSet presAssocID="{1F1D35C3-A5A4-4F75-959D-C0CA720B7F46}" presName="sibTrans" presStyleCnt="0"/>
      <dgm:spPr/>
    </dgm:pt>
    <dgm:pt modelId="{81E864D9-7003-40A7-BCB6-BC06A288CEEA}" type="pres">
      <dgm:prSet presAssocID="{D59C20FA-C306-4D31-BF59-FDC28AF0D57B}" presName="node" presStyleLbl="node1" presStyleIdx="2" presStyleCnt="8">
        <dgm:presLayoutVars>
          <dgm:bulletEnabled val="1"/>
        </dgm:presLayoutVars>
      </dgm:prSet>
      <dgm:spPr/>
    </dgm:pt>
    <dgm:pt modelId="{452A6B0A-5E36-41BC-99D7-4214DB25DA19}" type="pres">
      <dgm:prSet presAssocID="{716268B0-0BB4-4FD3-AAB1-01335CDA672E}" presName="sibTrans" presStyleCnt="0"/>
      <dgm:spPr/>
    </dgm:pt>
    <dgm:pt modelId="{8CB997EA-8433-45B9-9E30-0D50C1D4F610}" type="pres">
      <dgm:prSet presAssocID="{6DA40A2D-21E7-42CC-A04E-96BEE53C92A6}" presName="node" presStyleLbl="node1" presStyleIdx="3" presStyleCnt="8">
        <dgm:presLayoutVars>
          <dgm:bulletEnabled val="1"/>
        </dgm:presLayoutVars>
      </dgm:prSet>
      <dgm:spPr/>
    </dgm:pt>
    <dgm:pt modelId="{FA1155CD-2AA1-4A22-B0C6-E1C29C55E92A}" type="pres">
      <dgm:prSet presAssocID="{48E2539E-5E13-40B5-9723-EFF01FEED36A}" presName="sibTrans" presStyleCnt="0"/>
      <dgm:spPr/>
    </dgm:pt>
    <dgm:pt modelId="{FC53B40B-FA67-43F2-8FD3-C991953A719C}" type="pres">
      <dgm:prSet presAssocID="{DF4E7762-3B14-4E40-A7EE-0272B2852145}" presName="node" presStyleLbl="node1" presStyleIdx="4" presStyleCnt="8">
        <dgm:presLayoutVars>
          <dgm:bulletEnabled val="1"/>
        </dgm:presLayoutVars>
      </dgm:prSet>
      <dgm:spPr/>
    </dgm:pt>
    <dgm:pt modelId="{76D64FAC-EA93-455C-8BF2-EE5E3791FD34}" type="pres">
      <dgm:prSet presAssocID="{4D17EA93-507A-4BC1-91FE-5D0438D8DAFF}" presName="sibTrans" presStyleCnt="0"/>
      <dgm:spPr/>
    </dgm:pt>
    <dgm:pt modelId="{11D0271B-13F1-4BE7-A878-2FEFA01C263C}" type="pres">
      <dgm:prSet presAssocID="{31447234-2E17-4BF3-A5B1-827F691A1AB4}" presName="node" presStyleLbl="node1" presStyleIdx="5" presStyleCnt="8">
        <dgm:presLayoutVars>
          <dgm:bulletEnabled val="1"/>
        </dgm:presLayoutVars>
      </dgm:prSet>
      <dgm:spPr/>
    </dgm:pt>
    <dgm:pt modelId="{DE20C1DC-E597-4FD1-86AE-E522AD470C60}" type="pres">
      <dgm:prSet presAssocID="{42F05DE2-3031-4CE5-B8AA-F01F969AB9A6}" presName="sibTrans" presStyleCnt="0"/>
      <dgm:spPr/>
    </dgm:pt>
    <dgm:pt modelId="{17FD3157-3181-49AD-B4B5-F5E3A0D12233}" type="pres">
      <dgm:prSet presAssocID="{3EDE1F92-C95F-4CFE-8774-8F86E933D080}" presName="node" presStyleLbl="node1" presStyleIdx="6" presStyleCnt="8">
        <dgm:presLayoutVars>
          <dgm:bulletEnabled val="1"/>
        </dgm:presLayoutVars>
      </dgm:prSet>
      <dgm:spPr/>
    </dgm:pt>
    <dgm:pt modelId="{86F03863-2A80-41AE-995D-E226BFD1A384}" type="pres">
      <dgm:prSet presAssocID="{0990E775-C45F-4400-AD26-F5B6898B09E9}" presName="sibTrans" presStyleCnt="0"/>
      <dgm:spPr/>
    </dgm:pt>
    <dgm:pt modelId="{427D05FE-4059-4A27-8067-D077D3B9B365}" type="pres">
      <dgm:prSet presAssocID="{7C0CEE08-3B33-414A-83F0-813975640CF0}" presName="node" presStyleLbl="node1" presStyleIdx="7" presStyleCnt="8">
        <dgm:presLayoutVars>
          <dgm:bulletEnabled val="1"/>
        </dgm:presLayoutVars>
      </dgm:prSet>
      <dgm:spPr/>
    </dgm:pt>
  </dgm:ptLst>
  <dgm:cxnLst>
    <dgm:cxn modelId="{64212607-C4E7-47D2-9CF6-0ADD7B6766F2}" srcId="{8C82479E-D16C-48F7-9B22-8634B2D979B5}" destId="{7C0CEE08-3B33-414A-83F0-813975640CF0}" srcOrd="7" destOrd="0" parTransId="{3F103C30-00ED-4150-83CA-DFC3E36F16E8}" sibTransId="{FC964B47-296B-4990-802F-2FD5BD8B3C69}"/>
    <dgm:cxn modelId="{AFB28B11-7A96-42C7-BF45-81E2DC130628}" srcId="{8C82479E-D16C-48F7-9B22-8634B2D979B5}" destId="{F7E822FD-5B12-4F8B-8555-0ED305067991}" srcOrd="0" destOrd="0" parTransId="{FEF0A10A-03B0-42F4-BF9A-5FACA4EF2CBF}" sibTransId="{B228ADA6-F514-4909-A4DE-3FABABAB5799}"/>
    <dgm:cxn modelId="{6824BE15-ABC1-4156-A5BC-9115D99953E4}" srcId="{8C82479E-D16C-48F7-9B22-8634B2D979B5}" destId="{31447234-2E17-4BF3-A5B1-827F691A1AB4}" srcOrd="5" destOrd="0" parTransId="{C191A9BE-6811-40EF-936A-F1298F288C08}" sibTransId="{42F05DE2-3031-4CE5-B8AA-F01F969AB9A6}"/>
    <dgm:cxn modelId="{1E6A255B-A3C6-49AF-BECD-C1BBEB37E07F}" srcId="{8C82479E-D16C-48F7-9B22-8634B2D979B5}" destId="{58DC719B-73B6-42DB-8815-C63CC90BC33A}" srcOrd="1" destOrd="0" parTransId="{0C66C4C9-05CA-4E60-9B5A-9617BFF92E7A}" sibTransId="{1F1D35C3-A5A4-4F75-959D-C0CA720B7F46}"/>
    <dgm:cxn modelId="{290F834B-6788-4475-B9E6-32C01F2B347F}" type="presOf" srcId="{DF4E7762-3B14-4E40-A7EE-0272B2852145}" destId="{FC53B40B-FA67-43F2-8FD3-C991953A719C}" srcOrd="0" destOrd="0" presId="urn:microsoft.com/office/officeart/2005/8/layout/default"/>
    <dgm:cxn modelId="{B6D56D4F-776D-4CB4-9C38-63E2336DF861}" type="presOf" srcId="{3EDE1F92-C95F-4CFE-8774-8F86E933D080}" destId="{17FD3157-3181-49AD-B4B5-F5E3A0D12233}" srcOrd="0" destOrd="0" presId="urn:microsoft.com/office/officeart/2005/8/layout/default"/>
    <dgm:cxn modelId="{B15BE274-2E28-4807-882F-E5165149EC81}" type="presOf" srcId="{D59C20FA-C306-4D31-BF59-FDC28AF0D57B}" destId="{81E864D9-7003-40A7-BCB6-BC06A288CEEA}" srcOrd="0" destOrd="0" presId="urn:microsoft.com/office/officeart/2005/8/layout/default"/>
    <dgm:cxn modelId="{6F66E380-162D-4BBE-92BF-9797BD3D64E0}" srcId="{DF4E7762-3B14-4E40-A7EE-0272B2852145}" destId="{A91FE602-D2F1-4E57-B6A8-1BDC3025D728}" srcOrd="0" destOrd="0" parTransId="{0AEA6C61-C306-4D6E-9BEB-40208640910D}" sibTransId="{4F50ADAA-A0AE-4344-99DD-71B043921977}"/>
    <dgm:cxn modelId="{1AB75688-9010-457E-9DEB-54C6AE99D566}" type="presOf" srcId="{58DC719B-73B6-42DB-8815-C63CC90BC33A}" destId="{676F7493-4304-4298-B917-2B0D824DFC0A}" srcOrd="0" destOrd="0" presId="urn:microsoft.com/office/officeart/2005/8/layout/default"/>
    <dgm:cxn modelId="{AE08B48A-C250-471D-994D-3FB4570B677F}" type="presOf" srcId="{F7E822FD-5B12-4F8B-8555-0ED305067991}" destId="{673E7B65-6723-4C29-9BA7-864D718FA5B0}" srcOrd="0" destOrd="0" presId="urn:microsoft.com/office/officeart/2005/8/layout/default"/>
    <dgm:cxn modelId="{3CA58F9A-C3D6-4446-84B1-5D6C56FE45FA}" type="presOf" srcId="{8C82479E-D16C-48F7-9B22-8634B2D979B5}" destId="{745EBA95-E8DA-4B86-A244-1D0CCB26F19B}" srcOrd="0" destOrd="0" presId="urn:microsoft.com/office/officeart/2005/8/layout/default"/>
    <dgm:cxn modelId="{DE4E0E9D-D14C-437E-AF23-666DB4BD8F4D}" srcId="{8C82479E-D16C-48F7-9B22-8634B2D979B5}" destId="{3EDE1F92-C95F-4CFE-8774-8F86E933D080}" srcOrd="6" destOrd="0" parTransId="{BA1B9942-D569-471F-B55B-6E60816A19F5}" sibTransId="{0990E775-C45F-4400-AD26-F5B6898B09E9}"/>
    <dgm:cxn modelId="{17A6B1B1-A48E-4C71-8E7E-30122A6BBC5E}" srcId="{8C82479E-D16C-48F7-9B22-8634B2D979B5}" destId="{6DA40A2D-21E7-42CC-A04E-96BEE53C92A6}" srcOrd="3" destOrd="0" parTransId="{EA1DBD35-AB54-494A-8031-1471148D327E}" sibTransId="{48E2539E-5E13-40B5-9723-EFF01FEED36A}"/>
    <dgm:cxn modelId="{D4E0D7B1-191B-4FC0-A0DA-FA99DA63456E}" type="presOf" srcId="{6DA40A2D-21E7-42CC-A04E-96BEE53C92A6}" destId="{8CB997EA-8433-45B9-9E30-0D50C1D4F610}" srcOrd="0" destOrd="0" presId="urn:microsoft.com/office/officeart/2005/8/layout/default"/>
    <dgm:cxn modelId="{F299B8CC-DB18-44B5-B673-35D9ABEA174B}" type="presOf" srcId="{7C0CEE08-3B33-414A-83F0-813975640CF0}" destId="{427D05FE-4059-4A27-8067-D077D3B9B365}" srcOrd="0" destOrd="0" presId="urn:microsoft.com/office/officeart/2005/8/layout/default"/>
    <dgm:cxn modelId="{D1C7B3DE-5AA8-4450-B67D-0273481CE0E7}" srcId="{8C82479E-D16C-48F7-9B22-8634B2D979B5}" destId="{DF4E7762-3B14-4E40-A7EE-0272B2852145}" srcOrd="4" destOrd="0" parTransId="{42A4F08F-EEA9-467C-BD6A-23424813F7D2}" sibTransId="{4D17EA93-507A-4BC1-91FE-5D0438D8DAFF}"/>
    <dgm:cxn modelId="{55F663E7-67CA-4466-968F-978512151104}" srcId="{8C82479E-D16C-48F7-9B22-8634B2D979B5}" destId="{D59C20FA-C306-4D31-BF59-FDC28AF0D57B}" srcOrd="2" destOrd="0" parTransId="{7BEF2C66-1203-4984-AD15-B95DDD5D2F56}" sibTransId="{716268B0-0BB4-4FD3-AAB1-01335CDA672E}"/>
    <dgm:cxn modelId="{0D4958F6-46F6-4B45-9A38-AA749B24B257}" type="presOf" srcId="{31447234-2E17-4BF3-A5B1-827F691A1AB4}" destId="{11D0271B-13F1-4BE7-A878-2FEFA01C263C}" srcOrd="0" destOrd="0" presId="urn:microsoft.com/office/officeart/2005/8/layout/default"/>
    <dgm:cxn modelId="{881B5DFA-0095-4DC5-BD45-FA1AC200CEB4}" type="presOf" srcId="{A91FE602-D2F1-4E57-B6A8-1BDC3025D728}" destId="{FC53B40B-FA67-43F2-8FD3-C991953A719C}" srcOrd="0" destOrd="1" presId="urn:microsoft.com/office/officeart/2005/8/layout/default"/>
    <dgm:cxn modelId="{C277CABB-CC0D-456C-98B2-46836E086625}" type="presParOf" srcId="{745EBA95-E8DA-4B86-A244-1D0CCB26F19B}" destId="{673E7B65-6723-4C29-9BA7-864D718FA5B0}" srcOrd="0" destOrd="0" presId="urn:microsoft.com/office/officeart/2005/8/layout/default"/>
    <dgm:cxn modelId="{D0924232-08BB-414D-BB27-E47B9ECF39D5}" type="presParOf" srcId="{745EBA95-E8DA-4B86-A244-1D0CCB26F19B}" destId="{8C9DB47E-3917-4A82-B747-4094A44F9F68}" srcOrd="1" destOrd="0" presId="urn:microsoft.com/office/officeart/2005/8/layout/default"/>
    <dgm:cxn modelId="{DF8B6160-98FB-475A-A2BA-437BEC2C5302}" type="presParOf" srcId="{745EBA95-E8DA-4B86-A244-1D0CCB26F19B}" destId="{676F7493-4304-4298-B917-2B0D824DFC0A}" srcOrd="2" destOrd="0" presId="urn:microsoft.com/office/officeart/2005/8/layout/default"/>
    <dgm:cxn modelId="{2A0F3206-4420-442D-A012-945B9D1CE9A9}" type="presParOf" srcId="{745EBA95-E8DA-4B86-A244-1D0CCB26F19B}" destId="{5523B1F5-05D7-4038-BD8B-A95F985704D0}" srcOrd="3" destOrd="0" presId="urn:microsoft.com/office/officeart/2005/8/layout/default"/>
    <dgm:cxn modelId="{7C400204-192F-48C9-AB27-D0C752314327}" type="presParOf" srcId="{745EBA95-E8DA-4B86-A244-1D0CCB26F19B}" destId="{81E864D9-7003-40A7-BCB6-BC06A288CEEA}" srcOrd="4" destOrd="0" presId="urn:microsoft.com/office/officeart/2005/8/layout/default"/>
    <dgm:cxn modelId="{E11BB5E5-A00C-4105-B311-1DFCC1B663A0}" type="presParOf" srcId="{745EBA95-E8DA-4B86-A244-1D0CCB26F19B}" destId="{452A6B0A-5E36-41BC-99D7-4214DB25DA19}" srcOrd="5" destOrd="0" presId="urn:microsoft.com/office/officeart/2005/8/layout/default"/>
    <dgm:cxn modelId="{E07D9A91-3866-4CB5-9ED8-3B1BF5407B05}" type="presParOf" srcId="{745EBA95-E8DA-4B86-A244-1D0CCB26F19B}" destId="{8CB997EA-8433-45B9-9E30-0D50C1D4F610}" srcOrd="6" destOrd="0" presId="urn:microsoft.com/office/officeart/2005/8/layout/default"/>
    <dgm:cxn modelId="{FDC6DD06-4189-4C74-8BA7-0CB1A71A7DF3}" type="presParOf" srcId="{745EBA95-E8DA-4B86-A244-1D0CCB26F19B}" destId="{FA1155CD-2AA1-4A22-B0C6-E1C29C55E92A}" srcOrd="7" destOrd="0" presId="urn:microsoft.com/office/officeart/2005/8/layout/default"/>
    <dgm:cxn modelId="{FCAEC32C-684E-435B-A153-3B912D8BA638}" type="presParOf" srcId="{745EBA95-E8DA-4B86-A244-1D0CCB26F19B}" destId="{FC53B40B-FA67-43F2-8FD3-C991953A719C}" srcOrd="8" destOrd="0" presId="urn:microsoft.com/office/officeart/2005/8/layout/default"/>
    <dgm:cxn modelId="{56010DFF-CFAD-4CE2-9A61-C6B8E975A1CE}" type="presParOf" srcId="{745EBA95-E8DA-4B86-A244-1D0CCB26F19B}" destId="{76D64FAC-EA93-455C-8BF2-EE5E3791FD34}" srcOrd="9" destOrd="0" presId="urn:microsoft.com/office/officeart/2005/8/layout/default"/>
    <dgm:cxn modelId="{1CA072F7-690D-41A8-9BD2-A472EB9E097B}" type="presParOf" srcId="{745EBA95-E8DA-4B86-A244-1D0CCB26F19B}" destId="{11D0271B-13F1-4BE7-A878-2FEFA01C263C}" srcOrd="10" destOrd="0" presId="urn:microsoft.com/office/officeart/2005/8/layout/default"/>
    <dgm:cxn modelId="{2F1F3606-E806-4392-83B2-876D3CD0AAA7}" type="presParOf" srcId="{745EBA95-E8DA-4B86-A244-1D0CCB26F19B}" destId="{DE20C1DC-E597-4FD1-86AE-E522AD470C60}" srcOrd="11" destOrd="0" presId="urn:microsoft.com/office/officeart/2005/8/layout/default"/>
    <dgm:cxn modelId="{37398B46-77B5-47F5-8EA0-D05BE7A312D0}" type="presParOf" srcId="{745EBA95-E8DA-4B86-A244-1D0CCB26F19B}" destId="{17FD3157-3181-49AD-B4B5-F5E3A0D12233}" srcOrd="12" destOrd="0" presId="urn:microsoft.com/office/officeart/2005/8/layout/default"/>
    <dgm:cxn modelId="{86A3F18E-F80A-46EC-9A17-7E9EFE1DF4E5}" type="presParOf" srcId="{745EBA95-E8DA-4B86-A244-1D0CCB26F19B}" destId="{86F03863-2A80-41AE-995D-E226BFD1A384}" srcOrd="13" destOrd="0" presId="urn:microsoft.com/office/officeart/2005/8/layout/default"/>
    <dgm:cxn modelId="{7948B7FF-7EA9-4B25-9767-A9A1B0123293}" type="presParOf" srcId="{745EBA95-E8DA-4B86-A244-1D0CCB26F19B}" destId="{427D05FE-4059-4A27-8067-D077D3B9B365}" srcOrd="1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73E7B65-6723-4C29-9BA7-864D718FA5B0}">
      <dsp:nvSpPr>
        <dsp:cNvPr id="0" name=""/>
        <dsp:cNvSpPr/>
      </dsp:nvSpPr>
      <dsp:spPr>
        <a:xfrm>
          <a:off x="3080" y="587032"/>
          <a:ext cx="2444055" cy="1466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Device startup</a:t>
          </a:r>
          <a:r>
            <a:rPr lang="en-US" sz="1700" kern="1200"/>
            <a:t>/shutdown</a:t>
          </a:r>
        </a:p>
      </dsp:txBody>
      <dsp:txXfrm>
        <a:off x="3080" y="587032"/>
        <a:ext cx="2444055" cy="1466433"/>
      </dsp:txXfrm>
    </dsp:sp>
    <dsp:sp modelId="{676F7493-4304-4298-B917-2B0D824DFC0A}">
      <dsp:nvSpPr>
        <dsp:cNvPr id="0" name=""/>
        <dsp:cNvSpPr/>
      </dsp:nvSpPr>
      <dsp:spPr>
        <a:xfrm>
          <a:off x="2691541" y="587032"/>
          <a:ext cx="2444055" cy="1466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Keyguard  Show/off</a:t>
          </a:r>
        </a:p>
      </dsp:txBody>
      <dsp:txXfrm>
        <a:off x="2691541" y="587032"/>
        <a:ext cx="2444055" cy="1466433"/>
      </dsp:txXfrm>
    </dsp:sp>
    <dsp:sp modelId="{81E864D9-7003-40A7-BCB6-BC06A288CEEA}">
      <dsp:nvSpPr>
        <dsp:cNvPr id="0" name=""/>
        <dsp:cNvSpPr/>
      </dsp:nvSpPr>
      <dsp:spPr>
        <a:xfrm>
          <a:off x="5380002" y="587032"/>
          <a:ext cx="2444055" cy="1466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/>
            <a:t>Move to background/foreground</a:t>
          </a:r>
          <a:endParaRPr lang="en-US" sz="1700" kern="1200"/>
        </a:p>
      </dsp:txBody>
      <dsp:txXfrm>
        <a:off x="5380002" y="587032"/>
        <a:ext cx="2444055" cy="1466433"/>
      </dsp:txXfrm>
    </dsp:sp>
    <dsp:sp modelId="{8CB997EA-8433-45B9-9E30-0D50C1D4F610}">
      <dsp:nvSpPr>
        <dsp:cNvPr id="0" name=""/>
        <dsp:cNvSpPr/>
      </dsp:nvSpPr>
      <dsp:spPr>
        <a:xfrm>
          <a:off x="8068463" y="587032"/>
          <a:ext cx="2444055" cy="1466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Screen interactive </a:t>
          </a:r>
          <a:r>
            <a:rPr lang="en-US" sz="1400" b="0" i="0" kern="1200" dirty="0"/>
            <a:t>screen </a:t>
          </a:r>
          <a:r>
            <a:rPr lang="en-GB" sz="1400" kern="1200" dirty="0"/>
            <a:t>turned on for full user interaction, not ambient display or other non-interactive state</a:t>
          </a:r>
          <a:endParaRPr lang="en-US" sz="1700" kern="1200" dirty="0"/>
        </a:p>
      </dsp:txBody>
      <dsp:txXfrm>
        <a:off x="8068463" y="587032"/>
        <a:ext cx="2444055" cy="1466433"/>
      </dsp:txXfrm>
    </dsp:sp>
    <dsp:sp modelId="{FC53B40B-FA67-43F2-8FD3-C991953A719C}">
      <dsp:nvSpPr>
        <dsp:cNvPr id="0" name=""/>
        <dsp:cNvSpPr/>
      </dsp:nvSpPr>
      <dsp:spPr>
        <a:xfrm>
          <a:off x="3080" y="2297871"/>
          <a:ext cx="2444055" cy="1466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700" kern="1200" dirty="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Screen not interactive</a:t>
          </a:r>
          <a:endParaRPr lang="en-US" sz="1700" kern="1200" dirty="0"/>
        </a:p>
        <a:p>
          <a:pPr marL="114300" lvl="1" indent="-114300" algn="ctr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None/>
          </a:pPr>
          <a:r>
            <a:rPr lang="en-GB" sz="1300" kern="1200" dirty="0"/>
            <a:t>completely turned off or turned on only in a non-interactive state like ambient display</a:t>
          </a:r>
          <a:endParaRPr lang="en-US" sz="1300" kern="1200" dirty="0"/>
        </a:p>
      </dsp:txBody>
      <dsp:txXfrm>
        <a:off x="3080" y="2297871"/>
        <a:ext cx="2444055" cy="1466433"/>
      </dsp:txXfrm>
    </dsp:sp>
    <dsp:sp modelId="{11D0271B-13F1-4BE7-A878-2FEFA01C263C}">
      <dsp:nvSpPr>
        <dsp:cNvPr id="0" name=""/>
        <dsp:cNvSpPr/>
      </dsp:nvSpPr>
      <dsp:spPr>
        <a:xfrm>
          <a:off x="2691541" y="2297871"/>
          <a:ext cx="2444055" cy="1466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Activity paused/resumed/stopped</a:t>
          </a:r>
          <a:endParaRPr lang="en-US" sz="1700" kern="1200" dirty="0"/>
        </a:p>
      </dsp:txBody>
      <dsp:txXfrm>
        <a:off x="2691541" y="2297871"/>
        <a:ext cx="2444055" cy="1466433"/>
      </dsp:txXfrm>
    </dsp:sp>
    <dsp:sp modelId="{17FD3157-3181-49AD-B4B5-F5E3A0D12233}">
      <dsp:nvSpPr>
        <dsp:cNvPr id="0" name=""/>
        <dsp:cNvSpPr/>
      </dsp:nvSpPr>
      <dsp:spPr>
        <a:xfrm>
          <a:off x="5380002" y="2297871"/>
          <a:ext cx="2444055" cy="1466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User interaction</a:t>
          </a:r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kern="1200" dirty="0"/>
            <a:t>An event type denoting that a package was interacted with in some way by the user</a:t>
          </a:r>
          <a:endParaRPr lang="en-US" sz="1200" kern="1200" dirty="0"/>
        </a:p>
      </dsp:txBody>
      <dsp:txXfrm>
        <a:off x="5380002" y="2297871"/>
        <a:ext cx="2444055" cy="1466433"/>
      </dsp:txXfrm>
    </dsp:sp>
    <dsp:sp modelId="{427D05FE-4059-4A27-8067-D077D3B9B365}">
      <dsp:nvSpPr>
        <dsp:cNvPr id="0" name=""/>
        <dsp:cNvSpPr/>
      </dsp:nvSpPr>
      <dsp:spPr>
        <a:xfrm>
          <a:off x="8068463" y="2297871"/>
          <a:ext cx="2444055" cy="146643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Configuration Change</a:t>
          </a:r>
          <a:endParaRPr lang="en-US" sz="1700" kern="1200" dirty="0"/>
        </a:p>
      </dsp:txBody>
      <dsp:txXfrm>
        <a:off x="8068463" y="2297871"/>
        <a:ext cx="2444055" cy="14664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41F6E3-57F9-402E-BDBA-5B2DE11C8530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BF98C7-164A-4723-84F0-B1E4B080DD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5273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  'Pixel 3' -</a:t>
            </a:r>
            <a:r>
              <a:rPr lang="en-US" dirty="0" err="1"/>
              <a:t>iname</a:t>
            </a:r>
            <a:r>
              <a:rPr lang="en-US" dirty="0"/>
              <a:t>  'package*'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7968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https://android.googlesource.com/platform/packages/apps/</a:t>
            </a:r>
          </a:p>
          <a:p>
            <a:r>
              <a:rPr lang="en-US" dirty="0"/>
              <a:t>https://android-developers.googleblog.com/2019/03/aosp-application-updates.html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0391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ls -l 'Pixel 3/data/data/</a:t>
            </a:r>
            <a:r>
              <a:rPr lang="en-US" dirty="0" err="1"/>
              <a:t>com.android.vending</a:t>
            </a:r>
            <a:r>
              <a:rPr lang="en-US" dirty="0"/>
              <a:t>’</a:t>
            </a:r>
          </a:p>
          <a:p>
            <a:r>
              <a:rPr lang="en-US" dirty="0"/>
              <a:t>https://gossipfunda.com/com-android-vending/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8589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ls -l 'Pixel 3/data/data/</a:t>
            </a:r>
            <a:r>
              <a:rPr lang="en-US" dirty="0" err="1"/>
              <a:t>com.android.vending</a:t>
            </a:r>
            <a:r>
              <a:rPr lang="en-US" dirty="0"/>
              <a:t>/databases'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441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sqlitebrowser</a:t>
            </a:r>
            <a:r>
              <a:rPr lang="en-US" dirty="0"/>
              <a:t> 'Pixel 3/data/data/</a:t>
            </a:r>
            <a:r>
              <a:rPr lang="en-US" dirty="0" err="1"/>
              <a:t>com.android.vending</a:t>
            </a:r>
            <a:r>
              <a:rPr lang="en-US" dirty="0"/>
              <a:t>/databases/</a:t>
            </a:r>
            <a:r>
              <a:rPr lang="en-US" dirty="0" err="1"/>
              <a:t>localappstate.db</a:t>
            </a:r>
            <a:r>
              <a:rPr lang="en-US" dirty="0"/>
              <a:t>'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35036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sqlite3 'Pixel 3/data/data/</a:t>
            </a:r>
            <a:r>
              <a:rPr lang="en-US" dirty="0" err="1"/>
              <a:t>com.android.vending</a:t>
            </a:r>
            <a:r>
              <a:rPr lang="en-US" dirty="0"/>
              <a:t>/databases/</a:t>
            </a:r>
            <a:r>
              <a:rPr lang="en-US" dirty="0" err="1"/>
              <a:t>localappstate.db</a:t>
            </a:r>
            <a:r>
              <a:rPr lang="en-US" dirty="0"/>
              <a:t>’</a:t>
            </a:r>
          </a:p>
          <a:p>
            <a:r>
              <a:rPr lang="en-US" dirty="0"/>
              <a:t>.tables</a:t>
            </a:r>
          </a:p>
          <a:p>
            <a:r>
              <a:rPr lang="en-US" dirty="0"/>
              <a:t>PRAGMA </a:t>
            </a:r>
            <a:r>
              <a:rPr lang="en-US" dirty="0" err="1"/>
              <a:t>table_info</a:t>
            </a:r>
            <a:r>
              <a:rPr lang="en-US" dirty="0"/>
              <a:t>(</a:t>
            </a:r>
            <a:r>
              <a:rPr lang="en-US" dirty="0" err="1"/>
              <a:t>appstate</a:t>
            </a:r>
            <a:r>
              <a:rPr lang="en-US" dirty="0"/>
              <a:t>);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1268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select  </a:t>
            </a:r>
            <a:r>
              <a:rPr lang="en-GB" dirty="0" err="1"/>
              <a:t>package_name</a:t>
            </a:r>
            <a:r>
              <a:rPr lang="en-GB" dirty="0"/>
              <a:t>, </a:t>
            </a:r>
            <a:r>
              <a:rPr lang="en-GB" dirty="0" err="1"/>
              <a:t>delivery_data_timestamp_ms</a:t>
            </a:r>
            <a:r>
              <a:rPr lang="en-GB" dirty="0"/>
              <a:t>, </a:t>
            </a:r>
            <a:r>
              <a:rPr lang="en-GB" dirty="0" err="1"/>
              <a:t>first_download_ms</a:t>
            </a:r>
            <a:r>
              <a:rPr lang="en-GB" dirty="0"/>
              <a:t>, account, title from </a:t>
            </a:r>
            <a:r>
              <a:rPr lang="en-GB" dirty="0" err="1"/>
              <a:t>appstate</a:t>
            </a:r>
            <a:r>
              <a:rPr lang="en-GB" dirty="0"/>
              <a:t> limit 20;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51218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select  </a:t>
            </a:r>
            <a:r>
              <a:rPr lang="en-GB" dirty="0" err="1"/>
              <a:t>package_name</a:t>
            </a:r>
            <a:r>
              <a:rPr lang="en-GB" dirty="0"/>
              <a:t>, </a:t>
            </a:r>
            <a:r>
              <a:rPr lang="en-GB" dirty="0" err="1"/>
              <a:t>delivery_data_timestamp_ms</a:t>
            </a:r>
            <a:r>
              <a:rPr lang="en-GB" dirty="0"/>
              <a:t>, </a:t>
            </a:r>
            <a:r>
              <a:rPr lang="en-GB" dirty="0" err="1"/>
              <a:t>first_download_ms</a:t>
            </a:r>
            <a:r>
              <a:rPr lang="en-GB" dirty="0"/>
              <a:t>, account, title from </a:t>
            </a:r>
            <a:r>
              <a:rPr lang="en-GB" dirty="0" err="1"/>
              <a:t>appstate</a:t>
            </a:r>
            <a:r>
              <a:rPr lang="en-GB" dirty="0"/>
              <a:t> where lower(title) like '%chat%';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3971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sqlite</a:t>
            </a:r>
            <a:r>
              <a:rPr lang="en-US" dirty="0"/>
              <a:t>&gt; .header on</a:t>
            </a:r>
          </a:p>
          <a:p>
            <a:r>
              <a:rPr lang="en-US" dirty="0" err="1"/>
              <a:t>sqlite</a:t>
            </a:r>
            <a:r>
              <a:rPr lang="en-US" dirty="0"/>
              <a:t>&gt; .mode csv</a:t>
            </a:r>
          </a:p>
          <a:p>
            <a:r>
              <a:rPr lang="en-US" dirty="0" err="1"/>
              <a:t>sqlite</a:t>
            </a:r>
            <a:r>
              <a:rPr lang="en-US" dirty="0"/>
              <a:t>&gt; .output appstate.csv</a:t>
            </a:r>
          </a:p>
          <a:p>
            <a:r>
              <a:rPr lang="en-US" dirty="0" err="1"/>
              <a:t>sqlite</a:t>
            </a:r>
            <a:r>
              <a:rPr lang="en-US" dirty="0"/>
              <a:t>&gt; select  </a:t>
            </a:r>
            <a:r>
              <a:rPr lang="en-US" dirty="0" err="1"/>
              <a:t>package_name</a:t>
            </a:r>
            <a:r>
              <a:rPr lang="en-US" dirty="0"/>
              <a:t>, </a:t>
            </a:r>
            <a:r>
              <a:rPr lang="en-US" dirty="0" err="1"/>
              <a:t>delivery_data_timestamp_ms</a:t>
            </a:r>
            <a:r>
              <a:rPr lang="en-US" dirty="0"/>
              <a:t>, </a:t>
            </a:r>
            <a:r>
              <a:rPr lang="en-US" dirty="0" err="1"/>
              <a:t>first_download_ms</a:t>
            </a:r>
            <a:r>
              <a:rPr lang="en-US" dirty="0"/>
              <a:t>, account, title from </a:t>
            </a:r>
            <a:r>
              <a:rPr lang="en-US" dirty="0" err="1"/>
              <a:t>appstate</a:t>
            </a:r>
            <a:r>
              <a:rPr lang="en-US" dirty="0"/>
              <a:t>;</a:t>
            </a:r>
          </a:p>
          <a:p>
            <a:r>
              <a:rPr lang="en-US" dirty="0" err="1"/>
              <a:t>sqlite</a:t>
            </a:r>
            <a:r>
              <a:rPr lang="en-US" dirty="0"/>
              <a:t>&gt; .quit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5432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sqlite</a:t>
            </a:r>
            <a:r>
              <a:rPr lang="en-US" dirty="0"/>
              <a:t>&gt; .header on</a:t>
            </a:r>
          </a:p>
          <a:p>
            <a:r>
              <a:rPr lang="en-US" dirty="0" err="1"/>
              <a:t>sqlite</a:t>
            </a:r>
            <a:r>
              <a:rPr lang="en-US" dirty="0"/>
              <a:t>&gt; .mode csv</a:t>
            </a:r>
          </a:p>
          <a:p>
            <a:r>
              <a:rPr lang="en-US" dirty="0" err="1"/>
              <a:t>sqlite</a:t>
            </a:r>
            <a:r>
              <a:rPr lang="en-US" dirty="0"/>
              <a:t>&gt; .output appstate.csv</a:t>
            </a:r>
          </a:p>
          <a:p>
            <a:r>
              <a:rPr lang="en-US" dirty="0" err="1"/>
              <a:t>sqlite</a:t>
            </a:r>
            <a:r>
              <a:rPr lang="en-US" dirty="0"/>
              <a:t>&gt; select  </a:t>
            </a:r>
            <a:r>
              <a:rPr lang="en-US" dirty="0" err="1"/>
              <a:t>package_name</a:t>
            </a:r>
            <a:r>
              <a:rPr lang="en-US" dirty="0"/>
              <a:t>, </a:t>
            </a:r>
            <a:r>
              <a:rPr lang="en-US" dirty="0" err="1"/>
              <a:t>delivery_data_timestamp_ms</a:t>
            </a:r>
            <a:r>
              <a:rPr lang="en-US" dirty="0"/>
              <a:t>, </a:t>
            </a:r>
            <a:r>
              <a:rPr lang="en-US" dirty="0" err="1"/>
              <a:t>first_download_ms</a:t>
            </a:r>
            <a:r>
              <a:rPr lang="en-US" dirty="0"/>
              <a:t>, account, title from </a:t>
            </a:r>
            <a:r>
              <a:rPr lang="en-US" dirty="0" err="1"/>
              <a:t>appstate</a:t>
            </a:r>
            <a:r>
              <a:rPr lang="en-US" dirty="0"/>
              <a:t>;</a:t>
            </a:r>
          </a:p>
          <a:p>
            <a:r>
              <a:rPr lang="en-US" dirty="0" err="1"/>
              <a:t>sqlite</a:t>
            </a:r>
            <a:r>
              <a:rPr lang="en-US" dirty="0"/>
              <a:t>&gt; .quit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5261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date -d '@1580317477' -u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0190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sqlite</a:t>
            </a:r>
            <a:r>
              <a:rPr lang="en-US" dirty="0"/>
              <a:t>&gt; select  </a:t>
            </a:r>
            <a:r>
              <a:rPr lang="en-US" dirty="0" err="1"/>
              <a:t>first_download_ms</a:t>
            </a:r>
            <a:r>
              <a:rPr lang="en-US" dirty="0"/>
              <a:t>, account, title from </a:t>
            </a:r>
            <a:r>
              <a:rPr lang="en-US" dirty="0" err="1"/>
              <a:t>appstate</a:t>
            </a:r>
            <a:r>
              <a:rPr lang="en-US" dirty="0"/>
              <a:t> where </a:t>
            </a:r>
            <a:r>
              <a:rPr lang="en-US" dirty="0" err="1"/>
              <a:t>first_download_ms</a:t>
            </a:r>
            <a:r>
              <a:rPr lang="en-US" dirty="0"/>
              <a:t> &gt; 100 order by </a:t>
            </a:r>
            <a:r>
              <a:rPr lang="en-US" dirty="0" err="1"/>
              <a:t>first_download_ms</a:t>
            </a:r>
            <a:r>
              <a:rPr lang="en-US" dirty="0"/>
              <a:t> limit 3;</a:t>
            </a:r>
          </a:p>
          <a:p>
            <a:r>
              <a:rPr lang="en-US" dirty="0"/>
              <a:t>1580312356256||Data Transfer Tool</a:t>
            </a:r>
          </a:p>
          <a:p>
            <a:r>
              <a:rPr lang="en-US" dirty="0"/>
              <a:t>1580312557497|thisisdfir@gmail.com|android.autoinstalls.config.google.nexus</a:t>
            </a:r>
          </a:p>
          <a:p>
            <a:r>
              <a:rPr lang="en-US" dirty="0"/>
              <a:t>1580312649019|thisisdfir@gmail.com|Google Docs</a:t>
            </a:r>
          </a:p>
          <a:p>
            <a:r>
              <a:rPr lang="en-US" dirty="0" err="1"/>
              <a:t>sqlite</a:t>
            </a:r>
            <a:r>
              <a:rPr lang="en-US" dirty="0"/>
              <a:t>&gt; </a:t>
            </a:r>
          </a:p>
          <a:p>
            <a:r>
              <a:rPr lang="en-US" dirty="0" err="1"/>
              <a:t>sqlite</a:t>
            </a:r>
            <a:r>
              <a:rPr lang="en-US" dirty="0"/>
              <a:t>&gt; select  </a:t>
            </a:r>
            <a:r>
              <a:rPr lang="en-US" dirty="0" err="1"/>
              <a:t>first_download_ms</a:t>
            </a:r>
            <a:r>
              <a:rPr lang="en-US" dirty="0"/>
              <a:t>, account, title from </a:t>
            </a:r>
            <a:r>
              <a:rPr lang="en-US" dirty="0" err="1"/>
              <a:t>appstate</a:t>
            </a:r>
            <a:r>
              <a:rPr lang="en-US" dirty="0"/>
              <a:t> where </a:t>
            </a:r>
            <a:r>
              <a:rPr lang="en-US" dirty="0" err="1"/>
              <a:t>first_download_ms</a:t>
            </a:r>
            <a:r>
              <a:rPr lang="en-US" dirty="0"/>
              <a:t> &gt; 100 order by </a:t>
            </a:r>
            <a:r>
              <a:rPr lang="en-US" dirty="0" err="1"/>
              <a:t>first_download_ms</a:t>
            </a:r>
            <a:r>
              <a:rPr lang="en-US" dirty="0"/>
              <a:t> desc limit 3;</a:t>
            </a:r>
          </a:p>
          <a:p>
            <a:r>
              <a:rPr lang="en-US" dirty="0"/>
              <a:t>1580317923118|thisisdfir@gmail.com|Imgur: Find funny GIFs, memes &amp; watch viral videos</a:t>
            </a:r>
          </a:p>
          <a:p>
            <a:r>
              <a:rPr lang="en-US" dirty="0"/>
              <a:t>1580317779105|thisisdfir@gmail.com|Snapchat</a:t>
            </a:r>
          </a:p>
          <a:p>
            <a:r>
              <a:rPr lang="en-US" dirty="0"/>
              <a:t>1580317762141|thisisdfir@gmail.com|Twitter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04989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sqlite3 'Pixel 3/data/data/</a:t>
            </a:r>
            <a:r>
              <a:rPr lang="en-US" dirty="0" err="1"/>
              <a:t>com.android.vending</a:t>
            </a:r>
            <a:r>
              <a:rPr lang="en-US" dirty="0"/>
              <a:t>/databases/</a:t>
            </a:r>
            <a:r>
              <a:rPr lang="en-US" dirty="0" err="1"/>
              <a:t>localappstate.db</a:t>
            </a:r>
            <a:r>
              <a:rPr lang="en-US" dirty="0"/>
              <a:t>’</a:t>
            </a:r>
          </a:p>
          <a:p>
            <a:r>
              <a:rPr lang="en-GB" dirty="0"/>
              <a:t>select  </a:t>
            </a:r>
            <a:r>
              <a:rPr lang="en-GB" dirty="0" err="1"/>
              <a:t>package_name</a:t>
            </a:r>
            <a:r>
              <a:rPr lang="en-GB" dirty="0"/>
              <a:t>, </a:t>
            </a:r>
            <a:r>
              <a:rPr lang="en-GB" dirty="0" err="1"/>
              <a:t>delivery_data_timestamp_ms</a:t>
            </a:r>
            <a:r>
              <a:rPr lang="en-GB" dirty="0"/>
              <a:t>, </a:t>
            </a:r>
            <a:r>
              <a:rPr lang="en-GB" dirty="0" err="1"/>
              <a:t>first_download_ms</a:t>
            </a:r>
            <a:r>
              <a:rPr lang="en-GB" dirty="0"/>
              <a:t>, account, title from </a:t>
            </a:r>
            <a:r>
              <a:rPr lang="en-GB" dirty="0" err="1"/>
              <a:t>appstate</a:t>
            </a:r>
            <a:r>
              <a:rPr lang="en-GB" dirty="0"/>
              <a:t> where lower(title) like '%</a:t>
            </a:r>
            <a:r>
              <a:rPr lang="en-GB" dirty="0" err="1"/>
              <a:t>whatsapp</a:t>
            </a:r>
            <a:r>
              <a:rPr lang="en-GB" dirty="0"/>
              <a:t>%';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3518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sqlite3 'Pixel 3/data/data/</a:t>
            </a:r>
            <a:r>
              <a:rPr lang="en-US" dirty="0" err="1"/>
              <a:t>com.android.vending</a:t>
            </a:r>
            <a:r>
              <a:rPr lang="en-US" dirty="0"/>
              <a:t>/databases/</a:t>
            </a:r>
            <a:r>
              <a:rPr lang="en-US" dirty="0" err="1"/>
              <a:t>library.db</a:t>
            </a:r>
            <a:r>
              <a:rPr lang="en-US" dirty="0"/>
              <a:t>’ </a:t>
            </a:r>
          </a:p>
          <a:p>
            <a:r>
              <a:rPr lang="en-GB" dirty="0"/>
              <a:t>select </a:t>
            </a:r>
            <a:r>
              <a:rPr lang="en-GB" dirty="0" err="1"/>
              <a:t>doc_id</a:t>
            </a:r>
            <a:r>
              <a:rPr lang="en-GB" dirty="0"/>
              <a:t>, </a:t>
            </a:r>
            <a:r>
              <a:rPr lang="en-GB" dirty="0" err="1"/>
              <a:t>document_hash</a:t>
            </a:r>
            <a:r>
              <a:rPr lang="en-GB" dirty="0"/>
              <a:t>, </a:t>
            </a:r>
            <a:r>
              <a:rPr lang="en-GB" dirty="0" err="1"/>
              <a:t>purchase_time</a:t>
            </a:r>
            <a:r>
              <a:rPr lang="en-GB" dirty="0"/>
              <a:t> from ownership where </a:t>
            </a:r>
            <a:r>
              <a:rPr lang="en-GB" dirty="0" err="1"/>
              <a:t>doc_id</a:t>
            </a:r>
            <a:r>
              <a:rPr lang="en-GB" dirty="0"/>
              <a:t> like '%</a:t>
            </a:r>
            <a:r>
              <a:rPr lang="en-GB" dirty="0" err="1"/>
              <a:t>whatsapp</a:t>
            </a:r>
            <a:r>
              <a:rPr lang="en-GB" dirty="0"/>
              <a:t>%';</a:t>
            </a:r>
          </a:p>
          <a:p>
            <a:r>
              <a:rPr lang="en-GB" dirty="0" err="1"/>
              <a:t>com.whatsapp</a:t>
            </a:r>
            <a:r>
              <a:rPr lang="en-GB" dirty="0"/>
              <a:t>|-2208265135048976340| 1543518467665</a:t>
            </a:r>
          </a:p>
          <a:p>
            <a:r>
              <a:rPr lang="en-US" dirty="0"/>
              <a:t>Thu 29 Nov 2018 07:07:47 PM UTC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37452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date -u \                                                                                      </a:t>
            </a:r>
          </a:p>
          <a:p>
            <a:r>
              <a:rPr lang="en-US" dirty="0"/>
              <a:t>--date=@$(sqlite3 'Pixel 3/data/data/</a:t>
            </a:r>
            <a:r>
              <a:rPr lang="en-US" dirty="0" err="1"/>
              <a:t>com.android.vending</a:t>
            </a:r>
            <a:r>
              <a:rPr lang="en-US" dirty="0"/>
              <a:t>/databases/</a:t>
            </a:r>
            <a:r>
              <a:rPr lang="en-US" dirty="0" err="1"/>
              <a:t>library.db</a:t>
            </a:r>
            <a:r>
              <a:rPr lang="en-US" dirty="0"/>
              <a:t>'  \</a:t>
            </a:r>
          </a:p>
          <a:p>
            <a:r>
              <a:rPr lang="en-US" dirty="0"/>
              <a:t>"SELECT </a:t>
            </a:r>
            <a:r>
              <a:rPr lang="en-US" dirty="0" err="1"/>
              <a:t>purchase_time</a:t>
            </a:r>
            <a:r>
              <a:rPr lang="en-US" dirty="0"/>
              <a:t>/1000 FROM ownership WHERE </a:t>
            </a:r>
            <a:r>
              <a:rPr lang="en-US" dirty="0" err="1"/>
              <a:t>doc_id</a:t>
            </a:r>
            <a:r>
              <a:rPr lang="en-US" dirty="0"/>
              <a:t>   like '%</a:t>
            </a:r>
            <a:r>
              <a:rPr lang="en-US" dirty="0" err="1"/>
              <a:t>whatsapp</a:t>
            </a:r>
            <a:r>
              <a:rPr lang="en-US" dirty="0"/>
              <a:t>%'")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064477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ls 'Pixel 3/data/data/'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2201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ls 'Pixel 3/data/data/' | grep -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com.google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3849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com.google.android.apps.chromecast.app</a:t>
            </a:r>
            <a:endParaRPr lang="en-US" dirty="0"/>
          </a:p>
          <a:p>
            <a:r>
              <a:rPr lang="en-US" dirty="0" err="1"/>
              <a:t>com.google.android.apps.docs</a:t>
            </a:r>
            <a:endParaRPr lang="en-US" dirty="0"/>
          </a:p>
          <a:p>
            <a:r>
              <a:rPr lang="en-US" dirty="0" err="1"/>
              <a:t>com.google.android.apps.docs.editors.docs</a:t>
            </a:r>
            <a:endParaRPr lang="en-US" dirty="0"/>
          </a:p>
          <a:p>
            <a:r>
              <a:rPr lang="en-US" dirty="0" err="1"/>
              <a:t>com.google.android.apps.dreamliner</a:t>
            </a:r>
            <a:endParaRPr lang="en-US" dirty="0"/>
          </a:p>
          <a:p>
            <a:r>
              <a:rPr lang="en-US" dirty="0" err="1"/>
              <a:t>com.google.android.apps.enterprise.dmagent</a:t>
            </a:r>
            <a:endParaRPr lang="en-US" dirty="0"/>
          </a:p>
          <a:p>
            <a:r>
              <a:rPr lang="en-US" dirty="0" err="1"/>
              <a:t>com.google.android.apps.gcs</a:t>
            </a:r>
            <a:endParaRPr lang="en-US" dirty="0"/>
          </a:p>
          <a:p>
            <a:r>
              <a:rPr lang="en-US" dirty="0" err="1"/>
              <a:t>com.google.android.apps.helprtc</a:t>
            </a:r>
            <a:endParaRPr lang="en-US" dirty="0"/>
          </a:p>
          <a:p>
            <a:r>
              <a:rPr lang="en-US" dirty="0" err="1"/>
              <a:t>com.google.android.apps.magazines</a:t>
            </a:r>
            <a:endParaRPr lang="en-US" dirty="0"/>
          </a:p>
          <a:p>
            <a:r>
              <a:rPr lang="en-US" dirty="0" err="1"/>
              <a:t>com.google.android.apps.maps</a:t>
            </a:r>
            <a:endParaRPr lang="en-US" dirty="0"/>
          </a:p>
          <a:p>
            <a:r>
              <a:rPr lang="en-US" dirty="0" err="1"/>
              <a:t>com.google.android.apps.messaging</a:t>
            </a:r>
            <a:endParaRPr lang="en-US" dirty="0"/>
          </a:p>
          <a:p>
            <a:r>
              <a:rPr lang="en-US" dirty="0" err="1"/>
              <a:t>com.google.android.apps.nexuslauncher</a:t>
            </a:r>
            <a:endParaRPr lang="en-US" dirty="0"/>
          </a:p>
          <a:p>
            <a:r>
              <a:rPr lang="en-US" dirty="0" err="1"/>
              <a:t>com.google.android.apps.photos</a:t>
            </a:r>
            <a:endParaRPr lang="en-US" dirty="0"/>
          </a:p>
          <a:p>
            <a:r>
              <a:rPr lang="en-US" dirty="0" err="1"/>
              <a:t>com.google.android.apps.pixelmigrate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8047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com.google.android.apps.safetyhub</a:t>
            </a:r>
            <a:endParaRPr lang="en-US" dirty="0"/>
          </a:p>
          <a:p>
            <a:r>
              <a:rPr lang="en-US" dirty="0" err="1"/>
              <a:t>com.google.android.apps.tachyon</a:t>
            </a:r>
            <a:endParaRPr lang="en-US" dirty="0"/>
          </a:p>
          <a:p>
            <a:r>
              <a:rPr lang="en-US" dirty="0" err="1"/>
              <a:t>com.google.android.apps.tips</a:t>
            </a:r>
            <a:endParaRPr lang="en-US" dirty="0"/>
          </a:p>
          <a:p>
            <a:r>
              <a:rPr lang="en-US" dirty="0" err="1"/>
              <a:t>com.google.android.apps.turbo</a:t>
            </a:r>
            <a:endParaRPr lang="en-US" dirty="0"/>
          </a:p>
          <a:p>
            <a:r>
              <a:rPr lang="en-US" dirty="0" err="1"/>
              <a:t>com.google.android.apps.tycho</a:t>
            </a:r>
            <a:endParaRPr lang="en-US" dirty="0"/>
          </a:p>
          <a:p>
            <a:r>
              <a:rPr lang="en-US" dirty="0" err="1"/>
              <a:t>com.google.android.apps.walletnfcrel</a:t>
            </a:r>
            <a:endParaRPr lang="en-US" dirty="0"/>
          </a:p>
          <a:p>
            <a:r>
              <a:rPr lang="en-US" dirty="0" err="1"/>
              <a:t>com.google.android.apps.wallpaper</a:t>
            </a:r>
            <a:endParaRPr lang="en-US" dirty="0"/>
          </a:p>
          <a:p>
            <a:r>
              <a:rPr lang="en-US" dirty="0" err="1"/>
              <a:t>com.google.android.apps.wellbeing</a:t>
            </a:r>
            <a:endParaRPr lang="en-US" dirty="0"/>
          </a:p>
          <a:p>
            <a:r>
              <a:rPr lang="en-US" dirty="0" err="1"/>
              <a:t>com.google.android.apps.work.oobconfig</a:t>
            </a:r>
            <a:endParaRPr lang="en-US" dirty="0"/>
          </a:p>
          <a:p>
            <a:r>
              <a:rPr lang="en-US" dirty="0" err="1"/>
              <a:t>com.google.android.apps.youtube.music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49180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ls 'Pixel 3/data/data/' | grep -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com.android</a:t>
            </a:r>
            <a:r>
              <a:rPr lang="en-US" dirty="0"/>
              <a:t> </a:t>
            </a:r>
          </a:p>
          <a:p>
            <a:r>
              <a:rPr lang="en-US" dirty="0"/>
              <a:t>https://developer.android.com/reference/android/provider/UserDictionary</a:t>
            </a:r>
          </a:p>
          <a:p>
            <a:r>
              <a:rPr lang="en-US" dirty="0"/>
              <a:t>https://developer.android.com/reference/android/mtp/package-summary</a:t>
            </a:r>
          </a:p>
          <a:p>
            <a:r>
              <a:rPr lang="en-US" dirty="0"/>
              <a:t>https://developer.android.com/topic/performance/tracing</a:t>
            </a:r>
          </a:p>
          <a:p>
            <a:endParaRPr lang="en-US" dirty="0"/>
          </a:p>
          <a:p>
            <a:r>
              <a:rPr lang="en-US" dirty="0" err="1"/>
              <a:t>com.android.chrome</a:t>
            </a:r>
            <a:endParaRPr lang="en-US" dirty="0"/>
          </a:p>
          <a:p>
            <a:r>
              <a:rPr lang="en-US" dirty="0" err="1"/>
              <a:t>com.android.hotwordenrollment.okgoogle</a:t>
            </a:r>
            <a:endParaRPr lang="en-US" dirty="0"/>
          </a:p>
          <a:p>
            <a:r>
              <a:rPr lang="en-US" dirty="0" err="1"/>
              <a:t>com.android.hotwordenrollment.xgoogle</a:t>
            </a:r>
            <a:endParaRPr lang="en-US" dirty="0"/>
          </a:p>
          <a:p>
            <a:r>
              <a:rPr lang="en-US" dirty="0" err="1"/>
              <a:t>com.android.keychain</a:t>
            </a:r>
            <a:endParaRPr lang="en-US" dirty="0"/>
          </a:p>
          <a:p>
            <a:r>
              <a:rPr lang="en-US" dirty="0" err="1"/>
              <a:t>com.android.mtp</a:t>
            </a:r>
            <a:endParaRPr lang="en-US" dirty="0"/>
          </a:p>
          <a:p>
            <a:r>
              <a:rPr lang="en-US" dirty="0" err="1"/>
              <a:t>com.android.nfc</a:t>
            </a:r>
            <a:endParaRPr lang="en-US" dirty="0"/>
          </a:p>
          <a:p>
            <a:r>
              <a:rPr lang="en-US" dirty="0" err="1"/>
              <a:t>com.android.providers.calendar</a:t>
            </a:r>
            <a:endParaRPr lang="en-US" dirty="0"/>
          </a:p>
          <a:p>
            <a:r>
              <a:rPr lang="en-US" dirty="0" err="1"/>
              <a:t>com.android.providers.contacts</a:t>
            </a:r>
            <a:endParaRPr lang="en-US" dirty="0"/>
          </a:p>
          <a:p>
            <a:r>
              <a:rPr lang="en-US" dirty="0" err="1"/>
              <a:t>com.android.providers.downloads</a:t>
            </a:r>
            <a:endParaRPr lang="en-US" dirty="0"/>
          </a:p>
          <a:p>
            <a:r>
              <a:rPr lang="en-US" dirty="0" err="1"/>
              <a:t>com.android.providers.media</a:t>
            </a:r>
            <a:endParaRPr lang="en-US" dirty="0"/>
          </a:p>
          <a:p>
            <a:r>
              <a:rPr lang="en-US" dirty="0" err="1"/>
              <a:t>com.android.providers.telephony</a:t>
            </a:r>
            <a:endParaRPr lang="en-US" dirty="0"/>
          </a:p>
          <a:p>
            <a:r>
              <a:rPr lang="en-US" dirty="0" err="1"/>
              <a:t>com.android.providers.userdictionary</a:t>
            </a:r>
            <a:endParaRPr lang="en-US" dirty="0"/>
          </a:p>
          <a:p>
            <a:r>
              <a:rPr lang="en-US" dirty="0" err="1"/>
              <a:t>com.android.service.ims.presence</a:t>
            </a:r>
            <a:endParaRPr lang="en-US" dirty="0"/>
          </a:p>
          <a:p>
            <a:r>
              <a:rPr lang="en-US" dirty="0" err="1"/>
              <a:t>com.android.traceur</a:t>
            </a:r>
            <a:endParaRPr lang="en-US" dirty="0"/>
          </a:p>
          <a:p>
            <a:r>
              <a:rPr lang="en-US" dirty="0" err="1"/>
              <a:t>com.android.vending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9085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ls 'Pixel 3/data/data/' | grep -</a:t>
            </a:r>
            <a:r>
              <a:rPr lang="en-US" dirty="0" err="1"/>
              <a:t>Eiv</a:t>
            </a:r>
            <a:r>
              <a:rPr lang="en-US" dirty="0"/>
              <a:t> '</a:t>
            </a:r>
            <a:r>
              <a:rPr lang="en-US" dirty="0" err="1"/>
              <a:t>com.google|com.android</a:t>
            </a:r>
            <a:r>
              <a:rPr lang="en-US" dirty="0"/>
              <a:t>’</a:t>
            </a:r>
          </a:p>
          <a:p>
            <a:endParaRPr lang="en-US" dirty="0"/>
          </a:p>
          <a:p>
            <a:r>
              <a:rPr lang="en-US" dirty="0" err="1"/>
              <a:t>com.discord</a:t>
            </a:r>
            <a:endParaRPr lang="en-US" dirty="0"/>
          </a:p>
          <a:p>
            <a:r>
              <a:rPr lang="en-US" dirty="0" err="1"/>
              <a:t>com.enflick.android.TextNow</a:t>
            </a:r>
            <a:endParaRPr lang="en-US" dirty="0"/>
          </a:p>
          <a:p>
            <a:r>
              <a:rPr lang="en-US" dirty="0" err="1"/>
              <a:t>com.facebook.orca</a:t>
            </a:r>
            <a:endParaRPr lang="en-US" dirty="0"/>
          </a:p>
          <a:p>
            <a:r>
              <a:rPr lang="en-US" dirty="0" err="1"/>
              <a:t>com.imgur.mobile</a:t>
            </a:r>
            <a:endParaRPr lang="en-US" dirty="0"/>
          </a:p>
          <a:p>
            <a:r>
              <a:rPr lang="en-US" dirty="0" err="1"/>
              <a:t>com.imo.android.imous</a:t>
            </a:r>
            <a:endParaRPr lang="en-US" dirty="0"/>
          </a:p>
          <a:p>
            <a:r>
              <a:rPr lang="en-US" dirty="0" err="1"/>
              <a:t>com.instagram.android</a:t>
            </a:r>
            <a:endParaRPr lang="en-US" dirty="0"/>
          </a:p>
          <a:p>
            <a:r>
              <a:rPr lang="en-US" dirty="0" err="1"/>
              <a:t>com.instagram.threadsapp</a:t>
            </a:r>
            <a:endParaRPr lang="en-US" dirty="0"/>
          </a:p>
          <a:p>
            <a:r>
              <a:rPr lang="en-US" dirty="0" err="1"/>
              <a:t>com.mewe</a:t>
            </a:r>
            <a:endParaRPr lang="en-US" dirty="0"/>
          </a:p>
          <a:p>
            <a:r>
              <a:rPr lang="en-US" dirty="0"/>
              <a:t>com.mywickr.wickr2</a:t>
            </a:r>
          </a:p>
          <a:p>
            <a:r>
              <a:rPr lang="en-US" dirty="0" err="1"/>
              <a:t>com.qti.ltebc</a:t>
            </a:r>
            <a:endParaRPr lang="en-US" dirty="0"/>
          </a:p>
          <a:p>
            <a:r>
              <a:rPr lang="en-US" dirty="0" err="1"/>
              <a:t>com.radicalapps.cyberdust</a:t>
            </a:r>
            <a:endParaRPr lang="en-US" dirty="0"/>
          </a:p>
          <a:p>
            <a:r>
              <a:rPr lang="en-US" dirty="0" err="1"/>
              <a:t>com.silentcircle.silentphone</a:t>
            </a:r>
            <a:endParaRPr lang="en-US" dirty="0"/>
          </a:p>
          <a:p>
            <a:r>
              <a:rPr lang="en-US" dirty="0" err="1"/>
              <a:t>com.skout.android</a:t>
            </a:r>
            <a:endParaRPr lang="en-US" dirty="0"/>
          </a:p>
          <a:p>
            <a:r>
              <a:rPr lang="en-US" dirty="0" err="1"/>
              <a:t>com.skype.raider</a:t>
            </a:r>
            <a:endParaRPr lang="en-US" dirty="0"/>
          </a:p>
          <a:p>
            <a:r>
              <a:rPr lang="en-US" dirty="0" err="1"/>
              <a:t>com.snapchat.android</a:t>
            </a:r>
            <a:endParaRPr lang="en-US" dirty="0"/>
          </a:p>
          <a:p>
            <a:r>
              <a:rPr lang="en-US" dirty="0" err="1"/>
              <a:t>com.spotify.music</a:t>
            </a:r>
            <a:endParaRPr lang="en-US" dirty="0"/>
          </a:p>
          <a:p>
            <a:r>
              <a:rPr lang="en-US" dirty="0" err="1"/>
              <a:t>com.thinkyeah.galleryvault</a:t>
            </a:r>
            <a:endParaRPr lang="en-US" dirty="0"/>
          </a:p>
          <a:p>
            <a:r>
              <a:rPr lang="en-US" dirty="0" err="1"/>
              <a:t>com.topjohnwu.magisk</a:t>
            </a:r>
            <a:endParaRPr lang="en-US" dirty="0"/>
          </a:p>
          <a:p>
            <a:r>
              <a:rPr lang="en-US" dirty="0" err="1"/>
              <a:t>com.twitter.android</a:t>
            </a:r>
            <a:endParaRPr lang="en-US" dirty="0"/>
          </a:p>
          <a:p>
            <a:r>
              <a:rPr lang="en-US" dirty="0" err="1"/>
              <a:t>com.venmo</a:t>
            </a:r>
            <a:endParaRPr lang="en-US" dirty="0"/>
          </a:p>
          <a:p>
            <a:r>
              <a:rPr lang="en-US" dirty="0" err="1"/>
              <a:t>com.viber.voip</a:t>
            </a:r>
            <a:endParaRPr lang="en-US" dirty="0"/>
          </a:p>
          <a:p>
            <a:r>
              <a:rPr lang="en-US" dirty="0" err="1"/>
              <a:t>com.whatsapp</a:t>
            </a:r>
            <a:endParaRPr lang="en-US" dirty="0"/>
          </a:p>
          <a:p>
            <a:r>
              <a:rPr lang="en-US" dirty="0" err="1"/>
              <a:t>com.wire</a:t>
            </a:r>
            <a:endParaRPr lang="en-US" dirty="0"/>
          </a:p>
          <a:p>
            <a:r>
              <a:rPr lang="en-US" dirty="0" err="1"/>
              <a:t>com.zhiliaoapp.musically</a:t>
            </a:r>
            <a:endParaRPr lang="en-US" dirty="0"/>
          </a:p>
          <a:p>
            <a:r>
              <a:rPr lang="en-US" dirty="0" err="1"/>
              <a:t>jp.naver.line.android</a:t>
            </a:r>
            <a:endParaRPr lang="en-US" dirty="0"/>
          </a:p>
          <a:p>
            <a:r>
              <a:rPr lang="en-US" dirty="0" err="1"/>
              <a:t>kik.android</a:t>
            </a:r>
            <a:endParaRPr lang="en-US" dirty="0"/>
          </a:p>
          <a:p>
            <a:r>
              <a:rPr lang="en-US" dirty="0" err="1"/>
              <a:t>org.telegram.messenger</a:t>
            </a:r>
            <a:endParaRPr lang="en-US" dirty="0"/>
          </a:p>
          <a:p>
            <a:r>
              <a:rPr lang="en-US" dirty="0" err="1"/>
              <a:t>org.thoughtcrime.securesms</a:t>
            </a:r>
            <a:endParaRPr lang="en-US" dirty="0"/>
          </a:p>
          <a:p>
            <a:r>
              <a:rPr lang="en-US" dirty="0" err="1"/>
              <a:t>org.torproject.torbrowser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03944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3093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48938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find  'Pixel 3' -</a:t>
            </a:r>
            <a:r>
              <a:rPr lang="en-US" dirty="0" err="1"/>
              <a:t>iname</a:t>
            </a:r>
            <a:r>
              <a:rPr lang="en-US" dirty="0"/>
              <a:t>  'package*'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0307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 'Pixel 3/data/system/</a:t>
            </a:r>
            <a:r>
              <a:rPr lang="en-US" dirty="0" err="1"/>
              <a:t>packages.list</a:t>
            </a:r>
            <a:r>
              <a:rPr lang="en-US" dirty="0"/>
              <a:t>' | grep -</a:t>
            </a:r>
            <a:r>
              <a:rPr lang="en-US" dirty="0" err="1"/>
              <a:t>Ei</a:t>
            </a:r>
            <a:r>
              <a:rPr lang="en-US" dirty="0"/>
              <a:t> '\.gm’</a:t>
            </a:r>
          </a:p>
          <a:p>
            <a:r>
              <a:rPr lang="en-US" dirty="0"/>
              <a:t>https://source.android.com/security/app-sandbox#:~:text=This%20isolates%20apps%20from%20each,a%20kernel%2Dlevel%20Application%20Sandbox.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623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grep -in 'package name="com.google.android.gm' 'Pixel 3/data/system/packages.xml’</a:t>
            </a:r>
          </a:p>
          <a:p>
            <a:endParaRPr lang="en-GB" dirty="0"/>
          </a:p>
          <a:p>
            <a:r>
              <a:rPr lang="en-US" dirty="0"/>
              <a:t>3962:    &lt;package name="com.google.android.gm" </a:t>
            </a:r>
            <a:r>
              <a:rPr lang="en-US" dirty="0" err="1"/>
              <a:t>codePath</a:t>
            </a:r>
            <a:r>
              <a:rPr lang="en-US" dirty="0"/>
              <a:t>="/data/app/com.google.android.gm--QTglY_VBwLxA5dDcCqrCw==" </a:t>
            </a:r>
            <a:r>
              <a:rPr lang="en-US" dirty="0" err="1"/>
              <a:t>nativeLibraryPath</a:t>
            </a:r>
            <a:r>
              <a:rPr lang="en-US" dirty="0"/>
              <a:t>="/data/app/com.google.android.gm--QTglY_VBwLxA5dDcCqrCw==/lib" </a:t>
            </a:r>
            <a:r>
              <a:rPr lang="en-US" dirty="0" err="1"/>
              <a:t>publicFlags</a:t>
            </a:r>
            <a:r>
              <a:rPr lang="en-US" dirty="0"/>
              <a:t>="944488133" </a:t>
            </a:r>
            <a:r>
              <a:rPr lang="en-US" dirty="0" err="1"/>
              <a:t>privateFlags</a:t>
            </a:r>
            <a:r>
              <a:rPr lang="en-US" dirty="0"/>
              <a:t>="524288" ft="16ff237b230" it="11e8f7d4c00" </a:t>
            </a:r>
            <a:r>
              <a:rPr lang="en-US" dirty="0" err="1"/>
              <a:t>ut</a:t>
            </a:r>
            <a:r>
              <a:rPr lang="en-US" dirty="0"/>
              <a:t>="16ff237b83e" version="62049238" </a:t>
            </a:r>
            <a:r>
              <a:rPr lang="en-US" dirty="0" err="1"/>
              <a:t>userId</a:t>
            </a:r>
            <a:r>
              <a:rPr lang="en-US" dirty="0"/>
              <a:t>="10187" installer="</a:t>
            </a:r>
            <a:r>
              <a:rPr lang="en-US" dirty="0" err="1"/>
              <a:t>com.android.vending</a:t>
            </a:r>
            <a:r>
              <a:rPr lang="en-US" dirty="0"/>
              <a:t>" </a:t>
            </a:r>
            <a:r>
              <a:rPr lang="en-US" dirty="0" err="1"/>
              <a:t>isOrphaned</a:t>
            </a:r>
            <a:r>
              <a:rPr lang="en-US" dirty="0"/>
              <a:t>="true" </a:t>
            </a:r>
            <a:r>
              <a:rPr lang="en-US" dirty="0" err="1"/>
              <a:t>categoryHint</a:t>
            </a:r>
            <a:r>
              <a:rPr lang="en-US" dirty="0"/>
              <a:t>="4"&gt;</a:t>
            </a:r>
          </a:p>
          <a:p>
            <a:r>
              <a:rPr lang="en-US" dirty="0"/>
              <a:t>6405:    &lt;package name="</a:t>
            </a:r>
            <a:r>
              <a:rPr lang="en-US" dirty="0" err="1"/>
              <a:t>com.google.android.gms</a:t>
            </a:r>
            <a:r>
              <a:rPr lang="en-US" dirty="0"/>
              <a:t>" </a:t>
            </a:r>
            <a:r>
              <a:rPr lang="en-US" dirty="0" err="1"/>
              <a:t>codePath</a:t>
            </a:r>
            <a:r>
              <a:rPr lang="en-US" dirty="0"/>
              <a:t>="/data/app/com.google.android.gms-ZpkWIkavN2y4dNnqJLme0g==" </a:t>
            </a:r>
            <a:r>
              <a:rPr lang="en-US" dirty="0" err="1"/>
              <a:t>nativeLibraryPath</a:t>
            </a:r>
            <a:r>
              <a:rPr lang="en-US" dirty="0"/>
              <a:t>="/data/app/com.google.android.gms-ZpkWIkavN2y4dNnqJLme0g==/lib" </a:t>
            </a:r>
            <a:r>
              <a:rPr lang="en-US" dirty="0" err="1"/>
              <a:t>primaryCpuAbi</a:t>
            </a:r>
            <a:r>
              <a:rPr lang="en-US" dirty="0"/>
              <a:t>="arm64-v8a" </a:t>
            </a:r>
            <a:r>
              <a:rPr lang="en-US" dirty="0" err="1"/>
              <a:t>secondaryCpuAbi</a:t>
            </a:r>
            <a:r>
              <a:rPr lang="en-US" dirty="0"/>
              <a:t>="armeabi-v7a" </a:t>
            </a:r>
            <a:r>
              <a:rPr lang="en-US" dirty="0" err="1"/>
              <a:t>publicFlags</a:t>
            </a:r>
            <a:r>
              <a:rPr lang="en-US" dirty="0"/>
              <a:t>="-1605714235" </a:t>
            </a:r>
            <a:r>
              <a:rPr lang="en-US" dirty="0" err="1"/>
              <a:t>privateFlags</a:t>
            </a:r>
            <a:r>
              <a:rPr lang="en-US" dirty="0"/>
              <a:t>="524296" ft="17043c42548" it="11e8f7d4c00" </a:t>
            </a:r>
            <a:r>
              <a:rPr lang="en-US" dirty="0" err="1"/>
              <a:t>ut</a:t>
            </a:r>
            <a:r>
              <a:rPr lang="en-US" dirty="0"/>
              <a:t>="17043c42752" version="200414037" </a:t>
            </a:r>
            <a:r>
              <a:rPr lang="en-US" dirty="0" err="1"/>
              <a:t>sharedUserId</a:t>
            </a:r>
            <a:r>
              <a:rPr lang="en-US" dirty="0"/>
              <a:t>="10141" installer="</a:t>
            </a:r>
            <a:r>
              <a:rPr lang="en-US" dirty="0" err="1"/>
              <a:t>com.android.vending</a:t>
            </a:r>
            <a:r>
              <a:rPr lang="en-US" dirty="0"/>
              <a:t>" </a:t>
            </a:r>
            <a:r>
              <a:rPr lang="en-US" dirty="0" err="1"/>
              <a:t>isOrphaned</a:t>
            </a:r>
            <a:r>
              <a:rPr lang="en-US" dirty="0"/>
              <a:t>="true" </a:t>
            </a:r>
            <a:r>
              <a:rPr lang="en-US" dirty="0" err="1"/>
              <a:t>categoryHint</a:t>
            </a:r>
            <a:r>
              <a:rPr lang="en-US" dirty="0"/>
              <a:t>="7"&gt;</a:t>
            </a:r>
          </a:p>
          <a:p>
            <a:r>
              <a:rPr lang="en-US" dirty="0"/>
              <a:t>9310:    &lt;package name="</a:t>
            </a:r>
            <a:r>
              <a:rPr lang="en-US" dirty="0" err="1"/>
              <a:t>com.google.android.gms.location.history</a:t>
            </a:r>
            <a:r>
              <a:rPr lang="en-US" dirty="0"/>
              <a:t>" </a:t>
            </a:r>
            <a:r>
              <a:rPr lang="en-US" dirty="0" err="1"/>
              <a:t>codePath</a:t>
            </a:r>
            <a:r>
              <a:rPr lang="en-US" dirty="0"/>
              <a:t>="/product/app/</a:t>
            </a:r>
            <a:r>
              <a:rPr lang="en-US" dirty="0" err="1"/>
              <a:t>LocationHistoryPrebuilt</a:t>
            </a:r>
            <a:r>
              <a:rPr lang="en-US" dirty="0"/>
              <a:t>" </a:t>
            </a:r>
            <a:r>
              <a:rPr lang="en-US" dirty="0" err="1"/>
              <a:t>nativeLibraryPath</a:t>
            </a:r>
            <a:r>
              <a:rPr lang="en-US" dirty="0"/>
              <a:t>="/product/app/</a:t>
            </a:r>
            <a:r>
              <a:rPr lang="en-US" dirty="0" err="1"/>
              <a:t>LocationHistoryPrebuilt</a:t>
            </a:r>
            <a:r>
              <a:rPr lang="en-US" dirty="0"/>
              <a:t>/lib" </a:t>
            </a:r>
            <a:r>
              <a:rPr lang="en-US" dirty="0" err="1"/>
              <a:t>publicFlags</a:t>
            </a:r>
            <a:r>
              <a:rPr lang="en-US" dirty="0"/>
              <a:t>="810040901" </a:t>
            </a:r>
            <a:r>
              <a:rPr lang="en-US" dirty="0" err="1"/>
              <a:t>privateFlags</a:t>
            </a:r>
            <a:r>
              <a:rPr lang="en-US" dirty="0"/>
              <a:t>="524288" ft="11e8f7d4c00" it="11e8f7d4c00" </a:t>
            </a:r>
            <a:r>
              <a:rPr lang="en-US" dirty="0" err="1"/>
              <a:t>ut</a:t>
            </a:r>
            <a:r>
              <a:rPr lang="en-US" dirty="0"/>
              <a:t>="11e8f7d4c00" version="1" </a:t>
            </a:r>
            <a:r>
              <a:rPr lang="en-US" dirty="0" err="1"/>
              <a:t>userId</a:t>
            </a:r>
            <a:r>
              <a:rPr lang="en-US" dirty="0"/>
              <a:t>="10191" </a:t>
            </a:r>
            <a:r>
              <a:rPr lang="en-US" dirty="0" err="1"/>
              <a:t>isOrphaned</a:t>
            </a:r>
            <a:r>
              <a:rPr lang="en-US" dirty="0"/>
              <a:t>="true"&gt;</a:t>
            </a:r>
          </a:p>
          <a:p>
            <a:r>
              <a:rPr lang="en-US" dirty="0"/>
              <a:t>10408:    &lt;updated-package name="com.google.android.gm" </a:t>
            </a:r>
            <a:r>
              <a:rPr lang="en-US" dirty="0" err="1"/>
              <a:t>codePath</a:t>
            </a:r>
            <a:r>
              <a:rPr lang="en-US" dirty="0"/>
              <a:t>="/product/app/</a:t>
            </a:r>
            <a:r>
              <a:rPr lang="en-US" dirty="0" err="1"/>
              <a:t>PrebuiltGmail</a:t>
            </a:r>
            <a:r>
              <a:rPr lang="en-US" dirty="0"/>
              <a:t>" ft="11e8f7d4c00" it="11e8f7d4c00" </a:t>
            </a:r>
            <a:r>
              <a:rPr lang="en-US" dirty="0" err="1"/>
              <a:t>ut</a:t>
            </a:r>
            <a:r>
              <a:rPr lang="en-US" dirty="0"/>
              <a:t>="11e8f7d4c00" version="61499782" </a:t>
            </a:r>
            <a:r>
              <a:rPr lang="en-US" dirty="0" err="1"/>
              <a:t>nativeLibraryPath</a:t>
            </a:r>
            <a:r>
              <a:rPr lang="en-US" dirty="0"/>
              <a:t>="/product/app/</a:t>
            </a:r>
            <a:r>
              <a:rPr lang="en-US" dirty="0" err="1"/>
              <a:t>PrebuiltGmail</a:t>
            </a:r>
            <a:r>
              <a:rPr lang="en-US" dirty="0"/>
              <a:t>/lib" </a:t>
            </a:r>
            <a:r>
              <a:rPr lang="en-US" dirty="0" err="1"/>
              <a:t>userId</a:t>
            </a:r>
            <a:r>
              <a:rPr lang="en-US" dirty="0"/>
              <a:t>="10187"&gt;</a:t>
            </a:r>
          </a:p>
          <a:p>
            <a:r>
              <a:rPr lang="en-US" dirty="0"/>
              <a:t>10733:    &lt;updated-package name="</a:t>
            </a:r>
            <a:r>
              <a:rPr lang="en-US" dirty="0" err="1"/>
              <a:t>com.google.android.gms</a:t>
            </a:r>
            <a:r>
              <a:rPr lang="en-US" dirty="0"/>
              <a:t>" </a:t>
            </a:r>
            <a:r>
              <a:rPr lang="en-US" dirty="0" err="1"/>
              <a:t>codePath</a:t>
            </a:r>
            <a:r>
              <a:rPr lang="en-US" dirty="0"/>
              <a:t>="/product/</a:t>
            </a:r>
            <a:r>
              <a:rPr lang="en-US" dirty="0" err="1"/>
              <a:t>priv</a:t>
            </a:r>
            <a:r>
              <a:rPr lang="en-US" dirty="0"/>
              <a:t>-app/</a:t>
            </a:r>
            <a:r>
              <a:rPr lang="en-US" dirty="0" err="1"/>
              <a:t>PrebuiltGmsCore</a:t>
            </a:r>
            <a:r>
              <a:rPr lang="en-US" dirty="0"/>
              <a:t>" ft="11e8f7d4c00" it="11e8f7d4c00" </a:t>
            </a:r>
            <a:r>
              <a:rPr lang="en-US" dirty="0" err="1"/>
              <a:t>ut</a:t>
            </a:r>
            <a:r>
              <a:rPr lang="en-US" dirty="0"/>
              <a:t>="11e8f7d4c00" version="17786048" </a:t>
            </a:r>
            <a:r>
              <a:rPr lang="en-US" dirty="0" err="1"/>
              <a:t>nativeLibraryPath</a:t>
            </a:r>
            <a:r>
              <a:rPr lang="en-US" dirty="0"/>
              <a:t>="/product/</a:t>
            </a:r>
            <a:r>
              <a:rPr lang="en-US" dirty="0" err="1"/>
              <a:t>priv</a:t>
            </a:r>
            <a:r>
              <a:rPr lang="en-US" dirty="0"/>
              <a:t>-app/</a:t>
            </a:r>
            <a:r>
              <a:rPr lang="en-US" dirty="0" err="1"/>
              <a:t>PrebuiltGmsCore</a:t>
            </a:r>
            <a:r>
              <a:rPr lang="en-US" dirty="0"/>
              <a:t>/lib" </a:t>
            </a:r>
            <a:r>
              <a:rPr lang="en-US" dirty="0" err="1"/>
              <a:t>primaryCpuAbi</a:t>
            </a:r>
            <a:r>
              <a:rPr lang="en-US" dirty="0"/>
              <a:t>="arm64-v8a" </a:t>
            </a:r>
            <a:r>
              <a:rPr lang="en-US" dirty="0" err="1"/>
              <a:t>secondaryCpuAbi</a:t>
            </a:r>
            <a:r>
              <a:rPr lang="en-US" dirty="0"/>
              <a:t>="armeabi-v7a" </a:t>
            </a:r>
            <a:r>
              <a:rPr lang="en-US" dirty="0" err="1"/>
              <a:t>sharedUserId</a:t>
            </a:r>
            <a:r>
              <a:rPr lang="en-US" dirty="0"/>
              <a:t>="10141" /&gt;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61319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grep -in 'package name="com.google.android.gm' 'Pixel 3/data/system/packages.xml’</a:t>
            </a:r>
          </a:p>
          <a:p>
            <a:endParaRPr lang="en-GB" dirty="0"/>
          </a:p>
          <a:p>
            <a:r>
              <a:rPr lang="en-US" dirty="0"/>
              <a:t>3962:    &lt;package name="com.google.android.gm" </a:t>
            </a:r>
            <a:r>
              <a:rPr lang="en-US" dirty="0" err="1"/>
              <a:t>codePath</a:t>
            </a:r>
            <a:r>
              <a:rPr lang="en-US" dirty="0"/>
              <a:t>="/data/app/com.google.android.gm--QTglY_VBwLxA5dDcCqrCw==" </a:t>
            </a:r>
            <a:r>
              <a:rPr lang="en-US" dirty="0" err="1"/>
              <a:t>nativeLibraryPath</a:t>
            </a:r>
            <a:r>
              <a:rPr lang="en-US" dirty="0"/>
              <a:t>="/data/app/com.google.android.gm--QTglY_VBwLxA5dDcCqrCw==/lib" </a:t>
            </a:r>
            <a:r>
              <a:rPr lang="en-US" dirty="0" err="1"/>
              <a:t>publicFlags</a:t>
            </a:r>
            <a:r>
              <a:rPr lang="en-US" dirty="0"/>
              <a:t>="944488133" </a:t>
            </a:r>
            <a:r>
              <a:rPr lang="en-US" dirty="0" err="1"/>
              <a:t>privateFlags</a:t>
            </a:r>
            <a:r>
              <a:rPr lang="en-US" dirty="0"/>
              <a:t>="524288" ft="16ff237b230" it="11e8f7d4c00" </a:t>
            </a:r>
            <a:r>
              <a:rPr lang="en-US" dirty="0" err="1"/>
              <a:t>ut</a:t>
            </a:r>
            <a:r>
              <a:rPr lang="en-US" dirty="0"/>
              <a:t>="16ff237b83e" version="62049238" </a:t>
            </a:r>
            <a:r>
              <a:rPr lang="en-US" dirty="0" err="1"/>
              <a:t>userId</a:t>
            </a:r>
            <a:r>
              <a:rPr lang="en-US" dirty="0"/>
              <a:t>="10187" installer="</a:t>
            </a:r>
            <a:r>
              <a:rPr lang="en-US" dirty="0" err="1"/>
              <a:t>com.android.vending</a:t>
            </a:r>
            <a:r>
              <a:rPr lang="en-US" dirty="0"/>
              <a:t>" </a:t>
            </a:r>
            <a:r>
              <a:rPr lang="en-US" dirty="0" err="1"/>
              <a:t>isOrphaned</a:t>
            </a:r>
            <a:r>
              <a:rPr lang="en-US" dirty="0"/>
              <a:t>="true" </a:t>
            </a:r>
            <a:r>
              <a:rPr lang="en-US" dirty="0" err="1"/>
              <a:t>categoryHint</a:t>
            </a:r>
            <a:r>
              <a:rPr lang="en-US" dirty="0"/>
              <a:t>="4"&gt;</a:t>
            </a:r>
          </a:p>
          <a:p>
            <a:r>
              <a:rPr lang="en-US" dirty="0"/>
              <a:t>6405:    &lt;package name="</a:t>
            </a:r>
            <a:r>
              <a:rPr lang="en-US" dirty="0" err="1"/>
              <a:t>com.google.android.gms</a:t>
            </a:r>
            <a:r>
              <a:rPr lang="en-US" dirty="0"/>
              <a:t>" </a:t>
            </a:r>
            <a:r>
              <a:rPr lang="en-US" dirty="0" err="1"/>
              <a:t>codePath</a:t>
            </a:r>
            <a:r>
              <a:rPr lang="en-US" dirty="0"/>
              <a:t>="/data/app/com.google.android.gms-ZpkWIkavN2y4dNnqJLme0g==" </a:t>
            </a:r>
            <a:r>
              <a:rPr lang="en-US" dirty="0" err="1"/>
              <a:t>nativeLibraryPath</a:t>
            </a:r>
            <a:r>
              <a:rPr lang="en-US" dirty="0"/>
              <a:t>="/data/app/com.google.android.gms-ZpkWIkavN2y4dNnqJLme0g==/lib" </a:t>
            </a:r>
            <a:r>
              <a:rPr lang="en-US" dirty="0" err="1"/>
              <a:t>primaryCpuAbi</a:t>
            </a:r>
            <a:r>
              <a:rPr lang="en-US" dirty="0"/>
              <a:t>="arm64-v8a" </a:t>
            </a:r>
            <a:r>
              <a:rPr lang="en-US" dirty="0" err="1"/>
              <a:t>secondaryCpuAbi</a:t>
            </a:r>
            <a:r>
              <a:rPr lang="en-US" dirty="0"/>
              <a:t>="armeabi-v7a" </a:t>
            </a:r>
            <a:r>
              <a:rPr lang="en-US" dirty="0" err="1"/>
              <a:t>publicFlags</a:t>
            </a:r>
            <a:r>
              <a:rPr lang="en-US" dirty="0"/>
              <a:t>="-1605714235" </a:t>
            </a:r>
            <a:r>
              <a:rPr lang="en-US" dirty="0" err="1"/>
              <a:t>privateFlags</a:t>
            </a:r>
            <a:r>
              <a:rPr lang="en-US" dirty="0"/>
              <a:t>="524296" ft="17043c42548" it="11e8f7d4c00" </a:t>
            </a:r>
            <a:r>
              <a:rPr lang="en-US" dirty="0" err="1"/>
              <a:t>ut</a:t>
            </a:r>
            <a:r>
              <a:rPr lang="en-US" dirty="0"/>
              <a:t>="17043c42752" version="200414037" </a:t>
            </a:r>
            <a:r>
              <a:rPr lang="en-US" dirty="0" err="1"/>
              <a:t>sharedUserId</a:t>
            </a:r>
            <a:r>
              <a:rPr lang="en-US" dirty="0"/>
              <a:t>="10141" installer="</a:t>
            </a:r>
            <a:r>
              <a:rPr lang="en-US" dirty="0" err="1"/>
              <a:t>com.android.vending</a:t>
            </a:r>
            <a:r>
              <a:rPr lang="en-US" dirty="0"/>
              <a:t>" </a:t>
            </a:r>
            <a:r>
              <a:rPr lang="en-US" dirty="0" err="1"/>
              <a:t>isOrphaned</a:t>
            </a:r>
            <a:r>
              <a:rPr lang="en-US" dirty="0"/>
              <a:t>="true" </a:t>
            </a:r>
            <a:r>
              <a:rPr lang="en-US" dirty="0" err="1"/>
              <a:t>categoryHint</a:t>
            </a:r>
            <a:r>
              <a:rPr lang="en-US" dirty="0"/>
              <a:t>="7"&gt;</a:t>
            </a:r>
          </a:p>
          <a:p>
            <a:r>
              <a:rPr lang="en-US" dirty="0"/>
              <a:t>9310:    &lt;package name="</a:t>
            </a:r>
            <a:r>
              <a:rPr lang="en-US" dirty="0" err="1"/>
              <a:t>com.google.android.gms.location.history</a:t>
            </a:r>
            <a:r>
              <a:rPr lang="en-US" dirty="0"/>
              <a:t>" </a:t>
            </a:r>
            <a:r>
              <a:rPr lang="en-US" dirty="0" err="1"/>
              <a:t>codePath</a:t>
            </a:r>
            <a:r>
              <a:rPr lang="en-US" dirty="0"/>
              <a:t>="/product/app/</a:t>
            </a:r>
            <a:r>
              <a:rPr lang="en-US" dirty="0" err="1"/>
              <a:t>LocationHistoryPrebuilt</a:t>
            </a:r>
            <a:r>
              <a:rPr lang="en-US" dirty="0"/>
              <a:t>" </a:t>
            </a:r>
            <a:r>
              <a:rPr lang="en-US" dirty="0" err="1"/>
              <a:t>nativeLibraryPath</a:t>
            </a:r>
            <a:r>
              <a:rPr lang="en-US" dirty="0"/>
              <a:t>="/product/app/</a:t>
            </a:r>
            <a:r>
              <a:rPr lang="en-US" dirty="0" err="1"/>
              <a:t>LocationHistoryPrebuilt</a:t>
            </a:r>
            <a:r>
              <a:rPr lang="en-US" dirty="0"/>
              <a:t>/lib" </a:t>
            </a:r>
            <a:r>
              <a:rPr lang="en-US" dirty="0" err="1"/>
              <a:t>publicFlags</a:t>
            </a:r>
            <a:r>
              <a:rPr lang="en-US" dirty="0"/>
              <a:t>="810040901" </a:t>
            </a:r>
            <a:r>
              <a:rPr lang="en-US" dirty="0" err="1"/>
              <a:t>privateFlags</a:t>
            </a:r>
            <a:r>
              <a:rPr lang="en-US" dirty="0"/>
              <a:t>="524288" ft="11e8f7d4c00" it="11e8f7d4c00" </a:t>
            </a:r>
            <a:r>
              <a:rPr lang="en-US" dirty="0" err="1"/>
              <a:t>ut</a:t>
            </a:r>
            <a:r>
              <a:rPr lang="en-US" dirty="0"/>
              <a:t>="11e8f7d4c00" version="1" </a:t>
            </a:r>
            <a:r>
              <a:rPr lang="en-US" dirty="0" err="1"/>
              <a:t>userId</a:t>
            </a:r>
            <a:r>
              <a:rPr lang="en-US" dirty="0"/>
              <a:t>="10191" </a:t>
            </a:r>
            <a:r>
              <a:rPr lang="en-US" dirty="0" err="1"/>
              <a:t>isOrphaned</a:t>
            </a:r>
            <a:r>
              <a:rPr lang="en-US" dirty="0"/>
              <a:t>="true"&gt;</a:t>
            </a:r>
          </a:p>
          <a:p>
            <a:r>
              <a:rPr lang="en-US" dirty="0"/>
              <a:t>10408:    &lt;updated-package name="com.google.android.gm" </a:t>
            </a:r>
            <a:r>
              <a:rPr lang="en-US" dirty="0" err="1"/>
              <a:t>codePath</a:t>
            </a:r>
            <a:r>
              <a:rPr lang="en-US" dirty="0"/>
              <a:t>="/product/app/</a:t>
            </a:r>
            <a:r>
              <a:rPr lang="en-US" dirty="0" err="1"/>
              <a:t>PrebuiltGmail</a:t>
            </a:r>
            <a:r>
              <a:rPr lang="en-US" dirty="0"/>
              <a:t>" ft="11e8f7d4c00" it="11e8f7d4c00" </a:t>
            </a:r>
            <a:r>
              <a:rPr lang="en-US" dirty="0" err="1"/>
              <a:t>ut</a:t>
            </a:r>
            <a:r>
              <a:rPr lang="en-US" dirty="0"/>
              <a:t>="11e8f7d4c00" version="61499782" </a:t>
            </a:r>
            <a:r>
              <a:rPr lang="en-US" dirty="0" err="1"/>
              <a:t>nativeLibraryPath</a:t>
            </a:r>
            <a:r>
              <a:rPr lang="en-US" dirty="0"/>
              <a:t>="/product/app/</a:t>
            </a:r>
            <a:r>
              <a:rPr lang="en-US" dirty="0" err="1"/>
              <a:t>PrebuiltGmail</a:t>
            </a:r>
            <a:r>
              <a:rPr lang="en-US" dirty="0"/>
              <a:t>/lib" </a:t>
            </a:r>
            <a:r>
              <a:rPr lang="en-US" dirty="0" err="1"/>
              <a:t>userId</a:t>
            </a:r>
            <a:r>
              <a:rPr lang="en-US" dirty="0"/>
              <a:t>="10187"&gt;</a:t>
            </a:r>
          </a:p>
          <a:p>
            <a:r>
              <a:rPr lang="en-US" dirty="0"/>
              <a:t>10733:    &lt;updated-package name="</a:t>
            </a:r>
            <a:r>
              <a:rPr lang="en-US" dirty="0" err="1"/>
              <a:t>com.google.android.gms</a:t>
            </a:r>
            <a:r>
              <a:rPr lang="en-US" dirty="0"/>
              <a:t>" </a:t>
            </a:r>
            <a:r>
              <a:rPr lang="en-US" dirty="0" err="1"/>
              <a:t>codePath</a:t>
            </a:r>
            <a:r>
              <a:rPr lang="en-US" dirty="0"/>
              <a:t>="/product/</a:t>
            </a:r>
            <a:r>
              <a:rPr lang="en-US" dirty="0" err="1"/>
              <a:t>priv</a:t>
            </a:r>
            <a:r>
              <a:rPr lang="en-US" dirty="0"/>
              <a:t>-app/</a:t>
            </a:r>
            <a:r>
              <a:rPr lang="en-US" dirty="0" err="1"/>
              <a:t>PrebuiltGmsCore</a:t>
            </a:r>
            <a:r>
              <a:rPr lang="en-US" dirty="0"/>
              <a:t>" ft="11e8f7d4c00" it="11e8f7d4c00" </a:t>
            </a:r>
            <a:r>
              <a:rPr lang="en-US" dirty="0" err="1"/>
              <a:t>ut</a:t>
            </a:r>
            <a:r>
              <a:rPr lang="en-US" dirty="0"/>
              <a:t>="11e8f7d4c00" version="17786048" </a:t>
            </a:r>
            <a:r>
              <a:rPr lang="en-US" dirty="0" err="1"/>
              <a:t>nativeLibraryPath</a:t>
            </a:r>
            <a:r>
              <a:rPr lang="en-US" dirty="0"/>
              <a:t>="/product/</a:t>
            </a:r>
            <a:r>
              <a:rPr lang="en-US" dirty="0" err="1"/>
              <a:t>priv</a:t>
            </a:r>
            <a:r>
              <a:rPr lang="en-US" dirty="0"/>
              <a:t>-app/</a:t>
            </a:r>
            <a:r>
              <a:rPr lang="en-US" dirty="0" err="1"/>
              <a:t>PrebuiltGmsCore</a:t>
            </a:r>
            <a:r>
              <a:rPr lang="en-US" dirty="0"/>
              <a:t>/lib" </a:t>
            </a:r>
            <a:r>
              <a:rPr lang="en-US" dirty="0" err="1"/>
              <a:t>primaryCpuAbi</a:t>
            </a:r>
            <a:r>
              <a:rPr lang="en-US" dirty="0"/>
              <a:t>="arm64-v8a" </a:t>
            </a:r>
            <a:r>
              <a:rPr lang="en-US" dirty="0" err="1"/>
              <a:t>secondaryCpuAbi</a:t>
            </a:r>
            <a:r>
              <a:rPr lang="en-US" dirty="0"/>
              <a:t>="armeabi-v7a" </a:t>
            </a:r>
            <a:r>
              <a:rPr lang="en-US" dirty="0" err="1"/>
              <a:t>sharedUserId</a:t>
            </a:r>
            <a:r>
              <a:rPr lang="en-US" dirty="0"/>
              <a:t>="10141" /&gt;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7735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https://dzone.com/articles/depth-android-package-manager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54474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https://www.epochconverter.com/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1085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grep -</a:t>
            </a:r>
            <a:r>
              <a:rPr lang="en-US" dirty="0" err="1"/>
              <a:t>Ei</a:t>
            </a:r>
            <a:r>
              <a:rPr lang="en-US" dirty="0"/>
              <a:t> '\.gm' 'Pixel 3’/data/system/package-</a:t>
            </a:r>
            <a:r>
              <a:rPr lang="en-US" dirty="0" err="1"/>
              <a:t>usage.list</a:t>
            </a:r>
            <a:endParaRPr lang="en-US" dirty="0"/>
          </a:p>
          <a:p>
            <a:endParaRPr lang="en-US" dirty="0"/>
          </a:p>
          <a:p>
            <a:r>
              <a:rPr lang="en-US" dirty="0"/>
              <a:t>com.google.android.gm 1580519249465 1580523580618 1580497732035 1580523580614 1580523574402 0 0 0</a:t>
            </a:r>
          </a:p>
          <a:p>
            <a:r>
              <a:rPr lang="en-US" dirty="0" err="1"/>
              <a:t>com.google.android.gms</a:t>
            </a:r>
            <a:r>
              <a:rPr lang="en-US" dirty="0"/>
              <a:t> 1580523599326 1580529895520 1580395544983 1580529394178 1580526326157 0 1580529874202 0</a:t>
            </a:r>
          </a:p>
          <a:p>
            <a:endParaRPr lang="en-US" dirty="0"/>
          </a:p>
          <a:p>
            <a:r>
              <a:rPr lang="en-US" dirty="0"/>
              <a:t>http://freeandroidforensics.blogspot.com/2014/11/some-artifacts-in-datasystem-directory.html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2458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https://abrignoni.blogspot.com/2019/02/android-usagestats-xml-parser.html</a:t>
            </a:r>
          </a:p>
          <a:p>
            <a:r>
              <a:rPr lang="en-US" dirty="0"/>
              <a:t>https://developer.android.com/reference/android/app/usage/UsageEvents.Event</a:t>
            </a:r>
          </a:p>
          <a:p>
            <a:r>
              <a:rPr lang="en-US" dirty="0"/>
              <a:t>https://www.youtube.com/watch?v=ZI_vzeKA_Zg&amp;list=PLfouvuAjspTo6pWGP7otkE6SZ3QQ0b-RD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000814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tree 'Pixel 3/data/system/usagestats/' -L 2</a:t>
            </a:r>
          </a:p>
          <a:p>
            <a:r>
              <a:rPr lang="de-DE" dirty="0"/>
              <a:t>tree 'Pixel 3/data/system/usagestats/0' -L 2</a:t>
            </a:r>
          </a:p>
          <a:p>
            <a:r>
              <a:rPr lang="de-DE" dirty="0"/>
              <a:t>date -d '@1580917965671' -u</a:t>
            </a:r>
          </a:p>
          <a:p>
            <a:endParaRPr lang="de-DE" dirty="0"/>
          </a:p>
          <a:p>
            <a:r>
              <a:rPr lang="de-DE" dirty="0"/>
              <a:t>1580917965671</a:t>
            </a:r>
          </a:p>
          <a:p>
            <a:r>
              <a:rPr lang="de-DE" dirty="0"/>
              <a:t>1581004373881</a:t>
            </a:r>
          </a:p>
          <a:p>
            <a:r>
              <a:rPr lang="de-DE" dirty="0"/>
              <a:t>1581090879070</a:t>
            </a:r>
          </a:p>
          <a:p>
            <a:r>
              <a:rPr lang="de-DE" dirty="0"/>
              <a:t>1581177279272</a:t>
            </a:r>
          </a:p>
          <a:p>
            <a:r>
              <a:rPr lang="de-DE" dirty="0"/>
              <a:t>1581263873464</a:t>
            </a:r>
          </a:p>
          <a:p>
            <a:r>
              <a:rPr lang="de-DE" dirty="0"/>
              <a:t>1581350284755</a:t>
            </a:r>
          </a:p>
          <a:p>
            <a:r>
              <a:rPr lang="de-DE" dirty="0"/>
              <a:t>1581436707859</a:t>
            </a:r>
          </a:p>
          <a:p>
            <a:r>
              <a:rPr lang="de-DE" dirty="0"/>
              <a:t>1581523178051</a:t>
            </a:r>
          </a:p>
          <a:p>
            <a:r>
              <a:rPr lang="de-DE" dirty="0"/>
              <a:t>1581609587089</a:t>
            </a:r>
          </a:p>
          <a:p>
            <a:r>
              <a:rPr lang="de-DE" dirty="0"/>
              <a:t>1581696001773</a:t>
            </a:r>
          </a:p>
          <a:p>
            <a:endParaRPr lang="de-DE" dirty="0"/>
          </a:p>
          <a:p>
            <a:r>
              <a:rPr lang="de-DE" dirty="0"/>
              <a:t>https://medium.com/@quiro91/show-app-usage-with-usagestatsmanager-d47294537dab</a:t>
            </a:r>
          </a:p>
          <a:p>
            <a:endParaRPr lang="de-DE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0854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https://abrignoni.blogspot.com/2019/02/android-usagestats-xml-parser.html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https://www.swiftforensics.com/2020/01/usagestats-on-android-10-q.html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https://developers.google.com/protocol-buffers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29740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https://martin.kleppmann.com/2012/12/05/schema-evolution-in-avro-protocol-buffers-thrift.html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239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git clone https://github.com/abrignoni/Android-Usagestats-XML-Protobuf.git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cp -</a:t>
            </a:r>
            <a:r>
              <a:rPr lang="en-US" dirty="0" err="1"/>
              <a:t>avr</a:t>
            </a:r>
            <a:r>
              <a:rPr lang="en-US" dirty="0"/>
              <a:t> 'Pixel 3/data/system/</a:t>
            </a:r>
            <a:r>
              <a:rPr lang="en-US" dirty="0" err="1"/>
              <a:t>usagestats</a:t>
            </a:r>
            <a:r>
              <a:rPr lang="en-US" dirty="0"/>
              <a:t>/' Android-</a:t>
            </a:r>
            <a:r>
              <a:rPr lang="en-US" dirty="0" err="1"/>
              <a:t>Usagestats</a:t>
            </a:r>
            <a:r>
              <a:rPr lang="en-US" dirty="0"/>
              <a:t>-XML-</a:t>
            </a:r>
            <a:r>
              <a:rPr lang="en-US" dirty="0" err="1"/>
              <a:t>Protobuf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https://github.com/abrignoni/Android-Usagestats-XML-Protobuf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60290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python3 Android-Usagestats-XML-Protobuf/usagestats_conv.py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97602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sqlite3 '</a:t>
            </a:r>
            <a:r>
              <a:rPr lang="en-US" dirty="0" err="1"/>
              <a:t>usagestats.db</a:t>
            </a:r>
            <a:r>
              <a:rPr lang="en-US" dirty="0"/>
              <a:t>’</a:t>
            </a:r>
          </a:p>
          <a:p>
            <a:r>
              <a:rPr lang="en-US" dirty="0"/>
              <a:t>.tables</a:t>
            </a:r>
          </a:p>
          <a:p>
            <a:r>
              <a:rPr lang="en-US" dirty="0"/>
              <a:t>pragma </a:t>
            </a:r>
            <a:r>
              <a:rPr lang="en-US" dirty="0" err="1"/>
              <a:t>table_info</a:t>
            </a:r>
            <a:r>
              <a:rPr lang="en-US" dirty="0"/>
              <a:t>(data);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165066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24642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23979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sqlite3</a:t>
            </a:r>
          </a:p>
          <a:p>
            <a:r>
              <a:rPr lang="en-US" dirty="0"/>
              <a:t>.open 'Pixel 3/data/data/</a:t>
            </a:r>
            <a:r>
              <a:rPr lang="en-US" dirty="0" err="1"/>
              <a:t>com.android.vending</a:t>
            </a:r>
            <a:r>
              <a:rPr lang="en-US" dirty="0"/>
              <a:t>/databases/</a:t>
            </a:r>
            <a:r>
              <a:rPr lang="en-US" dirty="0" err="1"/>
              <a:t>localappstate.db</a:t>
            </a:r>
            <a:r>
              <a:rPr lang="en-US" dirty="0"/>
              <a:t>'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select  </a:t>
            </a:r>
            <a:r>
              <a:rPr lang="en-GB" dirty="0" err="1"/>
              <a:t>package_name</a:t>
            </a:r>
            <a:r>
              <a:rPr lang="en-GB" dirty="0"/>
              <a:t>, </a:t>
            </a:r>
            <a:r>
              <a:rPr lang="en-GB" dirty="0" err="1"/>
              <a:t>first_download_ms</a:t>
            </a:r>
            <a:r>
              <a:rPr lang="en-GB" dirty="0"/>
              <a:t>, account, title from </a:t>
            </a:r>
            <a:r>
              <a:rPr lang="en-GB" dirty="0" err="1"/>
              <a:t>appstate</a:t>
            </a:r>
            <a:r>
              <a:rPr lang="en-GB" dirty="0"/>
              <a:t> where </a:t>
            </a:r>
            <a:r>
              <a:rPr lang="en-GB" dirty="0" err="1"/>
              <a:t>package_name</a:t>
            </a:r>
            <a:r>
              <a:rPr lang="en-GB" dirty="0"/>
              <a:t> like '%line%'</a:t>
            </a:r>
            <a:r>
              <a:rPr lang="en-US" dirty="0"/>
              <a:t>  </a:t>
            </a:r>
            <a:r>
              <a:rPr lang="en-GB" dirty="0"/>
              <a:t>;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55105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.open '</a:t>
            </a:r>
            <a:r>
              <a:rPr lang="en-US" dirty="0" err="1"/>
              <a:t>usagestats.db</a:t>
            </a:r>
            <a:r>
              <a:rPr lang="en-US" dirty="0"/>
              <a:t>'</a:t>
            </a:r>
          </a:p>
          <a:p>
            <a:endParaRPr lang="en-US" dirty="0"/>
          </a:p>
          <a:p>
            <a:r>
              <a:rPr lang="en-GB" sz="1200" dirty="0"/>
              <a:t>SELECT</a:t>
            </a:r>
          </a:p>
          <a:p>
            <a:r>
              <a:rPr lang="en-GB" sz="1200" dirty="0"/>
              <a:t>  </a:t>
            </a:r>
            <a:r>
              <a:rPr lang="en-GB" sz="1200" dirty="0" err="1"/>
              <a:t>usage_type</a:t>
            </a:r>
            <a:r>
              <a:rPr lang="en-GB" sz="1200" dirty="0"/>
              <a:t>,</a:t>
            </a:r>
          </a:p>
          <a:p>
            <a:r>
              <a:rPr lang="en-GB" sz="1200" dirty="0"/>
              <a:t>  datetime(</a:t>
            </a:r>
            <a:r>
              <a:rPr lang="en-GB" sz="1200" dirty="0" err="1"/>
              <a:t>lastime</a:t>
            </a:r>
            <a:r>
              <a:rPr lang="en-GB" sz="1200" dirty="0"/>
              <a:t>/1000, 'UNIXEPOCH') as </a:t>
            </a:r>
            <a:r>
              <a:rPr lang="en-GB" sz="1200" dirty="0" err="1"/>
              <a:t>lasttimeactive</a:t>
            </a:r>
            <a:r>
              <a:rPr lang="en-GB" sz="1200" dirty="0"/>
              <a:t>,</a:t>
            </a:r>
          </a:p>
          <a:p>
            <a:r>
              <a:rPr lang="en-GB" sz="1200" dirty="0"/>
              <a:t>  </a:t>
            </a:r>
            <a:r>
              <a:rPr lang="en-GB" sz="1200" dirty="0" err="1"/>
              <a:t>timeactive</a:t>
            </a:r>
            <a:r>
              <a:rPr lang="en-GB" sz="1200" dirty="0"/>
              <a:t> as </a:t>
            </a:r>
            <a:r>
              <a:rPr lang="en-GB" sz="1200" dirty="0" err="1"/>
              <a:t>time_Active_in_msecs</a:t>
            </a:r>
            <a:r>
              <a:rPr lang="en-GB" sz="1200" dirty="0"/>
              <a:t>,</a:t>
            </a:r>
          </a:p>
          <a:p>
            <a:r>
              <a:rPr lang="en-GB" sz="1200" dirty="0"/>
              <a:t>  </a:t>
            </a:r>
            <a:r>
              <a:rPr lang="en-GB" sz="1200" dirty="0" err="1"/>
              <a:t>timeactive</a:t>
            </a:r>
            <a:r>
              <a:rPr lang="en-GB" sz="1200" dirty="0"/>
              <a:t>/1000 as </a:t>
            </a:r>
            <a:r>
              <a:rPr lang="en-GB" sz="1200" dirty="0" err="1"/>
              <a:t>timeactive_in_secs</a:t>
            </a:r>
            <a:r>
              <a:rPr lang="en-GB" sz="1200" dirty="0"/>
              <a:t>,</a:t>
            </a:r>
          </a:p>
          <a:p>
            <a:r>
              <a:rPr lang="en-GB" sz="1200" dirty="0"/>
              <a:t>  package,</a:t>
            </a:r>
          </a:p>
          <a:p>
            <a:r>
              <a:rPr lang="en-GB" sz="1200" dirty="0"/>
              <a:t>CASE types</a:t>
            </a:r>
          </a:p>
          <a:p>
            <a:r>
              <a:rPr lang="en-GB" sz="1200" dirty="0"/>
              <a:t>     WHEN '1' THEN 'MOVE_TO_FOREGROUND'</a:t>
            </a:r>
          </a:p>
          <a:p>
            <a:r>
              <a:rPr lang="en-GB" sz="1200" dirty="0"/>
              <a:t>     WHEN '2' THEN 'MOVE_TO_BACKGROUND'</a:t>
            </a:r>
          </a:p>
          <a:p>
            <a:r>
              <a:rPr lang="en-GB" sz="1200" dirty="0"/>
              <a:t>     WHEN '5' THEN 'CONFIGURATION_CHANGE'</a:t>
            </a:r>
          </a:p>
          <a:p>
            <a:r>
              <a:rPr lang="en-GB" sz="1200" dirty="0"/>
              <a:t>     WHEN '7' THEN 'USER_INTERACTION'</a:t>
            </a:r>
          </a:p>
          <a:p>
            <a:r>
              <a:rPr lang="en-GB" sz="1200" dirty="0"/>
              <a:t>     WHEN '8' THEN 'SHORTCUT_INVOCATION'</a:t>
            </a:r>
          </a:p>
          <a:p>
            <a:r>
              <a:rPr lang="en-GB" sz="1200" dirty="0"/>
              <a:t>     WHEN '23' THEN 'ACTIVITY_STOPPED'</a:t>
            </a:r>
          </a:p>
          <a:p>
            <a:r>
              <a:rPr lang="en-GB" sz="1200" dirty="0"/>
              <a:t>     ELSE types</a:t>
            </a:r>
          </a:p>
          <a:p>
            <a:r>
              <a:rPr lang="en-GB" sz="1200" dirty="0"/>
              <a:t>END types,</a:t>
            </a:r>
          </a:p>
          <a:p>
            <a:r>
              <a:rPr lang="en-GB" sz="1200" dirty="0"/>
              <a:t>  </a:t>
            </a:r>
            <a:r>
              <a:rPr lang="en-GB" sz="1200" dirty="0" err="1"/>
              <a:t>classs</a:t>
            </a:r>
            <a:r>
              <a:rPr lang="en-GB" sz="1200" dirty="0"/>
              <a:t>,</a:t>
            </a:r>
          </a:p>
          <a:p>
            <a:r>
              <a:rPr lang="en-GB" sz="1200" dirty="0"/>
              <a:t>  source</a:t>
            </a:r>
          </a:p>
          <a:p>
            <a:r>
              <a:rPr lang="en-GB" sz="1200" dirty="0"/>
              <a:t>FROM data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dirty="0"/>
              <a:t>where </a:t>
            </a:r>
            <a:r>
              <a:rPr lang="en-GB" dirty="0"/>
              <a:t>package = '</a:t>
            </a:r>
            <a:r>
              <a:rPr lang="en-GB" dirty="0" err="1"/>
              <a:t>jp.naver.line.android</a:t>
            </a:r>
            <a:r>
              <a:rPr lang="en-GB" dirty="0"/>
              <a:t>'</a:t>
            </a:r>
            <a:r>
              <a:rPr lang="en-GB" sz="1200" dirty="0"/>
              <a:t>   and </a:t>
            </a:r>
            <a:r>
              <a:rPr lang="en-GB" sz="1200" dirty="0" err="1"/>
              <a:t>usage_type</a:t>
            </a:r>
            <a:r>
              <a:rPr lang="en-GB" sz="1200" dirty="0"/>
              <a:t> ='event-log'  </a:t>
            </a:r>
            <a:endParaRPr lang="en-GB" dirty="0"/>
          </a:p>
          <a:p>
            <a:r>
              <a:rPr lang="en-GB" sz="1200" dirty="0"/>
              <a:t>ORDER BY </a:t>
            </a:r>
            <a:r>
              <a:rPr lang="en-GB" sz="1200" dirty="0" err="1"/>
              <a:t>lasttimeactive</a:t>
            </a:r>
            <a:r>
              <a:rPr lang="en-GB" sz="1200" dirty="0"/>
              <a:t> ;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09191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00132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SELECT</a:t>
            </a:r>
          </a:p>
          <a:p>
            <a:r>
              <a:rPr lang="en-GB" dirty="0"/>
              <a:t>  </a:t>
            </a:r>
            <a:r>
              <a:rPr lang="en-GB" dirty="0" err="1"/>
              <a:t>usage_type</a:t>
            </a:r>
            <a:r>
              <a:rPr lang="en-GB" dirty="0"/>
              <a:t>,</a:t>
            </a:r>
          </a:p>
          <a:p>
            <a:r>
              <a:rPr lang="en-GB" dirty="0"/>
              <a:t>  </a:t>
            </a:r>
            <a:r>
              <a:rPr lang="en-GB" dirty="0" err="1"/>
              <a:t>lastime</a:t>
            </a:r>
            <a:r>
              <a:rPr lang="en-GB" dirty="0"/>
              <a:t>, </a:t>
            </a:r>
          </a:p>
          <a:p>
            <a:r>
              <a:rPr lang="en-GB" dirty="0"/>
              <a:t>  datetime(</a:t>
            </a:r>
            <a:r>
              <a:rPr lang="en-GB" dirty="0" err="1"/>
              <a:t>lastime</a:t>
            </a:r>
            <a:r>
              <a:rPr lang="en-GB" dirty="0"/>
              <a:t>/1000, 'UNIXEPOCH') as </a:t>
            </a:r>
            <a:r>
              <a:rPr lang="en-GB" dirty="0" err="1"/>
              <a:t>lasttimeactive</a:t>
            </a:r>
            <a:r>
              <a:rPr lang="en-GB" dirty="0"/>
              <a:t>,</a:t>
            </a:r>
          </a:p>
          <a:p>
            <a:r>
              <a:rPr lang="en-GB" dirty="0"/>
              <a:t>  </a:t>
            </a:r>
            <a:r>
              <a:rPr lang="en-GB" dirty="0" err="1"/>
              <a:t>timeactive</a:t>
            </a:r>
            <a:r>
              <a:rPr lang="en-GB" dirty="0"/>
              <a:t> as </a:t>
            </a:r>
            <a:r>
              <a:rPr lang="en-GB" dirty="0" err="1"/>
              <a:t>time_Active_in_msecs</a:t>
            </a:r>
            <a:r>
              <a:rPr lang="en-GB" dirty="0"/>
              <a:t>,</a:t>
            </a:r>
          </a:p>
          <a:p>
            <a:r>
              <a:rPr lang="en-GB" dirty="0"/>
              <a:t>  </a:t>
            </a:r>
            <a:r>
              <a:rPr lang="en-GB" dirty="0" err="1"/>
              <a:t>timeactive</a:t>
            </a:r>
            <a:r>
              <a:rPr lang="en-GB" dirty="0"/>
              <a:t>/1000 as </a:t>
            </a:r>
            <a:r>
              <a:rPr lang="en-GB" dirty="0" err="1"/>
              <a:t>timeactive_in_secs</a:t>
            </a:r>
            <a:r>
              <a:rPr lang="en-GB" dirty="0"/>
              <a:t>,</a:t>
            </a:r>
          </a:p>
          <a:p>
            <a:r>
              <a:rPr lang="en-GB" dirty="0"/>
              <a:t>  package,</a:t>
            </a:r>
          </a:p>
          <a:p>
            <a:r>
              <a:rPr lang="en-GB" dirty="0"/>
              <a:t>CASE types</a:t>
            </a:r>
          </a:p>
          <a:p>
            <a:r>
              <a:rPr lang="en-GB" dirty="0"/>
              <a:t>     WHEN '1' THEN 'MOVE_TO_FOREGROUND'</a:t>
            </a:r>
          </a:p>
          <a:p>
            <a:r>
              <a:rPr lang="en-GB" dirty="0"/>
              <a:t>     WHEN '2' THEN 'MOVE_TO_BACKGROUND'</a:t>
            </a:r>
          </a:p>
          <a:p>
            <a:r>
              <a:rPr lang="en-GB" dirty="0"/>
              <a:t>     WHEN '5' THEN 'CONFIGURATION_CHANGE'</a:t>
            </a:r>
          </a:p>
          <a:p>
            <a:r>
              <a:rPr lang="en-GB" dirty="0"/>
              <a:t>     WHEN '7' THEN 'USER_INTERACTION'</a:t>
            </a:r>
          </a:p>
          <a:p>
            <a:r>
              <a:rPr lang="en-GB" dirty="0"/>
              <a:t>     WHEN '8' THEN 'SHORTCUT_INVOCATION'</a:t>
            </a:r>
          </a:p>
          <a:p>
            <a:r>
              <a:rPr lang="en-GB" dirty="0"/>
              <a:t>     WHEN '23' THEN 'ACTIVITY_STOPPED'</a:t>
            </a:r>
          </a:p>
          <a:p>
            <a:r>
              <a:rPr lang="en-GB" dirty="0"/>
              <a:t>     ELSE types</a:t>
            </a:r>
          </a:p>
          <a:p>
            <a:r>
              <a:rPr lang="en-GB" dirty="0"/>
              <a:t>END types,</a:t>
            </a:r>
          </a:p>
          <a:p>
            <a:r>
              <a:rPr lang="en-GB" dirty="0"/>
              <a:t>  </a:t>
            </a:r>
            <a:r>
              <a:rPr lang="en-GB" dirty="0" err="1"/>
              <a:t>classs</a:t>
            </a:r>
            <a:r>
              <a:rPr lang="en-GB" dirty="0"/>
              <a:t>,</a:t>
            </a:r>
          </a:p>
          <a:p>
            <a:r>
              <a:rPr lang="en-GB" dirty="0"/>
              <a:t>  source</a:t>
            </a:r>
          </a:p>
          <a:p>
            <a:r>
              <a:rPr lang="en-GB" dirty="0"/>
              <a:t>FROM data </a:t>
            </a:r>
          </a:p>
          <a:p>
            <a:r>
              <a:rPr lang="en-GB" dirty="0"/>
              <a:t>where package = '</a:t>
            </a:r>
            <a:r>
              <a:rPr lang="en-GB" dirty="0" err="1"/>
              <a:t>jp.naver.line.android</a:t>
            </a:r>
            <a:r>
              <a:rPr lang="en-GB" dirty="0"/>
              <a:t>'   and </a:t>
            </a:r>
            <a:r>
              <a:rPr lang="en-GB" dirty="0" err="1"/>
              <a:t>usage_type</a:t>
            </a:r>
            <a:r>
              <a:rPr lang="en-GB" dirty="0"/>
              <a:t> ='event-log'  </a:t>
            </a:r>
          </a:p>
          <a:p>
            <a:r>
              <a:rPr lang="en-GB" dirty="0"/>
              <a:t>ORDER BY </a:t>
            </a:r>
            <a:r>
              <a:rPr lang="en-GB" dirty="0" err="1"/>
              <a:t>lasttimeactive</a:t>
            </a:r>
            <a:r>
              <a:rPr lang="en-GB" dirty="0"/>
              <a:t> 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00056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51929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SELECT</a:t>
            </a:r>
          </a:p>
          <a:p>
            <a:r>
              <a:rPr lang="en-GB" dirty="0"/>
              <a:t>  </a:t>
            </a:r>
            <a:r>
              <a:rPr lang="en-GB" dirty="0" err="1"/>
              <a:t>usage_type</a:t>
            </a:r>
            <a:r>
              <a:rPr lang="en-GB" dirty="0"/>
              <a:t>,</a:t>
            </a:r>
          </a:p>
          <a:p>
            <a:r>
              <a:rPr lang="en-GB" dirty="0"/>
              <a:t>  </a:t>
            </a:r>
            <a:r>
              <a:rPr lang="en-GB" dirty="0" err="1"/>
              <a:t>lastime</a:t>
            </a:r>
            <a:r>
              <a:rPr lang="en-GB" dirty="0"/>
              <a:t>, </a:t>
            </a:r>
          </a:p>
          <a:p>
            <a:r>
              <a:rPr lang="en-GB" dirty="0"/>
              <a:t>  datetime(</a:t>
            </a:r>
            <a:r>
              <a:rPr lang="en-GB" dirty="0" err="1"/>
              <a:t>lastime</a:t>
            </a:r>
            <a:r>
              <a:rPr lang="en-GB" dirty="0"/>
              <a:t>/1000, 'UNIXEPOCH') as </a:t>
            </a:r>
            <a:r>
              <a:rPr lang="en-GB" dirty="0" err="1"/>
              <a:t>lasttimeactive</a:t>
            </a:r>
            <a:r>
              <a:rPr lang="en-GB" dirty="0"/>
              <a:t>,</a:t>
            </a:r>
          </a:p>
          <a:p>
            <a:r>
              <a:rPr lang="en-GB" dirty="0"/>
              <a:t>  </a:t>
            </a:r>
            <a:r>
              <a:rPr lang="en-GB" dirty="0" err="1"/>
              <a:t>timeactive</a:t>
            </a:r>
            <a:r>
              <a:rPr lang="en-GB" dirty="0"/>
              <a:t> as </a:t>
            </a:r>
            <a:r>
              <a:rPr lang="en-GB" dirty="0" err="1"/>
              <a:t>time_Active_in_msecs</a:t>
            </a:r>
            <a:r>
              <a:rPr lang="en-GB" dirty="0"/>
              <a:t>,</a:t>
            </a:r>
          </a:p>
          <a:p>
            <a:r>
              <a:rPr lang="en-GB" dirty="0"/>
              <a:t>  </a:t>
            </a:r>
            <a:r>
              <a:rPr lang="en-GB" dirty="0" err="1"/>
              <a:t>timeactive</a:t>
            </a:r>
            <a:r>
              <a:rPr lang="en-GB" dirty="0"/>
              <a:t>/1000 as </a:t>
            </a:r>
            <a:r>
              <a:rPr lang="en-GB" dirty="0" err="1"/>
              <a:t>timeactive_in_secs</a:t>
            </a:r>
            <a:r>
              <a:rPr lang="en-GB" dirty="0"/>
              <a:t>,</a:t>
            </a:r>
          </a:p>
          <a:p>
            <a:r>
              <a:rPr lang="en-GB" dirty="0"/>
              <a:t>  package,</a:t>
            </a:r>
          </a:p>
          <a:p>
            <a:r>
              <a:rPr lang="en-GB" dirty="0"/>
              <a:t>CASE types</a:t>
            </a:r>
          </a:p>
          <a:p>
            <a:r>
              <a:rPr lang="en-GB" dirty="0"/>
              <a:t>     WHEN '1' THEN 'MOVE_TO_FOREGROUND'</a:t>
            </a:r>
          </a:p>
          <a:p>
            <a:r>
              <a:rPr lang="en-GB" dirty="0"/>
              <a:t>     WHEN '2' THEN 'MOVE_TO_BACKGROUND'</a:t>
            </a:r>
          </a:p>
          <a:p>
            <a:r>
              <a:rPr lang="en-GB" dirty="0"/>
              <a:t>     WHEN '5' THEN 'CONFIGURATION_CHANGE'</a:t>
            </a:r>
          </a:p>
          <a:p>
            <a:r>
              <a:rPr lang="en-GB" dirty="0"/>
              <a:t>     WHEN '7' THEN 'USER_INTERACTION'</a:t>
            </a:r>
          </a:p>
          <a:p>
            <a:r>
              <a:rPr lang="en-GB" dirty="0"/>
              <a:t>     WHEN '8' THEN 'SHORTCUT_INVOCATION'</a:t>
            </a:r>
          </a:p>
          <a:p>
            <a:r>
              <a:rPr lang="en-GB" dirty="0"/>
              <a:t>     WHEN '23' THEN 'ACTIVITY_STOPPED'</a:t>
            </a:r>
          </a:p>
          <a:p>
            <a:r>
              <a:rPr lang="en-GB" dirty="0"/>
              <a:t>     ELSE types</a:t>
            </a:r>
          </a:p>
          <a:p>
            <a:r>
              <a:rPr lang="en-GB" dirty="0"/>
              <a:t>END types,</a:t>
            </a:r>
          </a:p>
          <a:p>
            <a:r>
              <a:rPr lang="en-GB" dirty="0"/>
              <a:t>  </a:t>
            </a:r>
            <a:r>
              <a:rPr lang="en-GB" dirty="0" err="1"/>
              <a:t>classs</a:t>
            </a:r>
            <a:r>
              <a:rPr lang="en-GB" dirty="0"/>
              <a:t>,</a:t>
            </a:r>
          </a:p>
          <a:p>
            <a:r>
              <a:rPr lang="en-GB" dirty="0"/>
              <a:t>  source</a:t>
            </a:r>
          </a:p>
          <a:p>
            <a:r>
              <a:rPr lang="en-GB" dirty="0"/>
              <a:t>FROM data </a:t>
            </a:r>
          </a:p>
          <a:p>
            <a:r>
              <a:rPr lang="en-GB" dirty="0"/>
              <a:t>where </a:t>
            </a:r>
            <a:r>
              <a:rPr lang="en-GB" dirty="0" err="1"/>
              <a:t>usage_type</a:t>
            </a:r>
            <a:r>
              <a:rPr lang="en-GB" dirty="0"/>
              <a:t> ='event-log' and </a:t>
            </a:r>
            <a:r>
              <a:rPr lang="en-GB" dirty="0" err="1"/>
              <a:t>lastime</a:t>
            </a:r>
            <a:r>
              <a:rPr lang="en-GB" dirty="0"/>
              <a:t> &gt; 1581271520730</a:t>
            </a:r>
          </a:p>
          <a:p>
            <a:r>
              <a:rPr lang="en-GB" dirty="0"/>
              <a:t>ORDER BY </a:t>
            </a:r>
            <a:r>
              <a:rPr lang="en-GB" dirty="0" err="1"/>
              <a:t>lasttimeactive</a:t>
            </a:r>
            <a:r>
              <a:rPr lang="en-GB" dirty="0"/>
              <a:t> limit 20;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BF98C7-164A-4723-84F0-B1E4B080DDEC}" type="slidenum">
              <a:rPr lang="en-US" smtClean="0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42823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66646" cy="365125"/>
          </a:xfrm>
        </p:spPr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1171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622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569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89114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69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089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007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09007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037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96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63717A-E3C1-4BED-ABE0-B7069385E023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90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63717A-E3C1-4BED-ABE0-B7069385E023}" type="datetimeFigureOut">
              <a:rPr lang="en-US" smtClean="0"/>
              <a:t>10/9/2026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E6F5B0-BCF1-4291-802C-4ED5F9057036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United States Department of Justice - Wikipedia"/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4663" y="6429241"/>
            <a:ext cx="379628" cy="379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OJP PMP Login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291" y="6519834"/>
            <a:ext cx="420444" cy="201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University of Baltimore Issues Marketing RFP - PR News"/>
          <p:cNvPicPr>
            <a:picLocks noChangeAspect="1" noChangeArrowheads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54993" y="6286831"/>
            <a:ext cx="1571896" cy="6644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ile:Towson University logo horiz 2019.png - Wikimedia Commons"/>
          <p:cNvPicPr>
            <a:picLocks noChangeAspect="1" noChangeArrowheads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2985" y="6456351"/>
            <a:ext cx="1202235" cy="414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3574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.png"/><Relationship Id="rId4" Type="http://schemas.openxmlformats.org/officeDocument/2006/relationships/hyperlink" Target="mailto:thisisdfir@gmail.com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png"/><Relationship Id="rId4" Type="http://schemas.openxmlformats.org/officeDocument/2006/relationships/image" Target="../media/image35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17" Type="http://schemas.openxmlformats.org/officeDocument/2006/relationships/image" Target="../media/image74.png"/><Relationship Id="rId2" Type="http://schemas.openxmlformats.org/officeDocument/2006/relationships/notesSlide" Target="../notesSlides/notesSlide22.xml"/><Relationship Id="rId16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5" Type="http://schemas.openxmlformats.org/officeDocument/2006/relationships/image" Target="../media/image7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5.png"/><Relationship Id="rId3" Type="http://schemas.openxmlformats.org/officeDocument/2006/relationships/image" Target="../media/image75.pn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5" Type="http://schemas.openxmlformats.org/officeDocument/2006/relationships/image" Target="../media/image77.png"/><Relationship Id="rId15" Type="http://schemas.openxmlformats.org/officeDocument/2006/relationships/image" Target="../media/image87.png"/><Relationship Id="rId10" Type="http://schemas.openxmlformats.org/officeDocument/2006/relationships/image" Target="../media/image82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Relationship Id="rId14" Type="http://schemas.openxmlformats.org/officeDocument/2006/relationships/image" Target="../media/image86.png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99.png"/><Relationship Id="rId4" Type="http://schemas.openxmlformats.org/officeDocument/2006/relationships/image" Target="../media/image98.png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02.png"/><Relationship Id="rId4" Type="http://schemas.openxmlformats.org/officeDocument/2006/relationships/image" Target="../media/image10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4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06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developer.android.com/reference/android/app/usage/UsageEvents.Event" TargetMode="Externa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5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B649C4F-48C8-4CC6-BAE6-40898A5F80F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Tracking Android Apps</a:t>
            </a:r>
            <a:br>
              <a:rPr lang="en-GB" dirty="0"/>
            </a:br>
            <a:r>
              <a:rPr lang="en-GB" dirty="0"/>
              <a:t>Through Their Life Cycle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291333-6596-4646-9C81-7FDF36633BA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Installed, Running, Background, Deleted</a:t>
            </a:r>
          </a:p>
        </p:txBody>
      </p:sp>
    </p:spTree>
    <p:extLst>
      <p:ext uri="{BB962C8B-B14F-4D97-AF65-F5344CB8AC3E}">
        <p14:creationId xmlns:p14="http://schemas.microsoft.com/office/powerpoint/2010/main" val="2783025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7">
            <a:extLst>
              <a:ext uri="{FF2B5EF4-FFF2-40B4-BE49-F238E27FC236}">
                <a16:creationId xmlns:a16="http://schemas.microsoft.com/office/drawing/2014/main" id="{55F90A37-D885-93EE-2712-57DE0EBA70F5}"/>
              </a:ext>
            </a:extLst>
          </p:cNvPr>
          <p:cNvSpPr/>
          <p:nvPr/>
        </p:nvSpPr>
        <p:spPr>
          <a:xfrm>
            <a:off x="434897" y="5630774"/>
            <a:ext cx="11506199" cy="446804"/>
          </a:xfrm>
          <a:prstGeom prst="roundRect">
            <a:avLst>
              <a:gd name="adj" fmla="val 10256"/>
            </a:avLst>
          </a:prstGeom>
          <a:solidFill>
            <a:srgbClr val="FFF7ED"/>
          </a:solidFill>
          <a:ln w="12700">
            <a:solidFill>
              <a:srgbClr val="EA580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11827"/>
                </a:solidFill>
              </a:rPr>
              <a:t>Output: a defensible app-activity timeline with source path, field name, decoded time, and confidence level.</a:t>
            </a:r>
            <a:endParaRPr lang="en-US" sz="20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6D48A4-CB05-E698-C253-84E9A3C1A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Android App Lifecycle Analysis</a:t>
            </a: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0FAA9EE6-8C89-E557-788F-99C5F7D82426}"/>
              </a:ext>
            </a:extLst>
          </p:cNvPr>
          <p:cNvSpPr/>
          <p:nvPr/>
        </p:nvSpPr>
        <p:spPr>
          <a:xfrm>
            <a:off x="364792" y="2137492"/>
            <a:ext cx="2743200" cy="731520"/>
          </a:xfrm>
          <a:prstGeom prst="roundRect">
            <a:avLst/>
          </a:prstGeom>
          <a:solidFill>
            <a:srgbClr val="1B71D6"/>
          </a:solidFill>
          <a:ln>
            <a:solidFill>
              <a:srgbClr val="1B7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1  Identify Apps</a:t>
            </a:r>
          </a:p>
        </p:txBody>
      </p:sp>
      <p:sp>
        <p:nvSpPr>
          <p:cNvPr id="7" name="Rounded Rectangle 4">
            <a:extLst>
              <a:ext uri="{FF2B5EF4-FFF2-40B4-BE49-F238E27FC236}">
                <a16:creationId xmlns:a16="http://schemas.microsoft.com/office/drawing/2014/main" id="{10728294-B4ED-1EB0-60CC-F5B1BDF372B4}"/>
              </a:ext>
            </a:extLst>
          </p:cNvPr>
          <p:cNvSpPr/>
          <p:nvPr/>
        </p:nvSpPr>
        <p:spPr>
          <a:xfrm>
            <a:off x="364792" y="3006172"/>
            <a:ext cx="2743200" cy="2099718"/>
          </a:xfrm>
          <a:prstGeom prst="roundRect">
            <a:avLst/>
          </a:prstGeom>
          <a:solidFill>
            <a:srgbClr val="FAFCFF"/>
          </a:solidFill>
          <a:ln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71E684-6810-4998-F0DC-EC128A5B2572}"/>
              </a:ext>
            </a:extLst>
          </p:cNvPr>
          <p:cNvSpPr txBox="1"/>
          <p:nvPr/>
        </p:nvSpPr>
        <p:spPr>
          <a:xfrm>
            <a:off x="529384" y="3216484"/>
            <a:ext cx="2414016" cy="347472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algn="ctr"/>
            <a:r>
              <a:rPr sz="1300" b="1" i="0">
                <a:solidFill>
                  <a:srgbClr val="122B48"/>
                </a:solidFill>
                <a:latin typeface="Aptos"/>
              </a:rPr>
              <a:t>What apps are/were associated?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3C822B-8834-F8EA-4823-3314E4FBDE20}"/>
              </a:ext>
            </a:extLst>
          </p:cNvPr>
          <p:cNvSpPr txBox="1"/>
          <p:nvPr/>
        </p:nvSpPr>
        <p:spPr>
          <a:xfrm>
            <a:off x="657400" y="3737692"/>
            <a:ext cx="2240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defRPr sz="1450">
                <a:solidFill>
                  <a:srgbClr val="122B48"/>
                </a:solidFill>
                <a:latin typeface="Aptos"/>
              </a:defRPr>
            </a:pPr>
            <a:r>
              <a:t>Play Store records</a:t>
            </a:r>
          </a:p>
          <a:p>
            <a:pPr>
              <a:buChar char="•"/>
              <a:defRPr sz="1450">
                <a:solidFill>
                  <a:srgbClr val="122B48"/>
                </a:solidFill>
                <a:latin typeface="Aptos"/>
              </a:defRPr>
            </a:pPr>
            <a:r>
              <a:t>App data directories</a:t>
            </a:r>
          </a:p>
          <a:p>
            <a:pPr>
              <a:buChar char="•"/>
              <a:defRPr sz="1450">
                <a:solidFill>
                  <a:srgbClr val="122B48"/>
                </a:solidFill>
                <a:latin typeface="Aptos"/>
              </a:defRPr>
            </a:pPr>
            <a:r>
              <a:t>Package list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A2E3A24-0F5D-0FD7-C504-8A140ED9186C}"/>
              </a:ext>
            </a:extLst>
          </p:cNvPr>
          <p:cNvSpPr txBox="1"/>
          <p:nvPr/>
        </p:nvSpPr>
        <p:spPr>
          <a:xfrm>
            <a:off x="364792" y="4670091"/>
            <a:ext cx="234086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 i="0" dirty="0">
                <a:solidFill>
                  <a:srgbClr val="1B71D6"/>
                </a:solidFill>
                <a:latin typeface="Aptos"/>
              </a:rPr>
              <a:t>Evidence sources</a:t>
            </a:r>
          </a:p>
        </p:txBody>
      </p:sp>
      <p:sp>
        <p:nvSpPr>
          <p:cNvPr id="16" name="Rounded Rectangle 8">
            <a:extLst>
              <a:ext uri="{FF2B5EF4-FFF2-40B4-BE49-F238E27FC236}">
                <a16:creationId xmlns:a16="http://schemas.microsoft.com/office/drawing/2014/main" id="{D60C9C49-DCFD-3727-F5B0-E0BFA5207A40}"/>
              </a:ext>
            </a:extLst>
          </p:cNvPr>
          <p:cNvSpPr/>
          <p:nvPr/>
        </p:nvSpPr>
        <p:spPr>
          <a:xfrm>
            <a:off x="3309160" y="2137492"/>
            <a:ext cx="2743200" cy="731520"/>
          </a:xfrm>
          <a:prstGeom prst="roundRect">
            <a:avLst/>
          </a:prstGeom>
          <a:solidFill>
            <a:srgbClr val="008E96"/>
          </a:solidFill>
          <a:ln>
            <a:solidFill>
              <a:srgbClr val="008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2  Examine Metadata</a:t>
            </a:r>
          </a:p>
        </p:txBody>
      </p:sp>
      <p:sp>
        <p:nvSpPr>
          <p:cNvPr id="18" name="Rounded Rectangle 9">
            <a:extLst>
              <a:ext uri="{FF2B5EF4-FFF2-40B4-BE49-F238E27FC236}">
                <a16:creationId xmlns:a16="http://schemas.microsoft.com/office/drawing/2014/main" id="{F0627D6F-9EA0-0E7E-9742-993284113481}"/>
              </a:ext>
            </a:extLst>
          </p:cNvPr>
          <p:cNvSpPr/>
          <p:nvPr/>
        </p:nvSpPr>
        <p:spPr>
          <a:xfrm>
            <a:off x="3309160" y="3006172"/>
            <a:ext cx="2743200" cy="2099718"/>
          </a:xfrm>
          <a:prstGeom prst="roundRect">
            <a:avLst/>
          </a:prstGeom>
          <a:solidFill>
            <a:srgbClr val="FAFCFF"/>
          </a:solidFill>
          <a:ln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E1D4DC2-B714-7FB8-ACEC-FAB0EA0C83F2}"/>
              </a:ext>
            </a:extLst>
          </p:cNvPr>
          <p:cNvSpPr txBox="1"/>
          <p:nvPr/>
        </p:nvSpPr>
        <p:spPr>
          <a:xfrm>
            <a:off x="3473752" y="3216484"/>
            <a:ext cx="2414016" cy="347472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algn="ctr"/>
            <a:r>
              <a:rPr sz="1300" b="1" i="0">
                <a:solidFill>
                  <a:srgbClr val="122B48"/>
                </a:solidFill>
                <a:latin typeface="Aptos"/>
              </a:rPr>
              <a:t>What do we know about each app?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9C67BC-0271-5A8A-6780-889006D38456}"/>
              </a:ext>
            </a:extLst>
          </p:cNvPr>
          <p:cNvSpPr txBox="1"/>
          <p:nvPr/>
        </p:nvSpPr>
        <p:spPr>
          <a:xfrm>
            <a:off x="3601768" y="3737692"/>
            <a:ext cx="2240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defRPr sz="1450">
                <a:solidFill>
                  <a:srgbClr val="122B48"/>
                </a:solidFill>
                <a:latin typeface="Aptos"/>
              </a:defRPr>
            </a:pPr>
            <a:r>
              <a:t>Package name + UID</a:t>
            </a:r>
          </a:p>
          <a:p>
            <a:pPr>
              <a:buChar char="•"/>
              <a:defRPr sz="1450">
                <a:solidFill>
                  <a:srgbClr val="122B48"/>
                </a:solidFill>
                <a:latin typeface="Aptos"/>
              </a:defRPr>
            </a:pPr>
            <a:r>
              <a:t>Installer + version</a:t>
            </a:r>
          </a:p>
          <a:p>
            <a:pPr>
              <a:buChar char="•"/>
              <a:defRPr sz="1450">
                <a:solidFill>
                  <a:srgbClr val="122B48"/>
                </a:solidFill>
                <a:latin typeface="Aptos"/>
              </a:defRPr>
            </a:pPr>
            <a:r>
              <a:t>Install/update time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8C06433-C095-9525-9FA6-DA81CE047B73}"/>
              </a:ext>
            </a:extLst>
          </p:cNvPr>
          <p:cNvSpPr txBox="1"/>
          <p:nvPr/>
        </p:nvSpPr>
        <p:spPr>
          <a:xfrm>
            <a:off x="3327448" y="4692110"/>
            <a:ext cx="234086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 i="0" dirty="0">
                <a:solidFill>
                  <a:srgbClr val="008E96"/>
                </a:solidFill>
                <a:latin typeface="Aptos"/>
              </a:rPr>
              <a:t>App properties</a:t>
            </a:r>
          </a:p>
        </p:txBody>
      </p:sp>
      <p:sp>
        <p:nvSpPr>
          <p:cNvPr id="26" name="Rounded Rectangle 13">
            <a:extLst>
              <a:ext uri="{FF2B5EF4-FFF2-40B4-BE49-F238E27FC236}">
                <a16:creationId xmlns:a16="http://schemas.microsoft.com/office/drawing/2014/main" id="{D5ED9BFA-1B4F-9435-2111-BEBF607D53E3}"/>
              </a:ext>
            </a:extLst>
          </p:cNvPr>
          <p:cNvSpPr/>
          <p:nvPr/>
        </p:nvSpPr>
        <p:spPr>
          <a:xfrm>
            <a:off x="6253528" y="2137492"/>
            <a:ext cx="2743200" cy="731520"/>
          </a:xfrm>
          <a:prstGeom prst="roundRect">
            <a:avLst/>
          </a:prstGeom>
          <a:solidFill>
            <a:srgbClr val="E65C1E"/>
          </a:solidFill>
          <a:ln>
            <a:solidFill>
              <a:srgbClr val="E65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3  Reconstruct Usage</a:t>
            </a:r>
          </a:p>
        </p:txBody>
      </p:sp>
      <p:sp>
        <p:nvSpPr>
          <p:cNvPr id="28" name="Rounded Rectangle 14">
            <a:extLst>
              <a:ext uri="{FF2B5EF4-FFF2-40B4-BE49-F238E27FC236}">
                <a16:creationId xmlns:a16="http://schemas.microsoft.com/office/drawing/2014/main" id="{F28A1CB1-17C4-1358-8D94-43523D5170FE}"/>
              </a:ext>
            </a:extLst>
          </p:cNvPr>
          <p:cNvSpPr/>
          <p:nvPr/>
        </p:nvSpPr>
        <p:spPr>
          <a:xfrm>
            <a:off x="6253528" y="3006172"/>
            <a:ext cx="2743200" cy="2099718"/>
          </a:xfrm>
          <a:prstGeom prst="roundRect">
            <a:avLst/>
          </a:prstGeom>
          <a:solidFill>
            <a:srgbClr val="FAFCFF"/>
          </a:solidFill>
          <a:ln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397F7C3-F7D5-A5CA-396D-60F0BA4E0002}"/>
              </a:ext>
            </a:extLst>
          </p:cNvPr>
          <p:cNvSpPr txBox="1"/>
          <p:nvPr/>
        </p:nvSpPr>
        <p:spPr>
          <a:xfrm>
            <a:off x="6418120" y="3216484"/>
            <a:ext cx="2414016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 i="0">
                <a:solidFill>
                  <a:srgbClr val="122B48"/>
                </a:solidFill>
                <a:latin typeface="Aptos"/>
              </a:rPr>
              <a:t>When and how was it used?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57A5550-2DB3-79D9-8520-08F13D750C2E}"/>
              </a:ext>
            </a:extLst>
          </p:cNvPr>
          <p:cNvSpPr txBox="1"/>
          <p:nvPr/>
        </p:nvSpPr>
        <p:spPr>
          <a:xfrm>
            <a:off x="6546136" y="3737692"/>
            <a:ext cx="2240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defRPr sz="1450">
                <a:solidFill>
                  <a:srgbClr val="122B48"/>
                </a:solidFill>
                <a:latin typeface="Aptos"/>
              </a:defRPr>
            </a:pPr>
            <a:r>
              <a:t>Foreground/background</a:t>
            </a:r>
          </a:p>
          <a:p>
            <a:pPr>
              <a:buChar char="•"/>
              <a:defRPr sz="1450">
                <a:solidFill>
                  <a:srgbClr val="122B48"/>
                </a:solidFill>
                <a:latin typeface="Aptos"/>
              </a:defRPr>
            </a:pPr>
            <a:r>
              <a:t>Activity events</a:t>
            </a:r>
          </a:p>
          <a:p>
            <a:pPr>
              <a:buChar char="•"/>
              <a:defRPr sz="1450">
                <a:solidFill>
                  <a:srgbClr val="122B48"/>
                </a:solidFill>
                <a:latin typeface="Aptos"/>
              </a:defRPr>
            </a:pPr>
            <a:r>
              <a:t>Usage timeline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81C073E-0A17-C4C2-F750-7F67E3F00FC1}"/>
              </a:ext>
            </a:extLst>
          </p:cNvPr>
          <p:cNvSpPr txBox="1"/>
          <p:nvPr/>
        </p:nvSpPr>
        <p:spPr>
          <a:xfrm>
            <a:off x="6253528" y="4670091"/>
            <a:ext cx="234086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 i="0" dirty="0">
                <a:solidFill>
                  <a:srgbClr val="E65C1E"/>
                </a:solidFill>
                <a:latin typeface="Aptos"/>
              </a:rPr>
              <a:t>Events over time</a:t>
            </a:r>
          </a:p>
        </p:txBody>
      </p:sp>
      <p:sp>
        <p:nvSpPr>
          <p:cNvPr id="36" name="Rounded Rectangle 18">
            <a:extLst>
              <a:ext uri="{FF2B5EF4-FFF2-40B4-BE49-F238E27FC236}">
                <a16:creationId xmlns:a16="http://schemas.microsoft.com/office/drawing/2014/main" id="{24C89FDA-1EF2-EFF5-676C-C602F9AF0633}"/>
              </a:ext>
            </a:extLst>
          </p:cNvPr>
          <p:cNvSpPr/>
          <p:nvPr/>
        </p:nvSpPr>
        <p:spPr>
          <a:xfrm>
            <a:off x="9197896" y="2137492"/>
            <a:ext cx="2743200" cy="731520"/>
          </a:xfrm>
          <a:prstGeom prst="roundRect">
            <a:avLst/>
          </a:prstGeom>
          <a:solidFill>
            <a:srgbClr val="753ACA"/>
          </a:solidFill>
          <a:ln>
            <a:solidFill>
              <a:srgbClr val="753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900" b="1">
                <a:solidFill>
                  <a:srgbClr val="FFFFFF"/>
                </a:solidFill>
                <a:latin typeface="Aptos"/>
              </a:rPr>
              <a:t>4  Interpret Lifecycle</a:t>
            </a:r>
          </a:p>
        </p:txBody>
      </p:sp>
      <p:sp>
        <p:nvSpPr>
          <p:cNvPr id="38" name="Rounded Rectangle 19">
            <a:extLst>
              <a:ext uri="{FF2B5EF4-FFF2-40B4-BE49-F238E27FC236}">
                <a16:creationId xmlns:a16="http://schemas.microsoft.com/office/drawing/2014/main" id="{E69EB7DD-18C1-D874-F186-65615575CEAE}"/>
              </a:ext>
            </a:extLst>
          </p:cNvPr>
          <p:cNvSpPr/>
          <p:nvPr/>
        </p:nvSpPr>
        <p:spPr>
          <a:xfrm>
            <a:off x="9197896" y="3006172"/>
            <a:ext cx="2743200" cy="2099718"/>
          </a:xfrm>
          <a:prstGeom prst="roundRect">
            <a:avLst/>
          </a:prstGeom>
          <a:solidFill>
            <a:srgbClr val="FAFCFF"/>
          </a:solidFill>
          <a:ln>
            <a:solidFill>
              <a:srgbClr val="D8E2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F00C8E-E79A-5040-FD03-0907457D321C}"/>
              </a:ext>
            </a:extLst>
          </p:cNvPr>
          <p:cNvSpPr txBox="1"/>
          <p:nvPr/>
        </p:nvSpPr>
        <p:spPr>
          <a:xfrm>
            <a:off x="9362488" y="3216484"/>
            <a:ext cx="2414016" cy="347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300" b="1" i="0">
                <a:solidFill>
                  <a:srgbClr val="122B48"/>
                </a:solidFill>
                <a:latin typeface="Aptos"/>
              </a:rPr>
              <a:t>What can we conclude?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F41DE33-5173-A943-7270-9BB009096B80}"/>
              </a:ext>
            </a:extLst>
          </p:cNvPr>
          <p:cNvSpPr txBox="1"/>
          <p:nvPr/>
        </p:nvSpPr>
        <p:spPr>
          <a:xfrm>
            <a:off x="9490504" y="3737692"/>
            <a:ext cx="2240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defRPr sz="1450">
                <a:solidFill>
                  <a:srgbClr val="122B48"/>
                </a:solidFill>
                <a:latin typeface="Aptos"/>
              </a:defRPr>
            </a:pPr>
            <a:r>
              <a:rPr dirty="0"/>
              <a:t>Installed/used/removed</a:t>
            </a:r>
          </a:p>
          <a:p>
            <a:pPr>
              <a:buChar char="•"/>
              <a:defRPr sz="1450">
                <a:solidFill>
                  <a:srgbClr val="122B48"/>
                </a:solidFill>
                <a:latin typeface="Aptos"/>
              </a:defRPr>
            </a:pPr>
            <a:r>
              <a:rPr dirty="0"/>
              <a:t>Reset/restore signals</a:t>
            </a:r>
          </a:p>
          <a:p>
            <a:pPr>
              <a:buChar char="•"/>
              <a:defRPr sz="1450">
                <a:solidFill>
                  <a:srgbClr val="122B48"/>
                </a:solidFill>
                <a:latin typeface="Aptos"/>
              </a:defRPr>
            </a:pPr>
            <a:r>
              <a:rPr dirty="0"/>
              <a:t>Corroborated timeline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783A794-E952-0B34-5123-96F80B80E2B0}"/>
              </a:ext>
            </a:extLst>
          </p:cNvPr>
          <p:cNvSpPr txBox="1"/>
          <p:nvPr/>
        </p:nvSpPr>
        <p:spPr>
          <a:xfrm>
            <a:off x="9197896" y="4670091"/>
            <a:ext cx="2340864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200" b="1" i="0">
                <a:solidFill>
                  <a:srgbClr val="753ACA"/>
                </a:solidFill>
                <a:latin typeface="Aptos"/>
              </a:rPr>
              <a:t>Forensic answer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1C98C65-7D3E-3FD2-1F78-D6A17D84E957}"/>
              </a:ext>
            </a:extLst>
          </p:cNvPr>
          <p:cNvSpPr txBox="1"/>
          <p:nvPr/>
        </p:nvSpPr>
        <p:spPr>
          <a:xfrm>
            <a:off x="3126280" y="3417652"/>
            <a:ext cx="292608" cy="320040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 algn="ctr"/>
            <a:r>
              <a:rPr sz="2700" b="1" i="0">
                <a:solidFill>
                  <a:srgbClr val="566377"/>
                </a:solidFill>
                <a:latin typeface="Aptos"/>
              </a:rPr>
              <a:t>→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A917749-5D25-1B18-231B-D7547DB2CF9F}"/>
              </a:ext>
            </a:extLst>
          </p:cNvPr>
          <p:cNvSpPr txBox="1"/>
          <p:nvPr/>
        </p:nvSpPr>
        <p:spPr>
          <a:xfrm>
            <a:off x="6070648" y="3417652"/>
            <a:ext cx="292608" cy="320040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 algn="ctr"/>
            <a:r>
              <a:rPr sz="2700" b="1" i="0">
                <a:solidFill>
                  <a:srgbClr val="566377"/>
                </a:solidFill>
                <a:latin typeface="Aptos"/>
              </a:rPr>
              <a:t>→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7B2C3A-A7F9-AB65-8C20-3904AAD65262}"/>
              </a:ext>
            </a:extLst>
          </p:cNvPr>
          <p:cNvSpPr txBox="1"/>
          <p:nvPr/>
        </p:nvSpPr>
        <p:spPr>
          <a:xfrm>
            <a:off x="9015015" y="3417652"/>
            <a:ext cx="292608" cy="320040"/>
          </a:xfrm>
          <a:prstGeom prst="rect">
            <a:avLst/>
          </a:prstGeom>
          <a:noFill/>
        </p:spPr>
        <p:txBody>
          <a:bodyPr wrap="square">
            <a:normAutofit fontScale="62500" lnSpcReduction="20000"/>
          </a:bodyPr>
          <a:lstStyle/>
          <a:p>
            <a:pPr algn="ctr"/>
            <a:r>
              <a:rPr sz="2700" b="1" i="0">
                <a:solidFill>
                  <a:srgbClr val="566377"/>
                </a:solidFill>
                <a:latin typeface="Aptos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4314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196D692-7C96-4038-9BAB-7A60A7E6F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1: Identify Apps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A33130-F757-47F3-8BD5-36083F62A9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rgbClr val="566377"/>
                </a:solidFill>
                <a:latin typeface="Aptos"/>
              </a:rPr>
              <a:t>Question: What apps are or were associated with the device or Google account?</a:t>
            </a:r>
          </a:p>
        </p:txBody>
      </p:sp>
      <p:sp>
        <p:nvSpPr>
          <p:cNvPr id="3" name="Rounded Rectangle 6">
            <a:extLst>
              <a:ext uri="{FF2B5EF4-FFF2-40B4-BE49-F238E27FC236}">
                <a16:creationId xmlns:a16="http://schemas.microsoft.com/office/drawing/2014/main" id="{4CB8029D-EA33-26E0-3DA1-968252DB0443}"/>
              </a:ext>
            </a:extLst>
          </p:cNvPr>
          <p:cNvSpPr/>
          <p:nvPr/>
        </p:nvSpPr>
        <p:spPr>
          <a:xfrm>
            <a:off x="844550" y="5532120"/>
            <a:ext cx="8595360" cy="457200"/>
          </a:xfrm>
          <a:prstGeom prst="roundRect">
            <a:avLst/>
          </a:prstGeom>
          <a:solidFill>
            <a:srgbClr val="F5F7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l"/>
            <a:r>
              <a:rPr sz="1450" b="1">
                <a:solidFill>
                  <a:srgbClr val="122B48"/>
                </a:solidFill>
                <a:latin typeface="Aptos"/>
              </a:rPr>
              <a:t>Sources: Play Store records • app directories • package lists</a:t>
            </a:r>
          </a:p>
        </p:txBody>
      </p:sp>
    </p:spTree>
    <p:extLst>
      <p:ext uri="{BB962C8B-B14F-4D97-AF65-F5344CB8AC3E}">
        <p14:creationId xmlns:p14="http://schemas.microsoft.com/office/powerpoint/2010/main" val="35129997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8E01F-398E-4008-ACB8-3D6D374D4A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Classify Identified App 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93448-17B5-4F05-9921-5B45E21ED4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270966" cy="2664599"/>
          </a:xfrm>
        </p:spPr>
        <p:txBody>
          <a:bodyPr>
            <a:normAutofit/>
          </a:bodyPr>
          <a:lstStyle/>
          <a:p>
            <a:r>
              <a:rPr lang="en-US" dirty="0"/>
              <a:t>AOSP Applications: </a:t>
            </a:r>
            <a:r>
              <a:rPr lang="en-US" i="1" dirty="0" err="1">
                <a:solidFill>
                  <a:srgbClr val="C00000"/>
                </a:solidFill>
              </a:rPr>
              <a:t>com.android.calendar</a:t>
            </a:r>
            <a:r>
              <a:rPr lang="en-US" i="1" dirty="0">
                <a:solidFill>
                  <a:srgbClr val="C00000"/>
                </a:solidFill>
              </a:rPr>
              <a:t> </a:t>
            </a:r>
          </a:p>
          <a:p>
            <a:r>
              <a:rPr lang="en-US" dirty="0"/>
              <a:t>Google GMS: </a:t>
            </a:r>
            <a:r>
              <a:rPr lang="en-US" i="1" dirty="0" err="1">
                <a:solidFill>
                  <a:srgbClr val="C00000"/>
                </a:solidFill>
              </a:rPr>
              <a:t>com.google.android.calculator</a:t>
            </a:r>
            <a:endParaRPr lang="en-US" i="1" dirty="0">
              <a:solidFill>
                <a:srgbClr val="C00000"/>
              </a:solidFill>
            </a:endParaRPr>
          </a:p>
          <a:p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Party Apps: </a:t>
            </a:r>
            <a:r>
              <a:rPr lang="en-US" i="1" dirty="0" err="1">
                <a:solidFill>
                  <a:srgbClr val="C00000"/>
                </a:solidFill>
              </a:rPr>
              <a:t>com.sec.android.app.popupcalculator</a:t>
            </a:r>
            <a:endParaRPr lang="en-US" i="1" dirty="0">
              <a:solidFill>
                <a:srgbClr val="C00000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EA3EA02C-6C17-473C-BED9-5106ED666E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20542" y="365125"/>
            <a:ext cx="1841131" cy="327312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6B3B51-8E25-44F2-BD52-319DD8AB67C8}"/>
              </a:ext>
            </a:extLst>
          </p:cNvPr>
          <p:cNvCxnSpPr>
            <a:cxnSpLocks/>
          </p:cNvCxnSpPr>
          <p:nvPr/>
        </p:nvCxnSpPr>
        <p:spPr>
          <a:xfrm flipV="1">
            <a:off x="7179527" y="1825625"/>
            <a:ext cx="2588941" cy="23830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4330D0D-9AC2-43A8-B14E-9560373CD234}"/>
              </a:ext>
            </a:extLst>
          </p:cNvPr>
          <p:cNvCxnSpPr>
            <a:cxnSpLocks/>
          </p:cNvCxnSpPr>
          <p:nvPr/>
        </p:nvCxnSpPr>
        <p:spPr>
          <a:xfrm flipH="1">
            <a:off x="3492137" y="2409416"/>
            <a:ext cx="656064" cy="156480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C902521-7706-41A8-ADE6-01D197BB988F}"/>
              </a:ext>
            </a:extLst>
          </p:cNvPr>
          <p:cNvCxnSpPr>
            <a:cxnSpLocks/>
          </p:cNvCxnSpPr>
          <p:nvPr/>
        </p:nvCxnSpPr>
        <p:spPr>
          <a:xfrm>
            <a:off x="7140112" y="3191816"/>
            <a:ext cx="1605683" cy="7621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FF1F0D6-E33B-479D-B4DC-D74B0065DE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824" y="4109154"/>
            <a:ext cx="4854361" cy="183657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76263D5-0BB9-4027-959F-7D615884AD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85028" y="4296171"/>
            <a:ext cx="5248276" cy="157134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526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BB8B2E-700C-7BB2-7CCD-263559939E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Apps Overview</a:t>
            </a:r>
          </a:p>
        </p:txBody>
      </p:sp>
      <p:sp>
        <p:nvSpPr>
          <p:cNvPr id="58" name="Content Placeholder 57">
            <a:extLst>
              <a:ext uri="{FF2B5EF4-FFF2-40B4-BE49-F238E27FC236}">
                <a16:creationId xmlns:a16="http://schemas.microsoft.com/office/drawing/2014/main" id="{9C8397EA-54F6-4E66-4521-F07B7E778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dirty="0"/>
              <a:t>Find Apps in Play Store database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Exam purchase record/ownership in Play Store</a:t>
            </a:r>
          </a:p>
          <a:p>
            <a:pPr marL="571500" indent="-571500">
              <a:buFont typeface="+mj-lt"/>
              <a:buAutoNum type="romanUcPeriod"/>
            </a:pPr>
            <a:r>
              <a:rPr lang="en-US" dirty="0"/>
              <a:t>Find Apps in data directories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87581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0CA0D48-106A-8C71-9A45-A4276C777B3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GB" dirty="0">
                <a:latin typeface="Aptos"/>
              </a:rPr>
              <a:t>I. Find Apps in Play Store database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892B3CF-B6F0-0ED8-348A-6466FD09D5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rgbClr val="122B48"/>
                </a:solidFill>
                <a:latin typeface="Aptos"/>
              </a:rPr>
              <a:t>App record, title, account, </a:t>
            </a:r>
            <a:r>
              <a:rPr lang="en-GB" dirty="0" err="1">
                <a:solidFill>
                  <a:srgbClr val="122B48"/>
                </a:solidFill>
                <a:latin typeface="Aptos"/>
              </a:rPr>
              <a:t>first_download_ms</a:t>
            </a:r>
            <a:endParaRPr lang="en-GB" dirty="0">
              <a:solidFill>
                <a:srgbClr val="122B48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4059980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1E905-704B-4DE7-BD48-F60C50C15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Google Play Store App Data</a:t>
            </a:r>
            <a:endParaRPr lang="en-US" i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9D837-9F2E-4ABE-9B3A-0DD419A0A2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03804"/>
          </a:xfrm>
        </p:spPr>
        <p:txBody>
          <a:bodyPr>
            <a:normAutofit/>
          </a:bodyPr>
          <a:lstStyle/>
          <a:p>
            <a:r>
              <a:rPr lang="en-GB" dirty="0">
                <a:solidFill>
                  <a:srgbClr val="566377"/>
                </a:solidFill>
                <a:latin typeface="Aptos"/>
              </a:rPr>
              <a:t>The Play Store package can maintain installation/acquisition state in its app-private databases.</a:t>
            </a:r>
          </a:p>
          <a:p>
            <a:r>
              <a:rPr lang="en-US" dirty="0">
                <a:solidFill>
                  <a:srgbClr val="566377"/>
                </a:solidFill>
                <a:latin typeface="Aptos"/>
              </a:rPr>
              <a:t>Play store app: 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/data/</a:t>
            </a:r>
            <a:r>
              <a:rPr lang="en-US" i="1" dirty="0">
                <a:solidFill>
                  <a:srgbClr val="7030A0"/>
                </a:solidFill>
              </a:rPr>
              <a:t>data</a:t>
            </a:r>
            <a:r>
              <a:rPr lang="en-US" i="1" dirty="0">
                <a:solidFill>
                  <a:schemeClr val="accent6">
                    <a:lumMod val="75000"/>
                  </a:schemeClr>
                </a:solidFill>
              </a:rPr>
              <a:t>/</a:t>
            </a:r>
            <a:r>
              <a:rPr lang="en-US" i="1" dirty="0" err="1">
                <a:solidFill>
                  <a:srgbClr val="C00000"/>
                </a:solidFill>
              </a:rPr>
              <a:t>com.android.vending</a:t>
            </a:r>
            <a:r>
              <a:rPr lang="en-US" i="1" dirty="0">
                <a:solidFill>
                  <a:srgbClr val="C00000"/>
                </a:solidFill>
              </a:rPr>
              <a:t>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E60577-C908-45DB-AEF0-EE33F6CF6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663" y="3536378"/>
            <a:ext cx="7003387" cy="2209992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44B9AD4-05C4-45B8-B514-3AB4D2ABA3B9}"/>
              </a:ext>
            </a:extLst>
          </p:cNvPr>
          <p:cNvCxnSpPr>
            <a:cxnSpLocks/>
          </p:cNvCxnSpPr>
          <p:nvPr/>
        </p:nvCxnSpPr>
        <p:spPr>
          <a:xfrm>
            <a:off x="5735683" y="4246517"/>
            <a:ext cx="0" cy="6781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69878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B5FD75D-DF20-4BFD-878C-A4AFC4F186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064" y="1482102"/>
            <a:ext cx="6443387" cy="52191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301162B-8D93-FE59-542F-83BDC03AD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Locate Play Store Databases</a:t>
            </a:r>
          </a:p>
        </p:txBody>
      </p:sp>
    </p:spTree>
    <p:extLst>
      <p:ext uri="{BB962C8B-B14F-4D97-AF65-F5344CB8AC3E}">
        <p14:creationId xmlns:p14="http://schemas.microsoft.com/office/powerpoint/2010/main" val="17733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18C898-7235-4B11-937F-8FD6A3C5B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326" y="1916498"/>
            <a:ext cx="9909185" cy="456067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183BAFD-DDA7-44F4-928F-0705B7E4D627}"/>
              </a:ext>
            </a:extLst>
          </p:cNvPr>
          <p:cNvSpPr txBox="1"/>
          <p:nvPr/>
        </p:nvSpPr>
        <p:spPr>
          <a:xfrm>
            <a:off x="901326" y="1547166"/>
            <a:ext cx="9287927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Browse the </a:t>
            </a:r>
            <a:r>
              <a:rPr lang="en-GB" dirty="0" err="1">
                <a:solidFill>
                  <a:srgbClr val="FF0000"/>
                </a:solidFill>
              </a:rPr>
              <a:t>appstate</a:t>
            </a:r>
            <a:r>
              <a:rPr lang="en-GB" dirty="0"/>
              <a:t> table to inspect package names, titles, accounts, and download timestamps.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96C469-8CB6-8E38-8D05-80E413C4E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423"/>
            <a:ext cx="10515600" cy="1325563"/>
          </a:xfrm>
        </p:spPr>
        <p:txBody>
          <a:bodyPr/>
          <a:lstStyle/>
          <a:p>
            <a:r>
              <a:rPr lang="en-US" dirty="0"/>
              <a:t>Open </a:t>
            </a:r>
            <a:r>
              <a:rPr lang="en-US" dirty="0" err="1"/>
              <a:t>localappstate.db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73646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B48BEA-14D3-4F2A-AEFC-0827FBEF78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5970" y="0"/>
            <a:ext cx="79600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62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15343A-09C6-4BF2-9BD3-3EFDB0C0C7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87" y="699498"/>
            <a:ext cx="6890004" cy="545900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7D50FE2-7AB2-4969-821E-48EDB82A9D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9781" y="2284341"/>
            <a:ext cx="4075404" cy="38941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6A35E9E-82D7-4E63-B7D3-E5BEA74F24DD}"/>
              </a:ext>
            </a:extLst>
          </p:cNvPr>
          <p:cNvSpPr txBox="1"/>
          <p:nvPr/>
        </p:nvSpPr>
        <p:spPr>
          <a:xfrm>
            <a:off x="570787" y="330166"/>
            <a:ext cx="2661819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Exam </a:t>
            </a:r>
            <a:r>
              <a:rPr lang="en-GB" i="1" dirty="0" err="1">
                <a:solidFill>
                  <a:srgbClr val="C00000"/>
                </a:solidFill>
              </a:rPr>
              <a:t>appstate</a:t>
            </a:r>
            <a:r>
              <a:rPr lang="en-GB" i="1" dirty="0">
                <a:solidFill>
                  <a:srgbClr val="C00000"/>
                </a:solidFill>
              </a:rPr>
              <a:t> </a:t>
            </a:r>
            <a:r>
              <a:rPr lang="en-GB" dirty="0"/>
              <a:t>Table fields</a:t>
            </a:r>
            <a:endParaRPr lang="en-US" i="1" dirty="0">
              <a:solidFill>
                <a:srgbClr val="C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93C0D6F-9269-69D7-CB67-8522C912971A}"/>
              </a:ext>
            </a:extLst>
          </p:cNvPr>
          <p:cNvSpPr txBox="1"/>
          <p:nvPr/>
        </p:nvSpPr>
        <p:spPr>
          <a:xfrm>
            <a:off x="7573107" y="834223"/>
            <a:ext cx="3305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.open </a:t>
            </a:r>
            <a:r>
              <a:rPr lang="en-US" dirty="0" err="1"/>
              <a:t>anotherdatabase.db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12073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86E897-F586-49F7-B8FD-CF1416A10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10" y="1864800"/>
            <a:ext cx="11775311" cy="416402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8413F0-2D56-5049-F334-7483783C1D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List Installed or Downloaded App Records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7580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38F0B-BFAF-4462-9A5F-6789DFD39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Was WeChat Downloaded?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FDDD27-4540-4733-9DAC-FD5882ABD0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8123"/>
            <a:ext cx="10515600" cy="4283078"/>
          </a:xfrm>
        </p:spPr>
        <p:txBody>
          <a:bodyPr anchor="ctr">
            <a:normAutofit fontScale="92500"/>
          </a:bodyPr>
          <a:lstStyle/>
          <a:p>
            <a:r>
              <a:rPr lang="en-GB" sz="2400" dirty="0"/>
              <a:t>WeChat is a Chinese multi-purpose messaging, social media and mobile payment app </a:t>
            </a:r>
          </a:p>
          <a:p>
            <a:pPr lvl="1"/>
            <a:r>
              <a:rPr lang="en-GB" dirty="0"/>
              <a:t>Developed by Tencent</a:t>
            </a:r>
          </a:p>
          <a:p>
            <a:pPr lvl="1"/>
            <a:r>
              <a:rPr lang="en-GB" dirty="0"/>
              <a:t>First released in 2011 </a:t>
            </a:r>
          </a:p>
          <a:p>
            <a:r>
              <a:rPr lang="en-GB" sz="2400" dirty="0"/>
              <a:t>The world's largest standalone mobile app in 2018</a:t>
            </a:r>
          </a:p>
          <a:p>
            <a:pPr lvl="1"/>
            <a:r>
              <a:rPr lang="en-GB" dirty="0"/>
              <a:t>over 1 billion monthly active users.</a:t>
            </a:r>
          </a:p>
          <a:p>
            <a:r>
              <a:rPr lang="en-GB" sz="2400" dirty="0"/>
              <a:t>WeChat has been described as China's "app for everything" </a:t>
            </a:r>
          </a:p>
          <a:p>
            <a:pPr lvl="1"/>
            <a:r>
              <a:rPr lang="en-GB" dirty="0"/>
              <a:t>because of its wide range of functions. </a:t>
            </a:r>
          </a:p>
          <a:p>
            <a:r>
              <a:rPr lang="en-GB" sz="2400" dirty="0"/>
              <a:t>Key functions</a:t>
            </a:r>
          </a:p>
          <a:p>
            <a:pPr lvl="1"/>
            <a:r>
              <a:rPr lang="en-GB" dirty="0"/>
              <a:t>text messaging, hold-to-talk voice messaging, broadcast (one-to-many) messaging, video conferencing, video games, sharing of photographs and videos, and location sharing.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FF53F6-2D7C-4007-BB35-E0EB978D0D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13155" y="307975"/>
            <a:ext cx="1179201" cy="114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47355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FC6B4-9EA8-F2AB-6D4F-8811FF28EB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Investigation Focus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E3308-3F1E-7F72-CC19-E36C4213D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Forensic question: does Play Store data show a WeChat record?</a:t>
            </a:r>
          </a:p>
          <a:p>
            <a:r>
              <a:rPr lang="en-GB" dirty="0"/>
              <a:t>Look for package, title, account, and download timestamp</a:t>
            </a:r>
          </a:p>
          <a:p>
            <a:r>
              <a:rPr lang="en-GB" dirty="0"/>
              <a:t>Then corroborate with directories and package metadata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307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0B2C402-7409-4BE4-BC65-0F710F33C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Search App Records with SQL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D7FEC2-A7AC-4321-A57C-36F0F61F91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574" y="3342019"/>
            <a:ext cx="11080440" cy="172989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63C8824-ACCD-4D1A-928A-6D96636C8002}"/>
              </a:ext>
            </a:extLst>
          </p:cNvPr>
          <p:cNvSpPr txBox="1"/>
          <p:nvPr/>
        </p:nvSpPr>
        <p:spPr>
          <a:xfrm>
            <a:off x="651574" y="2972687"/>
            <a:ext cx="2081404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Search title with </a:t>
            </a:r>
            <a:r>
              <a:rPr lang="en-GB" i="1" dirty="0">
                <a:solidFill>
                  <a:srgbClr val="C00000"/>
                </a:solidFill>
              </a:rPr>
              <a:t>like</a:t>
            </a:r>
            <a:endParaRPr lang="en-US" i="1" dirty="0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1B50C7E-BBD7-4D59-A56E-2AEEEC700EE4}"/>
              </a:ext>
            </a:extLst>
          </p:cNvPr>
          <p:cNvSpPr txBox="1"/>
          <p:nvPr/>
        </p:nvSpPr>
        <p:spPr>
          <a:xfrm>
            <a:off x="6191794" y="2649521"/>
            <a:ext cx="4329455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lower(title): </a:t>
            </a:r>
            <a:r>
              <a:rPr lang="en-US" dirty="0"/>
              <a:t>convert title string to lower case</a:t>
            </a:r>
          </a:p>
          <a:p>
            <a:r>
              <a:rPr lang="en-US" dirty="0">
                <a:solidFill>
                  <a:srgbClr val="FF0000"/>
                </a:solidFill>
              </a:rPr>
              <a:t>%chat%: </a:t>
            </a:r>
            <a:r>
              <a:rPr lang="en-US" dirty="0"/>
              <a:t>match any title with ‘</a:t>
            </a:r>
            <a:r>
              <a:rPr lang="en-US" i="1" dirty="0">
                <a:solidFill>
                  <a:srgbClr val="C00000"/>
                </a:solidFill>
              </a:rPr>
              <a:t>chat’</a:t>
            </a:r>
            <a:r>
              <a:rPr lang="en-US" dirty="0"/>
              <a:t> keyword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AC4643-A67F-DC44-0F22-F1F16364FAF0}"/>
              </a:ext>
            </a:extLst>
          </p:cNvPr>
          <p:cNvSpPr txBox="1"/>
          <p:nvPr/>
        </p:nvSpPr>
        <p:spPr>
          <a:xfrm>
            <a:off x="651574" y="1659910"/>
            <a:ext cx="105155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Search by title keyword, then verify the package name and associated account/timestamps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94187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5F63485-D026-4409-BAA7-2279649A64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245" y="4167664"/>
            <a:ext cx="10737510" cy="12116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AB69870-A552-4972-AC57-AA7A48FF6103}"/>
              </a:ext>
            </a:extLst>
          </p:cNvPr>
          <p:cNvSpPr txBox="1"/>
          <p:nvPr/>
        </p:nvSpPr>
        <p:spPr>
          <a:xfrm>
            <a:off x="727245" y="2690336"/>
            <a:ext cx="4901406" cy="1477328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GB" dirty="0"/>
              <a:t>keep output column name when export to .</a:t>
            </a:r>
            <a:r>
              <a:rPr lang="en-GB" i="1" dirty="0">
                <a:solidFill>
                  <a:srgbClr val="C00000"/>
                </a:solidFill>
              </a:rPr>
              <a:t>csv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change to .</a:t>
            </a:r>
            <a:r>
              <a:rPr lang="en-GB" i="1" dirty="0" err="1">
                <a:solidFill>
                  <a:srgbClr val="C00000"/>
                </a:solidFill>
              </a:rPr>
              <a:t>cvs</a:t>
            </a:r>
            <a:r>
              <a:rPr lang="en-GB" dirty="0"/>
              <a:t> mode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ready to export to appstate.</a:t>
            </a:r>
            <a:r>
              <a:rPr lang="en-GB" i="1" dirty="0">
                <a:solidFill>
                  <a:srgbClr val="C00000"/>
                </a:solidFill>
              </a:rPr>
              <a:t>csv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export specified columns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quit </a:t>
            </a:r>
            <a:r>
              <a:rPr lang="en-GB" i="1" dirty="0">
                <a:solidFill>
                  <a:srgbClr val="C00000"/>
                </a:solidFill>
              </a:rPr>
              <a:t>sqlite3</a:t>
            </a:r>
            <a:endParaRPr lang="en-US" i="1" dirty="0">
              <a:solidFill>
                <a:srgbClr val="C00000"/>
              </a:solidFill>
            </a:endParaRPr>
          </a:p>
        </p:txBody>
      </p:sp>
      <p:sp>
        <p:nvSpPr>
          <p:cNvPr id="15" name="Title 14">
            <a:extLst>
              <a:ext uri="{FF2B5EF4-FFF2-40B4-BE49-F238E27FC236}">
                <a16:creationId xmlns:a16="http://schemas.microsoft.com/office/drawing/2014/main" id="{82813A54-B18F-4298-8160-B386AE2232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Alternative: Export </a:t>
            </a:r>
            <a:r>
              <a:rPr lang="en-GB" dirty="0" err="1"/>
              <a:t>appstate</a:t>
            </a:r>
            <a:r>
              <a:rPr lang="en-GB" dirty="0"/>
              <a:t> to CSV</a:t>
            </a:r>
            <a:r>
              <a:rPr lang="en-GB" sz="2200" dirty="0"/>
              <a:t>.</a:t>
            </a:r>
            <a:endParaRPr lang="en-GB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7EFF60-A632-8C13-AD32-3FA9C93A5AB3}"/>
              </a:ext>
            </a:extLst>
          </p:cNvPr>
          <p:cNvSpPr txBox="1"/>
          <p:nvPr/>
        </p:nvSpPr>
        <p:spPr>
          <a:xfrm>
            <a:off x="666205" y="1690688"/>
            <a:ext cx="10593977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200" dirty="0"/>
              <a:t>CSV export is useful for grep/filtering, but document the exact query and fields exported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83990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1AA3A31-BE44-4ECD-A5BE-65DC087C1A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880" y="2923096"/>
            <a:ext cx="6325148" cy="76968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F92DF35-E31F-4FE0-A931-E059CACEB92D}"/>
              </a:ext>
            </a:extLst>
          </p:cNvPr>
          <p:cNvSpPr txBox="1"/>
          <p:nvPr/>
        </p:nvSpPr>
        <p:spPr>
          <a:xfrm>
            <a:off x="944880" y="2553764"/>
            <a:ext cx="2116798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verify the output file</a:t>
            </a:r>
            <a:endParaRPr lang="en-US" i="1" dirty="0">
              <a:solidFill>
                <a:srgbClr val="C00000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05387EF-8257-4D23-914D-239AFAE47F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80" y="4328674"/>
            <a:ext cx="7285351" cy="77730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92A22A4-3C03-4881-9DF3-01730C9ECF1D}"/>
              </a:ext>
            </a:extLst>
          </p:cNvPr>
          <p:cNvSpPr txBox="1"/>
          <p:nvPr/>
        </p:nvSpPr>
        <p:spPr>
          <a:xfrm>
            <a:off x="944880" y="3959342"/>
            <a:ext cx="2276970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Search for </a:t>
            </a:r>
            <a:r>
              <a:rPr lang="en-GB" i="1" dirty="0" err="1">
                <a:solidFill>
                  <a:srgbClr val="C00000"/>
                </a:solidFill>
              </a:rPr>
              <a:t>wechat</a:t>
            </a:r>
            <a:r>
              <a:rPr lang="en-GB" dirty="0"/>
              <a:t> app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C43ED9-C121-2B7B-03B5-930EB749D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Verify CSV Output and Locate WeChat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E655B7-F49B-AF46-2C3E-E15AB2E542AD}"/>
              </a:ext>
            </a:extLst>
          </p:cNvPr>
          <p:cNvSpPr txBox="1"/>
          <p:nvPr/>
        </p:nvSpPr>
        <p:spPr>
          <a:xfrm>
            <a:off x="944880" y="1672792"/>
            <a:ext cx="84168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0" i="0" dirty="0">
                <a:solidFill>
                  <a:srgbClr val="566377"/>
                </a:solidFill>
                <a:latin typeface="Aptos"/>
              </a:rPr>
              <a:t>After exporting, confirm the record and preserve the output file as derived evidence.</a:t>
            </a:r>
          </a:p>
        </p:txBody>
      </p:sp>
    </p:spTree>
    <p:extLst>
      <p:ext uri="{BB962C8B-B14F-4D97-AF65-F5344CB8AC3E}">
        <p14:creationId xmlns:p14="http://schemas.microsoft.com/office/powerpoint/2010/main" val="3333444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43332-FFD4-474A-943C-1606FD93F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WeChat Account and First Download Time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C66427-21D2-4F34-8CE6-20FF526806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977408"/>
            <a:ext cx="8571781" cy="914562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B4005E63-C5D5-49B0-ADC0-13F84B39D864}"/>
              </a:ext>
            </a:extLst>
          </p:cNvPr>
          <p:cNvCxnSpPr/>
          <p:nvPr/>
        </p:nvCxnSpPr>
        <p:spPr>
          <a:xfrm flipH="1">
            <a:off x="7830880" y="3251863"/>
            <a:ext cx="363985" cy="3284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751B0713-961E-496B-BE70-A1672DBF78EA}"/>
              </a:ext>
            </a:extLst>
          </p:cNvPr>
          <p:cNvSpPr txBox="1"/>
          <p:nvPr/>
        </p:nvSpPr>
        <p:spPr>
          <a:xfrm>
            <a:off x="838200" y="2608076"/>
            <a:ext cx="5930598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Found that </a:t>
            </a:r>
            <a:r>
              <a:rPr lang="en-GB" dirty="0">
                <a:hlinkClick r:id="rId4"/>
              </a:rPr>
              <a:t>thisisdfir@gmail.com</a:t>
            </a:r>
            <a:r>
              <a:rPr lang="en-GB" dirty="0"/>
              <a:t> is associated with WeChat </a:t>
            </a:r>
            <a:endParaRPr lang="en-US" i="1" dirty="0">
              <a:solidFill>
                <a:srgbClr val="C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EC6790B-40D4-4330-9BC4-C117C5FC3A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4693887"/>
            <a:ext cx="3688400" cy="76206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11AD78D-27F3-4D4F-BE49-2B4F07BB0DC1}"/>
              </a:ext>
            </a:extLst>
          </p:cNvPr>
          <p:cNvSpPr txBox="1"/>
          <p:nvPr/>
        </p:nvSpPr>
        <p:spPr>
          <a:xfrm>
            <a:off x="838200" y="4324555"/>
            <a:ext cx="3599319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Convert integer to downloaded time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F05B55-4950-D5B1-597E-AC45654A109F}"/>
              </a:ext>
            </a:extLst>
          </p:cNvPr>
          <p:cNvSpPr txBox="1"/>
          <p:nvPr/>
        </p:nvSpPr>
        <p:spPr>
          <a:xfrm>
            <a:off x="838200" y="1709057"/>
            <a:ext cx="7765869" cy="414216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r>
              <a:rPr b="0" i="0" dirty="0">
                <a:solidFill>
                  <a:srgbClr val="566377"/>
                </a:solidFill>
                <a:latin typeface="Aptos"/>
              </a:rPr>
              <a:t>The result links </a:t>
            </a:r>
            <a:r>
              <a:rPr b="1" i="0" dirty="0">
                <a:solidFill>
                  <a:srgbClr val="566377"/>
                </a:solidFill>
                <a:latin typeface="Arial Narrow" panose="020B0606020202030204" pitchFamily="34" charset="0"/>
              </a:rPr>
              <a:t>WeChat</a:t>
            </a:r>
            <a:r>
              <a:rPr b="0" i="0" dirty="0">
                <a:solidFill>
                  <a:srgbClr val="566377"/>
                </a:solidFill>
                <a:latin typeface="Aptos"/>
              </a:rPr>
              <a:t> to an account and a </a:t>
            </a:r>
            <a:r>
              <a:rPr b="1" i="0" dirty="0" err="1">
                <a:solidFill>
                  <a:srgbClr val="566377"/>
                </a:solidFill>
                <a:latin typeface="Arial Narrow" panose="020B0606020202030204" pitchFamily="34" charset="0"/>
              </a:rPr>
              <a:t>first_download_ms</a:t>
            </a:r>
            <a:r>
              <a:rPr b="1" i="0" dirty="0">
                <a:solidFill>
                  <a:srgbClr val="566377"/>
                </a:solidFill>
                <a:latin typeface="Arial Narrow" panose="020B0606020202030204" pitchFamily="34" charset="0"/>
              </a:rPr>
              <a:t> </a:t>
            </a:r>
            <a:r>
              <a:rPr b="0" i="0" dirty="0">
                <a:solidFill>
                  <a:srgbClr val="566377"/>
                </a:solidFill>
                <a:latin typeface="Aptos"/>
              </a:rPr>
              <a:t>value in </a:t>
            </a:r>
            <a:r>
              <a:rPr b="0" i="0" dirty="0" err="1">
                <a:solidFill>
                  <a:srgbClr val="566377"/>
                </a:solidFill>
                <a:latin typeface="Aptos"/>
              </a:rPr>
              <a:t>appstate</a:t>
            </a:r>
            <a:r>
              <a:rPr b="0" i="0" dirty="0">
                <a:solidFill>
                  <a:srgbClr val="566377"/>
                </a:solidFill>
                <a:latin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5504081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88164D-4D3C-4713-8024-8A09383BB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 Download Window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8EDE49-AB22-4297-BFA8-BE980FD76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731" y="2979860"/>
            <a:ext cx="9945146" cy="269465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83D33C8-E89E-4698-BAB5-15A08960BF4C}"/>
              </a:ext>
            </a:extLst>
          </p:cNvPr>
          <p:cNvSpPr txBox="1"/>
          <p:nvPr/>
        </p:nvSpPr>
        <p:spPr>
          <a:xfrm>
            <a:off x="838200" y="2610528"/>
            <a:ext cx="6419193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Find the time of the app downloaded and the last app downloaded</a:t>
            </a:r>
            <a:endParaRPr lang="en-US" i="1" dirty="0">
              <a:solidFill>
                <a:srgbClr val="C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0BA4276-41C8-4FFB-98CC-07822F7934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7163" y="1744163"/>
            <a:ext cx="2666183" cy="123569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BDF193A-83F2-BECA-1131-A05555B0A212}"/>
              </a:ext>
            </a:extLst>
          </p:cNvPr>
          <p:cNvSpPr txBox="1"/>
          <p:nvPr/>
        </p:nvSpPr>
        <p:spPr>
          <a:xfrm>
            <a:off x="960718" y="5846544"/>
            <a:ext cx="101605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Millisecond</a:t>
            </a:r>
            <a:r>
              <a:rPr lang="en-GB" dirty="0"/>
              <a:t> (</a:t>
            </a:r>
            <a:r>
              <a:rPr lang="en-GB" dirty="0" err="1"/>
              <a:t>ms</a:t>
            </a:r>
            <a:r>
              <a:rPr lang="en-GB" dirty="0"/>
              <a:t>):One millisecond is equal to one-thousandth (1/1000) of a second.   </a:t>
            </a:r>
          </a:p>
          <a:p>
            <a:r>
              <a:rPr lang="en-GB" dirty="0">
                <a:solidFill>
                  <a:srgbClr val="FF0000"/>
                </a:solidFill>
              </a:rPr>
              <a:t>Microsecond</a:t>
            </a:r>
            <a:r>
              <a:rPr lang="en-GB" dirty="0"/>
              <a:t> (µs):One microsecond is equal to one-millionth (1/1,000,000) of a second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987B9B-33E7-2703-3B65-E7874D2535A2}"/>
              </a:ext>
            </a:extLst>
          </p:cNvPr>
          <p:cNvSpPr txBox="1"/>
          <p:nvPr/>
        </p:nvSpPr>
        <p:spPr>
          <a:xfrm>
            <a:off x="838200" y="1792170"/>
            <a:ext cx="718239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What is the time between the first and last app downloaded (less than 2 hours)?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6036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BA048-4F89-D9FF-D224-D7CB124AA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82FD5E2-D39A-DB7A-1CBF-7F7E5115A8C3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>
            <a:normAutofit/>
          </a:bodyPr>
          <a:lstStyle/>
          <a:p>
            <a:r>
              <a:rPr lang="en-GB" dirty="0">
                <a:latin typeface="Aptos"/>
              </a:rPr>
              <a:t>II. Exam purchase record/ownership in Play Store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848AEB1-1600-65A8-CB81-D1DC7032F0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rgbClr val="566377"/>
                </a:solidFill>
                <a:latin typeface="Aptos"/>
              </a:rPr>
              <a:t>Use Play Store ownership records as account-level acquisition evidence.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56648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27A32AC-D14D-40D2-87F4-E2306AD491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56561"/>
            <a:ext cx="7707881" cy="4087914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5FBF1CA-F75C-4767-9C49-7E32FB74A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Play Store Ownership Records: </a:t>
            </a:r>
            <a:r>
              <a:rPr lang="en-GB" dirty="0" err="1">
                <a:latin typeface="Arial Narrow" panose="020B0606020202030204" pitchFamily="34" charset="0"/>
              </a:rPr>
              <a:t>library.db</a:t>
            </a:r>
            <a:endParaRPr lang="en-GB" dirty="0"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758A67-147E-4725-A259-3B4C06CD67C1}"/>
              </a:ext>
            </a:extLst>
          </p:cNvPr>
          <p:cNvSpPr txBox="1"/>
          <p:nvPr/>
        </p:nvSpPr>
        <p:spPr>
          <a:xfrm>
            <a:off x="8546081" y="3447881"/>
            <a:ext cx="2952499" cy="18158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2. Find purchase time in the ownership table based on app name:</a:t>
            </a:r>
          </a:p>
          <a:p>
            <a:r>
              <a:rPr lang="en-US" sz="1600" dirty="0"/>
              <a:t>account</a:t>
            </a:r>
          </a:p>
          <a:p>
            <a:r>
              <a:rPr lang="en-US" sz="1600" dirty="0"/>
              <a:t>doc-id (package name)</a:t>
            </a:r>
          </a:p>
          <a:p>
            <a:r>
              <a:rPr lang="en-US" sz="1600" dirty="0"/>
              <a:t>doc hash</a:t>
            </a:r>
          </a:p>
          <a:p>
            <a:r>
              <a:rPr lang="en-US" sz="1600" b="1" dirty="0"/>
              <a:t>purchase time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4B095B-1DBE-488A-90A0-AD4FA048ECBE}"/>
              </a:ext>
            </a:extLst>
          </p:cNvPr>
          <p:cNvSpPr txBox="1"/>
          <p:nvPr/>
        </p:nvSpPr>
        <p:spPr>
          <a:xfrm>
            <a:off x="838200" y="1687229"/>
            <a:ext cx="3733907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Show location of database (</a:t>
            </a:r>
            <a:r>
              <a:rPr lang="en-GB" i="1" dirty="0" err="1">
                <a:solidFill>
                  <a:srgbClr val="C00000"/>
                </a:solidFill>
              </a:rPr>
              <a:t>library.db</a:t>
            </a:r>
            <a:r>
              <a:rPr lang="en-GB" dirty="0"/>
              <a:t>)</a:t>
            </a:r>
            <a:endParaRPr lang="en-US" i="1" dirty="0">
              <a:solidFill>
                <a:srgbClr val="C0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E0767E8-1F3B-3EEA-E854-001881E2EEAA}"/>
              </a:ext>
            </a:extLst>
          </p:cNvPr>
          <p:cNvSpPr/>
          <p:nvPr/>
        </p:nvSpPr>
        <p:spPr>
          <a:xfrm>
            <a:off x="5722620" y="5920740"/>
            <a:ext cx="1958340" cy="22373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50BA22-24C7-4FD8-9693-798794E2E1F3}"/>
              </a:ext>
            </a:extLst>
          </p:cNvPr>
          <p:cNvSpPr txBox="1"/>
          <p:nvPr/>
        </p:nvSpPr>
        <p:spPr>
          <a:xfrm>
            <a:off x="8546081" y="5751463"/>
            <a:ext cx="1587294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1. find app name</a:t>
            </a:r>
            <a:endParaRPr lang="en-US" sz="1600" b="1" dirty="0">
              <a:solidFill>
                <a:srgbClr val="FF0000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C0CCE35-BD58-E25C-65EB-D9B4F0FA424C}"/>
              </a:ext>
            </a:extLst>
          </p:cNvPr>
          <p:cNvCxnSpPr>
            <a:stCxn id="7" idx="1"/>
          </p:cNvCxnSpPr>
          <p:nvPr/>
        </p:nvCxnSpPr>
        <p:spPr>
          <a:xfrm flipH="1">
            <a:off x="7780020" y="5920740"/>
            <a:ext cx="766061" cy="11186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B431F20-A902-E6F7-A0DE-6E420118F52E}"/>
              </a:ext>
            </a:extLst>
          </p:cNvPr>
          <p:cNvCxnSpPr/>
          <p:nvPr/>
        </p:nvCxnSpPr>
        <p:spPr>
          <a:xfrm flipH="1">
            <a:off x="7479323" y="4384431"/>
            <a:ext cx="1066758" cy="13670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1208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1300-FDAC-49CA-9FA5-009459466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Case Study: When was WhatsApp purchased?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71D77C-2610-48B9-BCA1-0F762BB35D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665725"/>
            <a:ext cx="8039797" cy="12345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CB1D901-00F1-4896-908A-AE6ACABD5E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855449"/>
            <a:ext cx="10097718" cy="7579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7129655-95B1-4B0A-9842-3252E2AE3C63}"/>
              </a:ext>
            </a:extLst>
          </p:cNvPr>
          <p:cNvSpPr txBox="1"/>
          <p:nvPr/>
        </p:nvSpPr>
        <p:spPr>
          <a:xfrm>
            <a:off x="838200" y="2317938"/>
            <a:ext cx="9033307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1. Show location of database (</a:t>
            </a:r>
            <a:r>
              <a:rPr lang="en-US" i="1" dirty="0" err="1">
                <a:solidFill>
                  <a:srgbClr val="C00000"/>
                </a:solidFill>
              </a:rPr>
              <a:t>localappstate.db</a:t>
            </a:r>
            <a:r>
              <a:rPr lang="en-GB" dirty="0"/>
              <a:t>) where we can find package name of </a:t>
            </a:r>
            <a:r>
              <a:rPr lang="en-GB" i="1" dirty="0" err="1">
                <a:solidFill>
                  <a:srgbClr val="C00000"/>
                </a:solidFill>
              </a:rPr>
              <a:t>whatsapp</a:t>
            </a:r>
            <a:endParaRPr lang="en-US" i="1" dirty="0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1055A0-3CE6-4EE7-B13D-FCED616337D1}"/>
              </a:ext>
            </a:extLst>
          </p:cNvPr>
          <p:cNvSpPr txBox="1"/>
          <p:nvPr/>
        </p:nvSpPr>
        <p:spPr>
          <a:xfrm>
            <a:off x="838200" y="4486117"/>
            <a:ext cx="3559629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GB" dirty="0"/>
              <a:t>2. Find package name of </a:t>
            </a:r>
            <a:r>
              <a:rPr lang="en-GB" i="1" dirty="0" err="1">
                <a:solidFill>
                  <a:srgbClr val="C00000"/>
                </a:solidFill>
              </a:rPr>
              <a:t>whatsapp</a:t>
            </a:r>
            <a:endParaRPr lang="en-US" i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702AA68-B168-42A0-8CBE-8F951B7E8D9B}"/>
              </a:ext>
            </a:extLst>
          </p:cNvPr>
          <p:cNvSpPr txBox="1"/>
          <p:nvPr/>
        </p:nvSpPr>
        <p:spPr>
          <a:xfrm>
            <a:off x="3202214" y="5982741"/>
            <a:ext cx="4207329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400" i="1" dirty="0" err="1">
                <a:solidFill>
                  <a:srgbClr val="C00000"/>
                </a:solidFill>
              </a:rPr>
              <a:t>first_download_ms</a:t>
            </a:r>
            <a:r>
              <a:rPr lang="en-US" sz="1400" i="1" dirty="0">
                <a:solidFill>
                  <a:srgbClr val="C00000"/>
                </a:solidFill>
              </a:rPr>
              <a:t> </a:t>
            </a:r>
            <a:r>
              <a:rPr lang="en-US" sz="1400" dirty="0"/>
              <a:t>Wed 29 Jan 2020 05:09:04 PM UTC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42763107-D213-4480-800A-08CEB1DA37BF}"/>
              </a:ext>
            </a:extLst>
          </p:cNvPr>
          <p:cNvCxnSpPr>
            <a:cxnSpLocks/>
            <a:stCxn id="13" idx="0"/>
          </p:cNvCxnSpPr>
          <p:nvPr/>
        </p:nvCxnSpPr>
        <p:spPr>
          <a:xfrm flipH="1" flipV="1">
            <a:off x="4858101" y="5545909"/>
            <a:ext cx="447778" cy="43683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4277394-6A27-0606-79F1-C9AA72E7475F}"/>
              </a:ext>
            </a:extLst>
          </p:cNvPr>
          <p:cNvSpPr txBox="1"/>
          <p:nvPr/>
        </p:nvSpPr>
        <p:spPr>
          <a:xfrm>
            <a:off x="838200" y="1633219"/>
            <a:ext cx="974053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A:  Use </a:t>
            </a:r>
            <a:r>
              <a:rPr lang="en-GB" sz="2000" dirty="0" err="1">
                <a:latin typeface="Arial Narrow" panose="020B0606020202030204" pitchFamily="34" charset="0"/>
              </a:rPr>
              <a:t>localappstate.db</a:t>
            </a:r>
            <a:r>
              <a:rPr lang="en-GB" sz="2000" dirty="0">
                <a:latin typeface="Arial Narrow" panose="020B0606020202030204" pitchFamily="34" charset="0"/>
              </a:rPr>
              <a:t> </a:t>
            </a:r>
            <a:r>
              <a:rPr lang="en-GB" sz="2000" dirty="0"/>
              <a:t>first to identify the package name and current-device download time.</a:t>
            </a:r>
          </a:p>
        </p:txBody>
      </p:sp>
    </p:spTree>
    <p:extLst>
      <p:ext uri="{BB962C8B-B14F-4D97-AF65-F5344CB8AC3E}">
        <p14:creationId xmlns:p14="http://schemas.microsoft.com/office/powerpoint/2010/main" val="27658567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1B4457E-8227-4C57-A063-F0DE545A0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910" y="2583473"/>
            <a:ext cx="7635902" cy="88399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32C99DB-B739-4544-B056-4895F34FEC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910" y="4099529"/>
            <a:ext cx="9784928" cy="73158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85F7F98-D134-4119-93EE-B4E39DF512B3}"/>
              </a:ext>
            </a:extLst>
          </p:cNvPr>
          <p:cNvSpPr txBox="1"/>
          <p:nvPr/>
        </p:nvSpPr>
        <p:spPr>
          <a:xfrm>
            <a:off x="846910" y="2214141"/>
            <a:ext cx="6786122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GB" dirty="0"/>
              <a:t>3. Open the database where </a:t>
            </a:r>
            <a:r>
              <a:rPr lang="en-GB" i="1" dirty="0" err="1">
                <a:solidFill>
                  <a:srgbClr val="C00000"/>
                </a:solidFill>
              </a:rPr>
              <a:t>whatsapp</a:t>
            </a:r>
            <a:r>
              <a:rPr lang="en-GB" i="1" dirty="0">
                <a:solidFill>
                  <a:srgbClr val="C00000"/>
                </a:solidFill>
              </a:rPr>
              <a:t> </a:t>
            </a:r>
            <a:r>
              <a:rPr lang="en-GB" dirty="0"/>
              <a:t>purchase time is stored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63C2FC4-8DB2-445A-901E-369C6BE74497}"/>
              </a:ext>
            </a:extLst>
          </p:cNvPr>
          <p:cNvSpPr txBox="1"/>
          <p:nvPr/>
        </p:nvSpPr>
        <p:spPr>
          <a:xfrm>
            <a:off x="846909" y="3730197"/>
            <a:ext cx="3084979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GB" dirty="0"/>
              <a:t>4. Find the purchase time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E6AE1CB-0A39-4676-98C6-07B846CA582E}"/>
              </a:ext>
            </a:extLst>
          </p:cNvPr>
          <p:cNvSpPr txBox="1"/>
          <p:nvPr/>
        </p:nvSpPr>
        <p:spPr>
          <a:xfrm>
            <a:off x="846909" y="5093839"/>
            <a:ext cx="5951551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GB" dirty="0"/>
              <a:t>5. Convert the purchase time to a human readable format</a:t>
            </a: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4860ED13-6D2B-4D92-9603-67249096E2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909" y="5474871"/>
            <a:ext cx="3886537" cy="7011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CD51900-3149-765A-ADB6-A73591A2D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WhatsApp: Query Purchase/Acquisition Time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B4AA94-1A61-CC82-08CE-572ED800D5FC}"/>
              </a:ext>
            </a:extLst>
          </p:cNvPr>
          <p:cNvSpPr txBox="1"/>
          <p:nvPr/>
        </p:nvSpPr>
        <p:spPr>
          <a:xfrm>
            <a:off x="838200" y="1582082"/>
            <a:ext cx="91603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B.  Use </a:t>
            </a:r>
            <a:r>
              <a:rPr lang="en-GB" sz="2000" dirty="0" err="1">
                <a:latin typeface="Arial Narrow" panose="020B0606020202030204" pitchFamily="34" charset="0"/>
              </a:rPr>
              <a:t>library.db</a:t>
            </a:r>
            <a:r>
              <a:rPr lang="en-GB" sz="2000" dirty="0">
                <a:latin typeface="Arial Narrow" panose="020B0606020202030204" pitchFamily="34" charset="0"/>
              </a:rPr>
              <a:t> </a:t>
            </a:r>
            <a:r>
              <a:rPr lang="en-GB" sz="2000" dirty="0"/>
              <a:t>ownership records to retrieve the acquisition timestamp.</a:t>
            </a:r>
          </a:p>
        </p:txBody>
      </p:sp>
    </p:spTree>
    <p:extLst>
      <p:ext uri="{BB962C8B-B14F-4D97-AF65-F5344CB8AC3E}">
        <p14:creationId xmlns:p14="http://schemas.microsoft.com/office/powerpoint/2010/main" val="31817387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1D08DA4-19E4-41FB-A185-3A6E7E206F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3059630"/>
            <a:ext cx="10825829" cy="202761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C3F0D4D-0449-44A1-94F3-4DB90A35CDA5}"/>
              </a:ext>
            </a:extLst>
          </p:cNvPr>
          <p:cNvSpPr txBox="1"/>
          <p:nvPr/>
        </p:nvSpPr>
        <p:spPr>
          <a:xfrm>
            <a:off x="838200" y="5164597"/>
            <a:ext cx="6980680" cy="7078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2000" dirty="0"/>
              <a:t>The command in the braces of </a:t>
            </a:r>
            <a:r>
              <a:rPr lang="en-GB" sz="2000" i="1" dirty="0">
                <a:solidFill>
                  <a:srgbClr val="7030A0"/>
                </a:solidFill>
              </a:rPr>
              <a:t>$</a:t>
            </a:r>
            <a:r>
              <a:rPr lang="en-GB" sz="2000" i="1" dirty="0">
                <a:solidFill>
                  <a:srgbClr val="318EFD"/>
                </a:solidFill>
              </a:rPr>
              <a:t>()</a:t>
            </a:r>
            <a:r>
              <a:rPr lang="en-GB" sz="2000" i="1" dirty="0">
                <a:solidFill>
                  <a:srgbClr val="C00000"/>
                </a:solidFill>
              </a:rPr>
              <a:t> </a:t>
            </a:r>
            <a:r>
              <a:rPr lang="en-GB" sz="2000" dirty="0"/>
              <a:t>is executed in a subshell and the output is then placed in the original command.</a:t>
            </a:r>
            <a:endParaRPr lang="en-US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F25AEC-384E-4379-9242-7CD2EAB525FD}"/>
              </a:ext>
            </a:extLst>
          </p:cNvPr>
          <p:cNvSpPr txBox="1"/>
          <p:nvPr/>
        </p:nvSpPr>
        <p:spPr>
          <a:xfrm>
            <a:off x="838200" y="2690298"/>
            <a:ext cx="5951551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GB" dirty="0"/>
              <a:t>Combine step 1 – 5 in one command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244483-BC1C-4541-3B4F-844740F7A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Combine SQLite Query and Time Conversion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12B3CE-559E-7588-A4EF-C74D6FF451A3}"/>
              </a:ext>
            </a:extLst>
          </p:cNvPr>
          <p:cNvSpPr txBox="1"/>
          <p:nvPr/>
        </p:nvSpPr>
        <p:spPr>
          <a:xfrm>
            <a:off x="838200" y="1690688"/>
            <a:ext cx="94444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A compact command is convenient, but retain the expanded steps for auditability.</a:t>
            </a:r>
          </a:p>
        </p:txBody>
      </p:sp>
    </p:spTree>
    <p:extLst>
      <p:ext uri="{BB962C8B-B14F-4D97-AF65-F5344CB8AC3E}">
        <p14:creationId xmlns:p14="http://schemas.microsoft.com/office/powerpoint/2010/main" val="32798913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863C30B-8233-4000-AD35-2BD38E9467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Interpret Purchase Time vs Download Time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11BAEF-C831-4A9D-87EF-BB51EF372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97380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>
                <a:solidFill>
                  <a:srgbClr val="C00000"/>
                </a:solidFill>
              </a:rPr>
              <a:t>WhatsApp</a:t>
            </a:r>
            <a:r>
              <a:rPr lang="en-GB" dirty="0"/>
              <a:t> time</a:t>
            </a:r>
          </a:p>
          <a:p>
            <a:pPr lvl="1"/>
            <a:r>
              <a:rPr lang="en-GB" dirty="0">
                <a:solidFill>
                  <a:srgbClr val="7030A0"/>
                </a:solidFill>
              </a:rPr>
              <a:t>purchased</a:t>
            </a:r>
            <a:r>
              <a:rPr lang="en-GB" dirty="0"/>
              <a:t>:  Thu 29 Nov </a:t>
            </a:r>
            <a:r>
              <a:rPr lang="en-GB" dirty="0">
                <a:solidFill>
                  <a:srgbClr val="C00000"/>
                </a:solidFill>
              </a:rPr>
              <a:t>2018</a:t>
            </a:r>
            <a:r>
              <a:rPr lang="en-GB" dirty="0"/>
              <a:t> 07:07:47 PM UTC</a:t>
            </a:r>
          </a:p>
          <a:p>
            <a:pPr lvl="1"/>
            <a:r>
              <a:rPr lang="en-GB" dirty="0">
                <a:solidFill>
                  <a:srgbClr val="7030A0"/>
                </a:solidFill>
              </a:rPr>
              <a:t>downloaded</a:t>
            </a:r>
            <a:r>
              <a:rPr lang="en-GB" dirty="0"/>
              <a:t>: Wed 29 Jan </a:t>
            </a:r>
            <a:r>
              <a:rPr lang="en-GB" dirty="0">
                <a:solidFill>
                  <a:srgbClr val="C00000"/>
                </a:solidFill>
              </a:rPr>
              <a:t>2020</a:t>
            </a:r>
            <a:r>
              <a:rPr lang="en-GB" dirty="0"/>
              <a:t> 05:09:04 PM UTC</a:t>
            </a:r>
          </a:p>
          <a:p>
            <a:r>
              <a:rPr lang="en-GB" dirty="0"/>
              <a:t>A time gap is an observation; the cause must be corroborated with other artifacts.</a:t>
            </a:r>
          </a:p>
          <a:p>
            <a:r>
              <a:rPr lang="en-GB" dirty="0"/>
              <a:t>Why there is over one year gap?</a:t>
            </a:r>
          </a:p>
          <a:p>
            <a:pPr lvl="1"/>
            <a:r>
              <a:rPr lang="en-GB" dirty="0"/>
              <a:t>the phone has been reset </a:t>
            </a:r>
          </a:p>
          <a:p>
            <a:pPr lvl="2"/>
            <a:r>
              <a:rPr lang="en-GB" dirty="0"/>
              <a:t>the purchased time is the last time that a removed/un-installed app was installed</a:t>
            </a:r>
          </a:p>
          <a:p>
            <a:pPr lvl="1"/>
            <a:r>
              <a:rPr lang="en-GB" dirty="0"/>
              <a:t>the phone is the user’s second Android device.</a:t>
            </a:r>
          </a:p>
          <a:p>
            <a:pPr lvl="2"/>
            <a:r>
              <a:rPr lang="en-GB" dirty="0"/>
              <a:t>the purchased time is the user’s previous Android device</a:t>
            </a:r>
          </a:p>
          <a:p>
            <a:r>
              <a:rPr lang="en-GB" dirty="0"/>
              <a:t>A free app is also considered purchased </a:t>
            </a:r>
          </a:p>
        </p:txBody>
      </p:sp>
    </p:spTree>
    <p:extLst>
      <p:ext uri="{BB962C8B-B14F-4D97-AF65-F5344CB8AC3E}">
        <p14:creationId xmlns:p14="http://schemas.microsoft.com/office/powerpoint/2010/main" val="24785096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1508E7-A043-97EA-C1FF-CE9A01FCCF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356248E-E60E-C12E-F563-D2912A5B70E4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/>
          <a:lstStyle/>
          <a:p>
            <a:r>
              <a:rPr lang="en-US" dirty="0">
                <a:latin typeface="Aptos"/>
              </a:rPr>
              <a:t>III. App data directories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B74672A-EDBE-FB6F-3ACA-9449AC998C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rgbClr val="566377"/>
                </a:solidFill>
                <a:latin typeface="Aptos"/>
              </a:rPr>
              <a:t>Use package folders to identify apps with local app-private data.</a:t>
            </a:r>
          </a:p>
        </p:txBody>
      </p:sp>
    </p:spTree>
    <p:extLst>
      <p:ext uri="{BB962C8B-B14F-4D97-AF65-F5344CB8AC3E}">
        <p14:creationId xmlns:p14="http://schemas.microsoft.com/office/powerpoint/2010/main" val="42838788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4BAC37-F989-494C-96B7-ADAE39C17D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09366" cy="1325563"/>
          </a:xfrm>
        </p:spPr>
        <p:txBody>
          <a:bodyPr>
            <a:normAutofit/>
          </a:bodyPr>
          <a:lstStyle/>
          <a:p>
            <a:r>
              <a:rPr lang="en-GB" dirty="0"/>
              <a:t>Show all packages under the folder </a:t>
            </a:r>
            <a:r>
              <a:rPr lang="en-GB" sz="3600" dirty="0"/>
              <a:t>/</a:t>
            </a:r>
            <a:r>
              <a:rPr lang="en-GB" sz="3600" i="1" dirty="0">
                <a:solidFill>
                  <a:schemeClr val="accent6"/>
                </a:solidFill>
              </a:rPr>
              <a:t>data</a:t>
            </a:r>
            <a:r>
              <a:rPr lang="en-GB" sz="3600" dirty="0"/>
              <a:t>/</a:t>
            </a:r>
            <a:r>
              <a:rPr lang="en-GB" sz="3600" i="1" dirty="0">
                <a:solidFill>
                  <a:srgbClr val="7030A0"/>
                </a:solidFill>
                <a:latin typeface="+mn-lt"/>
                <a:ea typeface="+mn-ea"/>
                <a:cs typeface="+mn-cs"/>
              </a:rPr>
              <a:t>data</a:t>
            </a:r>
            <a:r>
              <a:rPr lang="en-GB" sz="3200" i="1" dirty="0">
                <a:solidFill>
                  <a:srgbClr val="C00000"/>
                </a:solidFill>
                <a:latin typeface="+mn-lt"/>
                <a:ea typeface="+mn-ea"/>
                <a:cs typeface="+mn-cs"/>
              </a:rPr>
              <a:t>/</a:t>
            </a:r>
            <a:endParaRPr lang="en-US" sz="2800" i="1" dirty="0">
              <a:solidFill>
                <a:srgbClr val="C00000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7266A6-7EF2-4AD1-A94A-D0AEA46B5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119434"/>
            <a:ext cx="7093436" cy="44776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5EA67A1-05EB-4A0F-A6F8-E55F6DCE6F23}"/>
              </a:ext>
            </a:extLst>
          </p:cNvPr>
          <p:cNvSpPr txBox="1"/>
          <p:nvPr/>
        </p:nvSpPr>
        <p:spPr>
          <a:xfrm>
            <a:off x="8121111" y="2119434"/>
            <a:ext cx="3704095" cy="16312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000" dirty="0"/>
              <a:t>Recall: We categorize them into groups: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google apps: </a:t>
            </a:r>
            <a:r>
              <a:rPr lang="en-US" sz="2000" i="1" dirty="0">
                <a:solidFill>
                  <a:srgbClr val="C00000"/>
                </a:solidFill>
              </a:rPr>
              <a:t>com.google.*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android apps: </a:t>
            </a:r>
            <a:r>
              <a:rPr lang="en-US" sz="2000" i="1" dirty="0">
                <a:solidFill>
                  <a:srgbClr val="C00000"/>
                </a:solidFill>
              </a:rPr>
              <a:t>com.andriod.*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3</a:t>
            </a:r>
            <a:r>
              <a:rPr lang="en-US" sz="2000" baseline="30000" dirty="0"/>
              <a:t>rd</a:t>
            </a:r>
            <a:r>
              <a:rPr lang="en-US" sz="2000" dirty="0"/>
              <a:t>-party apps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B6EDD2-6244-A664-54E4-9835C4762256}"/>
              </a:ext>
            </a:extLst>
          </p:cNvPr>
          <p:cNvSpPr txBox="1"/>
          <p:nvPr/>
        </p:nvSpPr>
        <p:spPr>
          <a:xfrm>
            <a:off x="838200" y="1535729"/>
            <a:ext cx="101411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For user 0, </a:t>
            </a:r>
            <a:r>
              <a:rPr lang="en-GB" b="1" dirty="0">
                <a:latin typeface="Arial Narrow" panose="020B0606020202030204" pitchFamily="34" charset="0"/>
              </a:rPr>
              <a:t>/data/data/&lt;package&gt; </a:t>
            </a:r>
            <a:r>
              <a:rPr lang="en-GB" dirty="0"/>
              <a:t>is the compatibility path for /data/user/0/&lt;package&gt;.</a:t>
            </a:r>
          </a:p>
        </p:txBody>
      </p:sp>
    </p:spTree>
    <p:extLst>
      <p:ext uri="{BB962C8B-B14F-4D97-AF65-F5344CB8AC3E}">
        <p14:creationId xmlns:p14="http://schemas.microsoft.com/office/powerpoint/2010/main" val="42874117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23FB644-B62E-40A6-9AE1-38C7F3921C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7843" y="1081900"/>
            <a:ext cx="2263336" cy="242337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EB6652-7902-4DB3-8F7C-848326B54C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Group 1: Google Apps: </a:t>
            </a:r>
            <a:r>
              <a:rPr lang="en-US" sz="4400" i="1" dirty="0">
                <a:solidFill>
                  <a:srgbClr val="C00000"/>
                </a:solidFill>
              </a:rPr>
              <a:t>com.google.*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A368D8-106F-4036-9305-D9BF642D25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1969604"/>
            <a:ext cx="5022015" cy="38331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11DF31A-1029-4FDA-992A-6DD44264FD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31787" y="4031897"/>
            <a:ext cx="4678849" cy="268302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15A17D2-B694-4591-8097-9A610DB86E71}"/>
              </a:ext>
            </a:extLst>
          </p:cNvPr>
          <p:cNvCxnSpPr>
            <a:cxnSpLocks/>
            <a:endCxn id="5" idx="1"/>
          </p:cNvCxnSpPr>
          <p:nvPr/>
        </p:nvCxnSpPr>
        <p:spPr>
          <a:xfrm>
            <a:off x="4649492" y="4905214"/>
            <a:ext cx="1682295" cy="46819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0A52B179-545E-4954-BF90-28E80A490E88}"/>
              </a:ext>
            </a:extLst>
          </p:cNvPr>
          <p:cNvSpPr txBox="1"/>
          <p:nvPr/>
        </p:nvSpPr>
        <p:spPr>
          <a:xfrm>
            <a:off x="7623351" y="2861292"/>
            <a:ext cx="2122103" cy="4308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100" dirty="0"/>
              <a:t>‘</a:t>
            </a:r>
            <a:r>
              <a:rPr lang="en-GB" sz="1100" i="1" dirty="0" err="1">
                <a:solidFill>
                  <a:srgbClr val="FF0000"/>
                </a:solidFill>
              </a:rPr>
              <a:t>dreamliner</a:t>
            </a:r>
            <a:r>
              <a:rPr lang="en-GB" sz="1100" dirty="0"/>
              <a:t>’ wireless charging widget support</a:t>
            </a:r>
            <a:endParaRPr lang="en-US" sz="11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AEC10EC-F4F4-49A2-865C-17F5BC0D018C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4285281" y="2293585"/>
            <a:ext cx="3232562" cy="1135415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50915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3BC58FB-AF8E-493F-B98F-CE621562EA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4075" y="1493622"/>
            <a:ext cx="3095625" cy="13322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0813F10-5B73-4B24-9EF8-6D9DAD4301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3609975" cy="137909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7DCCF1-A174-49CE-8931-E4CE7B0438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1483928"/>
            <a:ext cx="3219450" cy="13419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600552F-7198-4FED-9BB7-D9D27629F5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2825916"/>
            <a:ext cx="3007992" cy="146317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CA38133-F661-48D0-A8F4-41E6E6D05D2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4520558"/>
            <a:ext cx="3314700" cy="108077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EF52DE1-A086-488E-9C19-A99AD058EF1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36667" y="81850"/>
            <a:ext cx="4734162" cy="130689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1C71E39-F406-4C15-891B-7E4988E9E16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36667" y="1379093"/>
            <a:ext cx="3867384" cy="138631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4E5FC5-2406-4D90-B832-775535963AB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36667" y="2762853"/>
            <a:ext cx="4297683" cy="109527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7D74355-C5A1-4CD2-B0DF-EEFE9CC7B99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36667" y="4139518"/>
            <a:ext cx="4263822" cy="146021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6103D093-7ACF-43A3-848A-BBFCCFD533B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704075" y="43275"/>
            <a:ext cx="3236789" cy="1384044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8EF339E4-CD8B-4312-BC3A-B3CEA606C5E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04075" y="3107311"/>
            <a:ext cx="3274707" cy="1332295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5F32BE7D-02DD-4C9F-9C4D-61753F2FDD17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704075" y="4721001"/>
            <a:ext cx="3190550" cy="1398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36797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2D2B266D-3625-4584-A5C3-7D3F672CFF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A5D2A5D1-BA0D-47D3-B051-DA7743C46E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219825"/>
          </a:xfrm>
          <a:custGeom>
            <a:avLst/>
            <a:gdLst>
              <a:gd name="connsiteX0" fmla="*/ 6789701 w 12192000"/>
              <a:gd name="connsiteY0" fmla="*/ 6151588 h 6219825"/>
              <a:gd name="connsiteX1" fmla="*/ 6788702 w 12192000"/>
              <a:gd name="connsiteY1" fmla="*/ 6151666 h 6219825"/>
              <a:gd name="connsiteX2" fmla="*/ 6788476 w 12192000"/>
              <a:gd name="connsiteY2" fmla="*/ 6152200 h 6219825"/>
              <a:gd name="connsiteX3" fmla="*/ 9834 w 12192000"/>
              <a:gd name="connsiteY3" fmla="*/ 0 h 6219825"/>
              <a:gd name="connsiteX4" fmla="*/ 12357 w 12192000"/>
              <a:gd name="connsiteY4" fmla="*/ 1 h 6219825"/>
              <a:gd name="connsiteX5" fmla="*/ 12192000 w 12192000"/>
              <a:gd name="connsiteY5" fmla="*/ 1 h 6219825"/>
              <a:gd name="connsiteX6" fmla="*/ 12192000 w 12192000"/>
              <a:gd name="connsiteY6" fmla="*/ 5105401 h 6219825"/>
              <a:gd name="connsiteX7" fmla="*/ 12191716 w 12192000"/>
              <a:gd name="connsiteY7" fmla="*/ 5105401 h 6219825"/>
              <a:gd name="connsiteX8" fmla="*/ 12192000 w 12192000"/>
              <a:gd name="connsiteY8" fmla="*/ 5256977 h 6219825"/>
              <a:gd name="connsiteX9" fmla="*/ 12061096 w 12192000"/>
              <a:gd name="connsiteY9" fmla="*/ 5296034 h 6219825"/>
              <a:gd name="connsiteX10" fmla="*/ 11676800 w 12192000"/>
              <a:gd name="connsiteY10" fmla="*/ 5399652 h 6219825"/>
              <a:gd name="connsiteX11" fmla="*/ 10425355 w 12192000"/>
              <a:gd name="connsiteY11" fmla="*/ 5683310 h 6219825"/>
              <a:gd name="connsiteX12" fmla="*/ 9424022 w 12192000"/>
              <a:gd name="connsiteY12" fmla="*/ 5858546 h 6219825"/>
              <a:gd name="connsiteX13" fmla="*/ 8458419 w 12192000"/>
              <a:gd name="connsiteY13" fmla="*/ 5992303 h 6219825"/>
              <a:gd name="connsiteX14" fmla="*/ 7715970 w 12192000"/>
              <a:gd name="connsiteY14" fmla="*/ 6072283 h 6219825"/>
              <a:gd name="connsiteX15" fmla="*/ 6951716 w 12192000"/>
              <a:gd name="connsiteY15" fmla="*/ 6138091 h 6219825"/>
              <a:gd name="connsiteX16" fmla="*/ 6936303 w 12192000"/>
              <a:gd name="connsiteY16" fmla="*/ 6140163 h 6219825"/>
              <a:gd name="connsiteX17" fmla="*/ 6790448 w 12192000"/>
              <a:gd name="connsiteY17" fmla="*/ 6151529 h 6219825"/>
              <a:gd name="connsiteX18" fmla="*/ 6799941 w 12192000"/>
              <a:gd name="connsiteY18" fmla="*/ 6153349 h 6219825"/>
              <a:gd name="connsiteX19" fmla="*/ 6835432 w 12192000"/>
              <a:gd name="connsiteY19" fmla="*/ 6151642 h 6219825"/>
              <a:gd name="connsiteX20" fmla="*/ 6884003 w 12192000"/>
              <a:gd name="connsiteY20" fmla="*/ 6148662 h 6219825"/>
              <a:gd name="connsiteX21" fmla="*/ 7578771 w 12192000"/>
              <a:gd name="connsiteY21" fmla="*/ 6116122 h 6219825"/>
              <a:gd name="connsiteX22" fmla="*/ 8623845 w 12192000"/>
              <a:gd name="connsiteY22" fmla="*/ 6029188 h 6219825"/>
              <a:gd name="connsiteX23" fmla="*/ 9479970 w 12192000"/>
              <a:gd name="connsiteY23" fmla="*/ 5925239 h 6219825"/>
              <a:gd name="connsiteX24" fmla="*/ 10629308 w 12192000"/>
              <a:gd name="connsiteY24" fmla="*/ 5731000 h 6219825"/>
              <a:gd name="connsiteX25" fmla="*/ 11998498 w 12192000"/>
              <a:gd name="connsiteY25" fmla="*/ 5404869 h 6219825"/>
              <a:gd name="connsiteX26" fmla="*/ 12192000 w 12192000"/>
              <a:gd name="connsiteY26" fmla="*/ 5347846 h 6219825"/>
              <a:gd name="connsiteX27" fmla="*/ 12192000 w 12192000"/>
              <a:gd name="connsiteY27" fmla="*/ 5402606 h 6219825"/>
              <a:gd name="connsiteX28" fmla="*/ 11829257 w 12192000"/>
              <a:gd name="connsiteY28" fmla="*/ 5507950 h 6219825"/>
              <a:gd name="connsiteX29" fmla="*/ 10939183 w 12192000"/>
              <a:gd name="connsiteY29" fmla="*/ 5722555 h 6219825"/>
              <a:gd name="connsiteX30" fmla="*/ 9985530 w 12192000"/>
              <a:gd name="connsiteY30" fmla="*/ 5902635 h 6219825"/>
              <a:gd name="connsiteX31" fmla="*/ 9186882 w 12192000"/>
              <a:gd name="connsiteY31" fmla="*/ 6018631 h 6219825"/>
              <a:gd name="connsiteX32" fmla="*/ 8578198 w 12192000"/>
              <a:gd name="connsiteY32" fmla="*/ 6088179 h 6219825"/>
              <a:gd name="connsiteX33" fmla="*/ 7864358 w 12192000"/>
              <a:gd name="connsiteY33" fmla="*/ 6149656 h 6219825"/>
              <a:gd name="connsiteX34" fmla="*/ 6935502 w 12192000"/>
              <a:gd name="connsiteY34" fmla="*/ 6201071 h 6219825"/>
              <a:gd name="connsiteX35" fmla="*/ 6477750 w 12192000"/>
              <a:gd name="connsiteY35" fmla="*/ 6214980 h 6219825"/>
              <a:gd name="connsiteX36" fmla="*/ 6362294 w 12192000"/>
              <a:gd name="connsiteY36" fmla="*/ 6219825 h 6219825"/>
              <a:gd name="connsiteX37" fmla="*/ 6057129 w 12192000"/>
              <a:gd name="connsiteY37" fmla="*/ 6219825 h 6219825"/>
              <a:gd name="connsiteX38" fmla="*/ 5977784 w 12192000"/>
              <a:gd name="connsiteY38" fmla="*/ 6215229 h 6219825"/>
              <a:gd name="connsiteX39" fmla="*/ 5265087 w 12192000"/>
              <a:gd name="connsiteY39" fmla="*/ 6178965 h 6219825"/>
              <a:gd name="connsiteX40" fmla="*/ 4346277 w 12192000"/>
              <a:gd name="connsiteY40" fmla="*/ 6116869 h 6219825"/>
              <a:gd name="connsiteX41" fmla="*/ 3373045 w 12192000"/>
              <a:gd name="connsiteY41" fmla="*/ 6018259 h 6219825"/>
              <a:gd name="connsiteX42" fmla="*/ 2362173 w 12192000"/>
              <a:gd name="connsiteY42" fmla="*/ 5899282 h 6219825"/>
              <a:gd name="connsiteX43" fmla="*/ 1233178 w 12192000"/>
              <a:gd name="connsiteY43" fmla="*/ 5726033 h 6219825"/>
              <a:gd name="connsiteX44" fmla="*/ 68500 w 12192000"/>
              <a:gd name="connsiteY44" fmla="*/ 5486226 h 6219825"/>
              <a:gd name="connsiteX45" fmla="*/ 0 w 12192000"/>
              <a:gd name="connsiteY45" fmla="*/ 5468863 h 6219825"/>
              <a:gd name="connsiteX46" fmla="*/ 0 w 12192000"/>
              <a:gd name="connsiteY46" fmla="*/ 5412351 h 6219825"/>
              <a:gd name="connsiteX47" fmla="*/ 72441 w 12192000"/>
              <a:gd name="connsiteY47" fmla="*/ 5431135 h 6219825"/>
              <a:gd name="connsiteX48" fmla="*/ 600716 w 12192000"/>
              <a:gd name="connsiteY48" fmla="*/ 5549555 h 6219825"/>
              <a:gd name="connsiteX49" fmla="*/ 1769512 w 12192000"/>
              <a:gd name="connsiteY49" fmla="*/ 5759811 h 6219825"/>
              <a:gd name="connsiteX50" fmla="*/ 2613554 w 12192000"/>
              <a:gd name="connsiteY50" fmla="*/ 5876802 h 6219825"/>
              <a:gd name="connsiteX51" fmla="*/ 2581134 w 12192000"/>
              <a:gd name="connsiteY51" fmla="*/ 5866867 h 6219825"/>
              <a:gd name="connsiteX52" fmla="*/ 1112635 w 12192000"/>
              <a:gd name="connsiteY52" fmla="*/ 5534031 h 6219825"/>
              <a:gd name="connsiteX53" fmla="*/ 420412 w 12192000"/>
              <a:gd name="connsiteY53" fmla="*/ 5334514 h 6219825"/>
              <a:gd name="connsiteX54" fmla="*/ 0 w 12192000"/>
              <a:gd name="connsiteY54" fmla="*/ 5195539 h 6219825"/>
              <a:gd name="connsiteX55" fmla="*/ 60 w 12192000"/>
              <a:gd name="connsiteY55" fmla="*/ 5105401 h 6219825"/>
              <a:gd name="connsiteX56" fmla="*/ 0 w 12192000"/>
              <a:gd name="connsiteY56" fmla="*/ 5105401 h 6219825"/>
              <a:gd name="connsiteX57" fmla="*/ 0 w 12192000"/>
              <a:gd name="connsiteY57" fmla="*/ 1 h 6219825"/>
              <a:gd name="connsiteX58" fmla="*/ 9834 w 12192000"/>
              <a:gd name="connsiteY58" fmla="*/ 1 h 6219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</a:cxnLst>
            <a:rect l="l" t="t" r="r" b="b"/>
            <a:pathLst>
              <a:path w="12192000" h="6219825">
                <a:moveTo>
                  <a:pt x="6789701" y="6151588"/>
                </a:moveTo>
                <a:lnTo>
                  <a:pt x="6788702" y="6151666"/>
                </a:lnTo>
                <a:cubicBezTo>
                  <a:pt x="6788627" y="6151844"/>
                  <a:pt x="6788551" y="6152022"/>
                  <a:pt x="6788476" y="6152200"/>
                </a:cubicBezTo>
                <a:close/>
                <a:moveTo>
                  <a:pt x="9834" y="0"/>
                </a:moveTo>
                <a:lnTo>
                  <a:pt x="12357" y="1"/>
                </a:lnTo>
                <a:lnTo>
                  <a:pt x="12192000" y="1"/>
                </a:lnTo>
                <a:lnTo>
                  <a:pt x="12192000" y="5105401"/>
                </a:lnTo>
                <a:lnTo>
                  <a:pt x="12191716" y="5105401"/>
                </a:lnTo>
                <a:lnTo>
                  <a:pt x="12192000" y="5256977"/>
                </a:lnTo>
                <a:lnTo>
                  <a:pt x="12061096" y="5296034"/>
                </a:lnTo>
                <a:cubicBezTo>
                  <a:pt x="11933500" y="5332263"/>
                  <a:pt x="11805390" y="5366806"/>
                  <a:pt x="11676800" y="5399652"/>
                </a:cubicBezTo>
                <a:cubicBezTo>
                  <a:pt x="11262789" y="5507204"/>
                  <a:pt x="10845343" y="5600846"/>
                  <a:pt x="10425355" y="5683310"/>
                </a:cubicBezTo>
                <a:cubicBezTo>
                  <a:pt x="10092810" y="5748549"/>
                  <a:pt x="9759033" y="5806970"/>
                  <a:pt x="9424022" y="5858546"/>
                </a:cubicBezTo>
                <a:cubicBezTo>
                  <a:pt x="9102997" y="5908224"/>
                  <a:pt x="8781133" y="5952809"/>
                  <a:pt x="8458419" y="5992303"/>
                </a:cubicBezTo>
                <a:cubicBezTo>
                  <a:pt x="8211360" y="6022481"/>
                  <a:pt x="7963792" y="6048065"/>
                  <a:pt x="7715970" y="6072283"/>
                </a:cubicBezTo>
                <a:lnTo>
                  <a:pt x="6951716" y="6138091"/>
                </a:lnTo>
                <a:lnTo>
                  <a:pt x="6936303" y="6140163"/>
                </a:lnTo>
                <a:lnTo>
                  <a:pt x="6790448" y="6151529"/>
                </a:lnTo>
                <a:lnTo>
                  <a:pt x="6799941" y="6153349"/>
                </a:lnTo>
                <a:cubicBezTo>
                  <a:pt x="6811623" y="6153816"/>
                  <a:pt x="6823734" y="6151642"/>
                  <a:pt x="6835432" y="6151642"/>
                </a:cubicBezTo>
                <a:cubicBezTo>
                  <a:pt x="6851580" y="6151642"/>
                  <a:pt x="6867729" y="6149034"/>
                  <a:pt x="6884003" y="6148662"/>
                </a:cubicBezTo>
                <a:cubicBezTo>
                  <a:pt x="7115805" y="6143198"/>
                  <a:pt x="7347351" y="6131026"/>
                  <a:pt x="7578771" y="6116122"/>
                </a:cubicBezTo>
                <a:cubicBezTo>
                  <a:pt x="7927552" y="6093644"/>
                  <a:pt x="8276080" y="6065453"/>
                  <a:pt x="8623845" y="6029188"/>
                </a:cubicBezTo>
                <a:cubicBezTo>
                  <a:pt x="8909939" y="5999878"/>
                  <a:pt x="9195310" y="5965228"/>
                  <a:pt x="9479970" y="5925239"/>
                </a:cubicBezTo>
                <a:cubicBezTo>
                  <a:pt x="9864901" y="5870842"/>
                  <a:pt x="10248014" y="5806101"/>
                  <a:pt x="10629308" y="5731000"/>
                </a:cubicBezTo>
                <a:cubicBezTo>
                  <a:pt x="11090114" y="5639842"/>
                  <a:pt x="11546975" y="5532291"/>
                  <a:pt x="11998498" y="5404869"/>
                </a:cubicBezTo>
                <a:lnTo>
                  <a:pt x="12192000" y="5347846"/>
                </a:lnTo>
                <a:lnTo>
                  <a:pt x="12192000" y="5402606"/>
                </a:lnTo>
                <a:lnTo>
                  <a:pt x="11829257" y="5507950"/>
                </a:lnTo>
                <a:cubicBezTo>
                  <a:pt x="11534769" y="5587680"/>
                  <a:pt x="11238120" y="5658596"/>
                  <a:pt x="10939183" y="5722555"/>
                </a:cubicBezTo>
                <a:cubicBezTo>
                  <a:pt x="10622824" y="5790365"/>
                  <a:pt x="10304941" y="5850387"/>
                  <a:pt x="9985530" y="5902635"/>
                </a:cubicBezTo>
                <a:cubicBezTo>
                  <a:pt x="9720036" y="5946102"/>
                  <a:pt x="9453814" y="5984764"/>
                  <a:pt x="9186882" y="6018631"/>
                </a:cubicBezTo>
                <a:cubicBezTo>
                  <a:pt x="8984197" y="6044216"/>
                  <a:pt x="8781514" y="6068309"/>
                  <a:pt x="8578198" y="6088179"/>
                </a:cubicBezTo>
                <a:lnTo>
                  <a:pt x="7864358" y="6149656"/>
                </a:lnTo>
                <a:cubicBezTo>
                  <a:pt x="7554994" y="6172009"/>
                  <a:pt x="7245502" y="6189895"/>
                  <a:pt x="6935502" y="6201071"/>
                </a:cubicBezTo>
                <a:lnTo>
                  <a:pt x="6477750" y="6214980"/>
                </a:lnTo>
                <a:cubicBezTo>
                  <a:pt x="6439195" y="6212895"/>
                  <a:pt x="6400529" y="6214521"/>
                  <a:pt x="6362294" y="6219825"/>
                </a:cubicBezTo>
                <a:lnTo>
                  <a:pt x="6057129" y="6219825"/>
                </a:lnTo>
                <a:lnTo>
                  <a:pt x="5977784" y="6215229"/>
                </a:lnTo>
                <a:lnTo>
                  <a:pt x="5265087" y="6178965"/>
                </a:lnTo>
                <a:cubicBezTo>
                  <a:pt x="4958267" y="6166544"/>
                  <a:pt x="4651826" y="6146055"/>
                  <a:pt x="4346277" y="6116869"/>
                </a:cubicBezTo>
                <a:lnTo>
                  <a:pt x="3373045" y="6018259"/>
                </a:lnTo>
                <a:cubicBezTo>
                  <a:pt x="3035412" y="5983982"/>
                  <a:pt x="2698456" y="5944327"/>
                  <a:pt x="2362173" y="5899282"/>
                </a:cubicBezTo>
                <a:cubicBezTo>
                  <a:pt x="1984692" y="5849108"/>
                  <a:pt x="1608364" y="5791358"/>
                  <a:pt x="1233178" y="5726033"/>
                </a:cubicBezTo>
                <a:cubicBezTo>
                  <a:pt x="842181" y="5657291"/>
                  <a:pt x="453758" y="5578770"/>
                  <a:pt x="68500" y="5486226"/>
                </a:cubicBezTo>
                <a:lnTo>
                  <a:pt x="0" y="5468863"/>
                </a:lnTo>
                <a:lnTo>
                  <a:pt x="0" y="5412351"/>
                </a:lnTo>
                <a:lnTo>
                  <a:pt x="72441" y="5431135"/>
                </a:lnTo>
                <a:cubicBezTo>
                  <a:pt x="247961" y="5473331"/>
                  <a:pt x="424164" y="5512608"/>
                  <a:pt x="600716" y="5549555"/>
                </a:cubicBezTo>
                <a:cubicBezTo>
                  <a:pt x="988279" y="5630403"/>
                  <a:pt x="1378133" y="5699330"/>
                  <a:pt x="1769512" y="5759811"/>
                </a:cubicBezTo>
                <a:cubicBezTo>
                  <a:pt x="2052426" y="5803406"/>
                  <a:pt x="2335725" y="5843519"/>
                  <a:pt x="2613554" y="5876802"/>
                </a:cubicBezTo>
                <a:cubicBezTo>
                  <a:pt x="2605544" y="5879410"/>
                  <a:pt x="2594611" y="5869350"/>
                  <a:pt x="2581134" y="5866867"/>
                </a:cubicBezTo>
                <a:cubicBezTo>
                  <a:pt x="2087178" y="5774877"/>
                  <a:pt x="1597684" y="5663937"/>
                  <a:pt x="1112635" y="5534031"/>
                </a:cubicBezTo>
                <a:cubicBezTo>
                  <a:pt x="880453" y="5471934"/>
                  <a:pt x="649713" y="5405428"/>
                  <a:pt x="420412" y="5334514"/>
                </a:cubicBezTo>
                <a:lnTo>
                  <a:pt x="0" y="5195539"/>
                </a:lnTo>
                <a:lnTo>
                  <a:pt x="60" y="5105401"/>
                </a:lnTo>
                <a:lnTo>
                  <a:pt x="0" y="5105401"/>
                </a:lnTo>
                <a:lnTo>
                  <a:pt x="0" y="1"/>
                </a:lnTo>
                <a:lnTo>
                  <a:pt x="983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6C0F76-66A2-4FFF-94DD-3AA2DDE9BC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42938"/>
            <a:ext cx="4476750" cy="199866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4497F2C-5B2A-48FA-B63C-A71AB631DA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2720975"/>
            <a:ext cx="4476750" cy="20447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AD8426E-8E53-499F-A493-A7C0257051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84725" y="642938"/>
            <a:ext cx="3714750" cy="10318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9A5E2B1-55E1-4468-AEA3-E5441AB14E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84725" y="1754188"/>
            <a:ext cx="3714750" cy="128746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B4D290F-5B0D-48BF-985F-AF08757F19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4725" y="3119438"/>
            <a:ext cx="3714750" cy="93980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F7EE2DE0-52D3-488F-A4D9-1162E02979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84725" y="4140200"/>
            <a:ext cx="3714750" cy="62706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ABB519-D7DF-4274-BFBE-8EB44C4E339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8850" y="642938"/>
            <a:ext cx="3308350" cy="142875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2B31DCA-4835-44CB-BD03-BAA7498DA30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78850" y="2151063"/>
            <a:ext cx="3308350" cy="121285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5F12B03-1A57-4596-9FB0-5D706BF7CFA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578850" y="3444875"/>
            <a:ext cx="3308350" cy="1322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34211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3CC56C-BD37-42C4-9835-5E085D8B38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2178" y="2071583"/>
            <a:ext cx="5700254" cy="352074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CBD83FD-45C7-4B34-B55F-4F0B2AB9B311}"/>
              </a:ext>
            </a:extLst>
          </p:cNvPr>
          <p:cNvSpPr txBox="1"/>
          <p:nvPr/>
        </p:nvSpPr>
        <p:spPr>
          <a:xfrm>
            <a:off x="2742178" y="1673814"/>
            <a:ext cx="3674121" cy="369332"/>
          </a:xfrm>
          <a:prstGeom prst="rect">
            <a:avLst/>
          </a:prstGeom>
          <a:solidFill>
            <a:srgbClr val="FFC000"/>
          </a:solidFill>
        </p:spPr>
        <p:txBody>
          <a:bodyPr wrap="square">
            <a:spAutoFit/>
          </a:bodyPr>
          <a:lstStyle/>
          <a:p>
            <a:r>
              <a:rPr lang="en-GB" dirty="0"/>
              <a:t>Show apps start with </a:t>
            </a:r>
            <a:r>
              <a:rPr lang="en-GB" i="1" dirty="0" err="1">
                <a:solidFill>
                  <a:srgbClr val="C00000"/>
                </a:solidFill>
              </a:rPr>
              <a:t>com.android</a:t>
            </a:r>
            <a:endParaRPr lang="en-US" i="1" dirty="0">
              <a:solidFill>
                <a:srgbClr val="C00000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A564FE-EBF2-4334-A51C-F52BD95452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09699" y="1382309"/>
            <a:ext cx="1998513" cy="74667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4536D50-D207-411E-AF5B-8DAE5C8EA820}"/>
              </a:ext>
            </a:extLst>
          </p:cNvPr>
          <p:cNvSpPr txBox="1"/>
          <p:nvPr/>
        </p:nvSpPr>
        <p:spPr>
          <a:xfrm>
            <a:off x="6489288" y="3099520"/>
            <a:ext cx="1880525" cy="76944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100" dirty="0"/>
              <a:t>you have an email app and a browser app which talk to the same backend server with the same set of credentials. </a:t>
            </a:r>
            <a:endParaRPr lang="en-US" sz="1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6DF6FE0-41AC-4C44-932F-84EBF02AED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2453" y="2580467"/>
            <a:ext cx="1592314" cy="2657959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7DC1696-1F88-4C07-8BAC-6AE7C07AB3AE}"/>
              </a:ext>
            </a:extLst>
          </p:cNvPr>
          <p:cNvCxnSpPr>
            <a:cxnSpLocks/>
          </p:cNvCxnSpPr>
          <p:nvPr/>
        </p:nvCxnSpPr>
        <p:spPr>
          <a:xfrm flipH="1" flipV="1">
            <a:off x="4858719" y="3223647"/>
            <a:ext cx="1557580" cy="26059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1A1927F3-7639-4E0E-B3D2-CFB18A4AF12A}"/>
              </a:ext>
            </a:extLst>
          </p:cNvPr>
          <p:cNvCxnSpPr>
            <a:cxnSpLocks/>
            <a:stCxn id="11" idx="1"/>
          </p:cNvCxnSpPr>
          <p:nvPr/>
        </p:nvCxnSpPr>
        <p:spPr>
          <a:xfrm flipH="1" flipV="1">
            <a:off x="8369813" y="3490993"/>
            <a:ext cx="902640" cy="41845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19" name="Picture 18">
            <a:extLst>
              <a:ext uri="{FF2B5EF4-FFF2-40B4-BE49-F238E27FC236}">
                <a16:creationId xmlns:a16="http://schemas.microsoft.com/office/drawing/2014/main" id="{10F45EBF-27F0-494A-9875-23E2B20466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5059" y="1690688"/>
            <a:ext cx="2003349" cy="3091912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7FBF8B3E-4AEF-4FA5-933D-118134B2DC4C}"/>
              </a:ext>
            </a:extLst>
          </p:cNvPr>
          <p:cNvCxnSpPr>
            <a:cxnSpLocks/>
          </p:cNvCxnSpPr>
          <p:nvPr/>
        </p:nvCxnSpPr>
        <p:spPr>
          <a:xfrm flipH="1" flipV="1">
            <a:off x="1835151" y="3099520"/>
            <a:ext cx="907027" cy="32948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CD111E0-0DD1-4D91-8E10-7899C7DBBE16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6586780" y="1755647"/>
            <a:ext cx="2722919" cy="100305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112C62D-3B12-4D1C-8DB1-6B2CB0993708}"/>
              </a:ext>
            </a:extLst>
          </p:cNvPr>
          <p:cNvSpPr txBox="1"/>
          <p:nvPr/>
        </p:nvSpPr>
        <p:spPr>
          <a:xfrm>
            <a:off x="6750356" y="4389066"/>
            <a:ext cx="2395765" cy="101566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200" dirty="0"/>
              <a:t>contains data related to phone operation, specifically SMS and MMS messages, access to the APN list, including the MMSC to use, and the service state.</a:t>
            </a:r>
            <a:endParaRPr lang="en-US" sz="1200" dirty="0"/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96F7136-4EDE-4836-B17B-0F21B4A74DA4}"/>
              </a:ext>
            </a:extLst>
          </p:cNvPr>
          <p:cNvCxnSpPr>
            <a:cxnSpLocks/>
          </p:cNvCxnSpPr>
          <p:nvPr/>
        </p:nvCxnSpPr>
        <p:spPr>
          <a:xfrm flipH="1" flipV="1">
            <a:off x="5866108" y="4636304"/>
            <a:ext cx="884248" cy="24023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A966AE2C-9609-462F-B3EE-15C54486E300}"/>
              </a:ext>
            </a:extLst>
          </p:cNvPr>
          <p:cNvSpPr txBox="1"/>
          <p:nvPr/>
        </p:nvSpPr>
        <p:spPr>
          <a:xfrm>
            <a:off x="201142" y="4896897"/>
            <a:ext cx="1837347" cy="46166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200" dirty="0"/>
              <a:t>delivering IP multimedia services (text, video..)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F5C0BE5-132E-417B-84FD-67AB3A94C5D9}"/>
              </a:ext>
            </a:extLst>
          </p:cNvPr>
          <p:cNvCxnSpPr>
            <a:cxnSpLocks/>
            <a:stCxn id="35" idx="3"/>
          </p:cNvCxnSpPr>
          <p:nvPr/>
        </p:nvCxnSpPr>
        <p:spPr>
          <a:xfrm flipV="1">
            <a:off x="2038489" y="5067946"/>
            <a:ext cx="703689" cy="5978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4D96CE77-8B51-40EF-AA74-4210E907CFAF}"/>
              </a:ext>
            </a:extLst>
          </p:cNvPr>
          <p:cNvSpPr txBox="1"/>
          <p:nvPr/>
        </p:nvSpPr>
        <p:spPr>
          <a:xfrm>
            <a:off x="225059" y="5712524"/>
            <a:ext cx="2087552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200" b="0" i="0" dirty="0">
                <a:solidFill>
                  <a:srgbClr val="202124"/>
                </a:solidFill>
                <a:effectLst/>
                <a:latin typeface="Roboto"/>
              </a:rPr>
              <a:t>Recording device activity over a short period of time is known as </a:t>
            </a:r>
            <a:r>
              <a:rPr lang="en-GB" sz="1200" b="0" i="1" dirty="0">
                <a:solidFill>
                  <a:srgbClr val="202124"/>
                </a:solidFill>
                <a:effectLst/>
                <a:latin typeface="Roboto"/>
              </a:rPr>
              <a:t>system tracing (research project?)</a:t>
            </a:r>
            <a:r>
              <a:rPr lang="en-GB" sz="1200" b="0" i="0" dirty="0">
                <a:solidFill>
                  <a:srgbClr val="202124"/>
                </a:solidFill>
                <a:effectLst/>
                <a:latin typeface="Roboto"/>
              </a:rPr>
              <a:t> </a:t>
            </a:r>
            <a:endParaRPr lang="en-US" sz="1200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5278ED39-4F1E-4B31-AD04-2CCE190B112F}"/>
              </a:ext>
            </a:extLst>
          </p:cNvPr>
          <p:cNvCxnSpPr>
            <a:cxnSpLocks/>
          </p:cNvCxnSpPr>
          <p:nvPr/>
        </p:nvCxnSpPr>
        <p:spPr>
          <a:xfrm flipV="1">
            <a:off x="2312611" y="5298779"/>
            <a:ext cx="1752072" cy="66926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7" name="Title 46">
            <a:extLst>
              <a:ext uri="{FF2B5EF4-FFF2-40B4-BE49-F238E27FC236}">
                <a16:creationId xmlns:a16="http://schemas.microsoft.com/office/drawing/2014/main" id="{44379959-ADB6-4CA0-B5E1-F7E4EDBED4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/>
              <a:t>Group 2: AOSP Apps: </a:t>
            </a:r>
            <a:r>
              <a:rPr lang="en-US" sz="4400" i="1" dirty="0">
                <a:solidFill>
                  <a:srgbClr val="C00000"/>
                </a:solidFill>
              </a:rPr>
              <a:t>com.andriod.*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4811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A6FA0-F6A4-4779-9526-0C35F6E4E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Group 3: 3rd-party apps</a:t>
            </a:r>
          </a:p>
        </p:txBody>
      </p:sp>
      <p:pic>
        <p:nvPicPr>
          <p:cNvPr id="4" name="Picture 3" descr="Text&#10;&#10;Description automatically generated">
            <a:extLst>
              <a:ext uri="{FF2B5EF4-FFF2-40B4-BE49-F238E27FC236}">
                <a16:creationId xmlns:a16="http://schemas.microsoft.com/office/drawing/2014/main" id="{01EDCA88-220F-4735-BE27-53451786DC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5967"/>
          <a:stretch>
            <a:fillRect/>
          </a:stretch>
        </p:blipFill>
        <p:spPr>
          <a:xfrm>
            <a:off x="976695" y="1803900"/>
            <a:ext cx="6031584" cy="435374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0EA8340-E583-4271-B3A8-14DF7AA613C3}"/>
              </a:ext>
            </a:extLst>
          </p:cNvPr>
          <p:cNvSpPr txBox="1"/>
          <p:nvPr/>
        </p:nvSpPr>
        <p:spPr>
          <a:xfrm>
            <a:off x="3083091" y="2693443"/>
            <a:ext cx="3707324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400" dirty="0">
                <a:solidFill>
                  <a:srgbClr val="C00000"/>
                </a:solidFill>
              </a:rPr>
              <a:t>-v, --invert-match        </a:t>
            </a:r>
            <a:r>
              <a:rPr lang="en-GB" sz="1400" dirty="0"/>
              <a:t>select non-matching lines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5460939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B2E15E4-C15A-47A5-B45F-050804FF0D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11" y="123019"/>
            <a:ext cx="3724274" cy="105556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3459E70-51CD-40B9-96B9-82D8E2FF5B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411" y="1251773"/>
            <a:ext cx="3724274" cy="118345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2BB9417-14AF-4D52-89F7-F94A26C5EE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411" y="2611853"/>
            <a:ext cx="3629232" cy="133647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30109B6-6427-4AF3-BE99-38610C33F02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8411" y="4137319"/>
            <a:ext cx="3676753" cy="10953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6CA7C3B-F21C-4CB5-8426-990EA3A0061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8411" y="5421680"/>
            <a:ext cx="3676753" cy="9785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FD938F9-583A-415D-8624-7E98F5C345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11213" y="31142"/>
            <a:ext cx="2590997" cy="114744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A565D20-0575-4CA6-93C8-7AD507F91DB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11213" y="1354566"/>
            <a:ext cx="3038660" cy="109880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888EE70-D35F-4DFF-B2A0-9B8180A0C5D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11213" y="2650387"/>
            <a:ext cx="3330229" cy="128027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167C8518-7C7F-47D3-A388-D48EFA822FF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11213" y="4214990"/>
            <a:ext cx="3162485" cy="10000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9DA910E-75D1-4768-BFE7-A75FFC627F7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1213" y="5503287"/>
            <a:ext cx="2981533" cy="102649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C6807EDB-4546-41B3-A956-3E9A68C733F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38865" y="51054"/>
            <a:ext cx="3808893" cy="120359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A16B38A7-E21E-42F1-851F-03BC6C7705D4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38865" y="1377617"/>
            <a:ext cx="3383320" cy="105269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4E94A2A3-FDD3-4099-9D6A-15FB6B0DC88A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738865" y="2622282"/>
            <a:ext cx="3889821" cy="128027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3C6C509B-322E-461C-AAA5-36E831450316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738865" y="4139677"/>
            <a:ext cx="2517857" cy="105531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6D0CB675-CEFF-4E30-8C99-54F887E12AAA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738865" y="5432110"/>
            <a:ext cx="3808893" cy="110873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51556841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75CD3E-0427-4B86-AF3D-DDC8BDFF28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41" y="162812"/>
            <a:ext cx="3638806" cy="95782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2643EBD-F73D-4138-B639-2E1B240A67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241" y="1354530"/>
            <a:ext cx="2684595" cy="104764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213DAD-BA21-4AC3-9140-C33FD38975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41" y="2636067"/>
            <a:ext cx="3124471" cy="129928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5D1E1CC-B692-4C72-9720-2A56A18694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41" y="4106905"/>
            <a:ext cx="3305175" cy="150623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50DD3F4-26BE-47E1-8DBA-FE0557AFE88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55410" y="162812"/>
            <a:ext cx="3457851" cy="101457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DB4482A-6828-4BDA-9331-3308669E54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55410" y="1387290"/>
            <a:ext cx="2568163" cy="93353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402037D-7F24-4DC5-A463-A78326D4CEA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55410" y="2625967"/>
            <a:ext cx="2991073" cy="105463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30B0EBA-0DE5-4923-8A00-2F5A66EF5C0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055410" y="3911055"/>
            <a:ext cx="2892015" cy="128015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D985D38-5AB9-4AD7-99F8-D949F5322422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55410" y="5332597"/>
            <a:ext cx="3374090" cy="11307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6D9BB03-011D-469A-9DBF-737241CFF42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10577" y="74340"/>
            <a:ext cx="3151320" cy="143877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C6247DC-3619-40DE-B256-B941E82286E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410577" y="1962753"/>
            <a:ext cx="3124472" cy="129803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F8907EA-05B8-4CB6-ADC7-851BF2437CF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410577" y="3563456"/>
            <a:ext cx="3011361" cy="105463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FA3DB407-E876-4E1C-8549-5B6CD5D3031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10577" y="5074319"/>
            <a:ext cx="2589148" cy="82366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15431356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B035E-75AD-FE3F-7E27-CF106EA2F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3E28C97-AF2D-4FB3-91D6-80875540A1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1 Summary: Identify Apps</a:t>
            </a:r>
          </a:p>
        </p:txBody>
      </p:sp>
      <p:sp>
        <p:nvSpPr>
          <p:cNvPr id="42" name="Rounded Rectangle 5">
            <a:extLst>
              <a:ext uri="{FF2B5EF4-FFF2-40B4-BE49-F238E27FC236}">
                <a16:creationId xmlns:a16="http://schemas.microsoft.com/office/drawing/2014/main" id="{D54BB067-459A-AC70-0824-77C045B4D584}"/>
              </a:ext>
            </a:extLst>
          </p:cNvPr>
          <p:cNvSpPr/>
          <p:nvPr/>
        </p:nvSpPr>
        <p:spPr>
          <a:xfrm>
            <a:off x="838200" y="1922417"/>
            <a:ext cx="2834640" cy="502920"/>
          </a:xfrm>
          <a:prstGeom prst="roundRect">
            <a:avLst/>
          </a:prstGeom>
          <a:solidFill>
            <a:srgbClr val="1B71D6"/>
          </a:solidFill>
          <a:ln>
            <a:solidFill>
              <a:srgbClr val="1B7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ptos"/>
              </a:rPr>
              <a:t>Play Store </a:t>
            </a:r>
            <a:r>
              <a:rPr sz="1500" b="1" dirty="0" err="1">
                <a:solidFill>
                  <a:srgbClr val="FFFFFF"/>
                </a:solidFill>
                <a:latin typeface="Aptos"/>
              </a:rPr>
              <a:t>appstate</a:t>
            </a:r>
            <a:endParaRPr sz="1500" b="1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1F5C495-AA79-53FB-C376-55512D6FD7CB}"/>
              </a:ext>
            </a:extLst>
          </p:cNvPr>
          <p:cNvSpPr txBox="1"/>
          <p:nvPr/>
        </p:nvSpPr>
        <p:spPr>
          <a:xfrm>
            <a:off x="3901439" y="1968137"/>
            <a:ext cx="7680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 i="0">
                <a:solidFill>
                  <a:srgbClr val="122B48"/>
                </a:solidFill>
                <a:latin typeface="Aptos"/>
              </a:rPr>
              <a:t>App record, title, account, first_download_ms</a:t>
            </a:r>
          </a:p>
        </p:txBody>
      </p:sp>
      <p:sp>
        <p:nvSpPr>
          <p:cNvPr id="46" name="Rounded Rectangle 7">
            <a:extLst>
              <a:ext uri="{FF2B5EF4-FFF2-40B4-BE49-F238E27FC236}">
                <a16:creationId xmlns:a16="http://schemas.microsoft.com/office/drawing/2014/main" id="{5246998D-2DEC-A41F-3A0D-D6B65BDBAA31}"/>
              </a:ext>
            </a:extLst>
          </p:cNvPr>
          <p:cNvSpPr/>
          <p:nvPr/>
        </p:nvSpPr>
        <p:spPr>
          <a:xfrm>
            <a:off x="838200" y="2699657"/>
            <a:ext cx="2834640" cy="502920"/>
          </a:xfrm>
          <a:prstGeom prst="roundRect">
            <a:avLst/>
          </a:prstGeom>
          <a:solidFill>
            <a:srgbClr val="1B71D6"/>
          </a:solidFill>
          <a:ln>
            <a:solidFill>
              <a:srgbClr val="1B7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ptos"/>
              </a:rPr>
              <a:t>Play Store ownership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CB3C7D2-678A-0A54-679A-B8DBB81DD0F4}"/>
              </a:ext>
            </a:extLst>
          </p:cNvPr>
          <p:cNvSpPr txBox="1"/>
          <p:nvPr/>
        </p:nvSpPr>
        <p:spPr>
          <a:xfrm>
            <a:off x="3901439" y="2745376"/>
            <a:ext cx="7680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 i="0">
                <a:solidFill>
                  <a:srgbClr val="122B48"/>
                </a:solidFill>
                <a:latin typeface="Aptos"/>
              </a:rPr>
              <a:t>Account-level acquisition/purchase record</a:t>
            </a:r>
          </a:p>
        </p:txBody>
      </p:sp>
      <p:sp>
        <p:nvSpPr>
          <p:cNvPr id="50" name="Rounded Rectangle 9">
            <a:extLst>
              <a:ext uri="{FF2B5EF4-FFF2-40B4-BE49-F238E27FC236}">
                <a16:creationId xmlns:a16="http://schemas.microsoft.com/office/drawing/2014/main" id="{59B24523-EEEF-36C6-F451-54796E9FD283}"/>
              </a:ext>
            </a:extLst>
          </p:cNvPr>
          <p:cNvSpPr/>
          <p:nvPr/>
        </p:nvSpPr>
        <p:spPr>
          <a:xfrm>
            <a:off x="838200" y="3476897"/>
            <a:ext cx="2834640" cy="502920"/>
          </a:xfrm>
          <a:prstGeom prst="roundRect">
            <a:avLst/>
          </a:prstGeom>
          <a:solidFill>
            <a:srgbClr val="1B71D6"/>
          </a:solidFill>
          <a:ln>
            <a:solidFill>
              <a:srgbClr val="1B7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 dirty="0">
                <a:solidFill>
                  <a:srgbClr val="FFFFFF"/>
                </a:solidFill>
                <a:latin typeface="Aptos"/>
              </a:rPr>
              <a:t>App data directories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338A74B-EB2F-EA83-AFF4-61B1EC339D60}"/>
              </a:ext>
            </a:extLst>
          </p:cNvPr>
          <p:cNvSpPr txBox="1"/>
          <p:nvPr/>
        </p:nvSpPr>
        <p:spPr>
          <a:xfrm>
            <a:off x="3901439" y="3522617"/>
            <a:ext cx="7680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 i="0">
                <a:solidFill>
                  <a:srgbClr val="122B48"/>
                </a:solidFill>
                <a:latin typeface="Aptos"/>
              </a:rPr>
              <a:t>Local evidence that app-private data existed</a:t>
            </a:r>
          </a:p>
        </p:txBody>
      </p:sp>
      <p:sp>
        <p:nvSpPr>
          <p:cNvPr id="3" name="Rounded Rectangle 13">
            <a:extLst>
              <a:ext uri="{FF2B5EF4-FFF2-40B4-BE49-F238E27FC236}">
                <a16:creationId xmlns:a16="http://schemas.microsoft.com/office/drawing/2014/main" id="{5CF40B81-FE6A-662E-9FAF-3B63C01D9C44}"/>
              </a:ext>
            </a:extLst>
          </p:cNvPr>
          <p:cNvSpPr/>
          <p:nvPr/>
        </p:nvSpPr>
        <p:spPr>
          <a:xfrm>
            <a:off x="822960" y="5120640"/>
            <a:ext cx="10698480" cy="566928"/>
          </a:xfrm>
          <a:prstGeom prst="roundRect">
            <a:avLst/>
          </a:prstGeom>
          <a:solidFill>
            <a:srgbClr val="EDF4FF"/>
          </a:solidFill>
          <a:ln>
            <a:solidFill>
              <a:srgbClr val="9E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l"/>
            <a:r>
              <a:rPr sz="1420" b="1">
                <a:solidFill>
                  <a:srgbClr val="122B48"/>
                </a:solidFill>
                <a:latin typeface="Aptos"/>
              </a:rPr>
              <a:t>Forensic rule: identify the app first, then state what the artifact actually proves.</a:t>
            </a:r>
          </a:p>
        </p:txBody>
      </p:sp>
    </p:spTree>
    <p:extLst>
      <p:ext uri="{BB962C8B-B14F-4D97-AF65-F5344CB8AC3E}">
        <p14:creationId xmlns:p14="http://schemas.microsoft.com/office/powerpoint/2010/main" val="274086324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B6FF6D7-535F-4860-996B-225A38232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2:</a:t>
            </a:r>
            <a:r>
              <a:rPr lang="en-US" i="1" dirty="0">
                <a:solidFill>
                  <a:srgbClr val="C00000"/>
                </a:solidFill>
              </a:rPr>
              <a:t> </a:t>
            </a:r>
            <a:r>
              <a:rPr lang="en-US" dirty="0"/>
              <a:t>Examine App Metadata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424844D-7DCA-4327-92FC-272DE051D5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Question: What package-manager properties describe each app?</a:t>
            </a:r>
          </a:p>
        </p:txBody>
      </p:sp>
      <p:sp>
        <p:nvSpPr>
          <p:cNvPr id="3" name="Rounded Rectangle 6">
            <a:extLst>
              <a:ext uri="{FF2B5EF4-FFF2-40B4-BE49-F238E27FC236}">
                <a16:creationId xmlns:a16="http://schemas.microsoft.com/office/drawing/2014/main" id="{90A6304A-A20F-738E-739D-7935FDEA9978}"/>
              </a:ext>
            </a:extLst>
          </p:cNvPr>
          <p:cNvSpPr/>
          <p:nvPr/>
        </p:nvSpPr>
        <p:spPr>
          <a:xfrm>
            <a:off x="844550" y="5209903"/>
            <a:ext cx="8595360" cy="457200"/>
          </a:xfrm>
          <a:prstGeom prst="roundRect">
            <a:avLst/>
          </a:prstGeom>
          <a:solidFill>
            <a:srgbClr val="F5F7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l"/>
            <a:r>
              <a:rPr sz="1450" b="1">
                <a:solidFill>
                  <a:srgbClr val="122B48"/>
                </a:solidFill>
                <a:latin typeface="Aptos"/>
              </a:rPr>
              <a:t>Sources: packages.xml • packages.list • PackageManager fields</a:t>
            </a:r>
          </a:p>
        </p:txBody>
      </p:sp>
    </p:spTree>
    <p:extLst>
      <p:ext uri="{BB962C8B-B14F-4D97-AF65-F5344CB8AC3E}">
        <p14:creationId xmlns:p14="http://schemas.microsoft.com/office/powerpoint/2010/main" val="42066023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C3C0054-63BF-4C62-AA66-573164638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App Metadata Does Android Store?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D85393E-F470-4621-BFC8-258617D0D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Android’s Package Manager maintains metadata about installed applications, primarily under</a:t>
            </a:r>
          </a:p>
          <a:p>
            <a:pPr lvl="1"/>
            <a:r>
              <a:rPr lang="en-GB" dirty="0">
                <a:latin typeface="Arial Narrow" panose="020B0606020202030204" pitchFamily="34" charset="0"/>
              </a:rPr>
              <a:t>/data/system/</a:t>
            </a:r>
          </a:p>
          <a:p>
            <a:r>
              <a:rPr lang="en-GB" dirty="0"/>
              <a:t>Examples of app metadata:</a:t>
            </a:r>
          </a:p>
          <a:p>
            <a:pPr lvl="1"/>
            <a:r>
              <a:rPr lang="en-GB" dirty="0"/>
              <a:t>Package name — e.g., </a:t>
            </a:r>
            <a:r>
              <a:rPr lang="en-GB" dirty="0" err="1">
                <a:latin typeface="Arial Narrow" panose="020B0606020202030204" pitchFamily="34" charset="0"/>
              </a:rPr>
              <a:t>com.google.android.gms</a:t>
            </a:r>
            <a:r>
              <a:rPr lang="en-GB" dirty="0">
                <a:latin typeface="Arial Narrow" panose="020B0606020202030204" pitchFamily="34" charset="0"/>
              </a:rPr>
              <a:t> </a:t>
            </a:r>
          </a:p>
          <a:p>
            <a:pPr lvl="1"/>
            <a:r>
              <a:rPr lang="en-GB" dirty="0"/>
              <a:t>UID assigned to the application </a:t>
            </a:r>
          </a:p>
          <a:p>
            <a:pPr lvl="1"/>
            <a:r>
              <a:rPr lang="en-GB" dirty="0"/>
              <a:t>Version information </a:t>
            </a:r>
          </a:p>
          <a:p>
            <a:pPr lvl="1"/>
            <a:r>
              <a:rPr lang="en-GB" dirty="0"/>
              <a:t>APK / code path </a:t>
            </a:r>
          </a:p>
          <a:p>
            <a:pPr lvl="1"/>
            <a:r>
              <a:rPr lang="en-GB" dirty="0"/>
              <a:t>Native library path </a:t>
            </a:r>
          </a:p>
          <a:p>
            <a:pPr lvl="1"/>
            <a:r>
              <a:rPr lang="en-GB" dirty="0"/>
              <a:t>Installer package — e.g., </a:t>
            </a:r>
            <a:r>
              <a:rPr lang="en-GB" dirty="0" err="1">
                <a:latin typeface="Arial Narrow" panose="020B0606020202030204" pitchFamily="34" charset="0"/>
              </a:rPr>
              <a:t>com.android.vending</a:t>
            </a:r>
            <a:r>
              <a:rPr lang="en-GB" dirty="0">
                <a:latin typeface="Arial Narrow" panose="020B0606020202030204" pitchFamily="34" charset="0"/>
              </a:rPr>
              <a:t> </a:t>
            </a:r>
          </a:p>
          <a:p>
            <a:pPr lvl="1"/>
            <a:r>
              <a:rPr lang="en-GB" dirty="0"/>
              <a:t>Installation timestamp </a:t>
            </a:r>
          </a:p>
          <a:p>
            <a:pPr lvl="1"/>
            <a:r>
              <a:rPr lang="en-GB" dirty="0"/>
              <a:t>Last-update timestamp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385657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5B9B01B-569C-4C50-84EF-8225F23259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Locate Metadata Files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D78C18-E446-4E31-97CE-CE3C9F0734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3845"/>
            <a:ext cx="11127377" cy="496661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sz="2400" dirty="0"/>
              <a:t>Look under </a:t>
            </a:r>
            <a:r>
              <a:rPr lang="en-GB" sz="2400" dirty="0">
                <a:latin typeface="Arial Narrow" panose="020B0606020202030204" pitchFamily="34" charset="0"/>
              </a:rPr>
              <a:t>/data/system/package</a:t>
            </a:r>
            <a:r>
              <a:rPr lang="en-GB" sz="2400" dirty="0"/>
              <a:t>* for </a:t>
            </a:r>
            <a:r>
              <a:rPr lang="en-GB" sz="2400" dirty="0">
                <a:latin typeface="Arial Narrow" panose="020B0606020202030204" pitchFamily="34" charset="0"/>
              </a:rPr>
              <a:t>packages.xml</a:t>
            </a:r>
            <a:r>
              <a:rPr lang="en-GB" sz="2400" dirty="0"/>
              <a:t>, </a:t>
            </a:r>
            <a:r>
              <a:rPr lang="en-GB" sz="2400" dirty="0" err="1">
                <a:latin typeface="Arial Narrow" panose="020B0606020202030204" pitchFamily="34" charset="0"/>
              </a:rPr>
              <a:t>packages.list</a:t>
            </a:r>
            <a:r>
              <a:rPr lang="en-GB" sz="2400" dirty="0"/>
              <a:t>, usage, and restriction files</a:t>
            </a:r>
            <a:endParaRPr lang="en-US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01CC2F8-51C1-4FE6-8904-CDFAC3207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286" y="2442684"/>
            <a:ext cx="7861960" cy="353218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6D6FA1F-72B8-4439-C93D-25A2805B04CE}"/>
              </a:ext>
            </a:extLst>
          </p:cNvPr>
          <p:cNvSpPr/>
          <p:nvPr/>
        </p:nvSpPr>
        <p:spPr>
          <a:xfrm>
            <a:off x="2691138" y="4292380"/>
            <a:ext cx="1981200" cy="6228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29625756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4244B9B-2E4C-4708-81C9-C790AC0D7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>
                <a:latin typeface="Arial Narrow" panose="020B0606020202030204" pitchFamily="34" charset="0"/>
              </a:rPr>
              <a:t>packages.list</a:t>
            </a:r>
            <a:r>
              <a:rPr lang="en-GB" dirty="0"/>
              <a:t>: </a:t>
            </a:r>
            <a:r>
              <a:rPr lang="en-GB" dirty="0">
                <a:solidFill>
                  <a:srgbClr val="C00000"/>
                </a:solidFill>
              </a:rPr>
              <a:t>UID</a:t>
            </a:r>
            <a:r>
              <a:rPr lang="en-GB" dirty="0"/>
              <a:t> and Data Directory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058E2D8-5556-4DED-85D2-69E50B6E6B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948212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latin typeface="Arial Narrow" panose="020B0606020202030204" pitchFamily="34" charset="0"/>
              </a:rPr>
              <a:t>packages.list</a:t>
            </a:r>
            <a:r>
              <a:rPr lang="en-GB" dirty="0">
                <a:latin typeface="Arial Narrow" panose="020B0606020202030204" pitchFamily="34" charset="0"/>
              </a:rPr>
              <a:t> </a:t>
            </a:r>
            <a:r>
              <a:rPr lang="en-GB" dirty="0"/>
              <a:t>maps package names to UID and data-path information.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UID is the Linux user ID assigned to the app sandbox; do not confuse UID with Android user/profile ID.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</a:t>
            </a:r>
            <a:r>
              <a:rPr lang="en-GB" dirty="0">
                <a:solidFill>
                  <a:srgbClr val="C00000"/>
                </a:solidFill>
              </a:rPr>
              <a:t>UID</a:t>
            </a:r>
            <a:r>
              <a:rPr lang="en-GB" dirty="0"/>
              <a:t> isolates apps from each other and protects apps and the system from malicious apps. 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658F78-CB0D-4C25-974C-461721BCF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88" y="4277903"/>
            <a:ext cx="11865368" cy="188230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38135ED-CBEE-45C8-89BE-B91AEB934F10}"/>
              </a:ext>
            </a:extLst>
          </p:cNvPr>
          <p:cNvSpPr txBox="1"/>
          <p:nvPr/>
        </p:nvSpPr>
        <p:spPr>
          <a:xfrm>
            <a:off x="83488" y="3897775"/>
            <a:ext cx="6102504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Only list </a:t>
            </a:r>
            <a:r>
              <a:rPr lang="en-GB" i="1" dirty="0">
                <a:solidFill>
                  <a:srgbClr val="FF0000"/>
                </a:solidFill>
              </a:rPr>
              <a:t>.gm </a:t>
            </a:r>
            <a:r>
              <a:rPr lang="en-GB" dirty="0"/>
              <a:t>packages (Gmail and </a:t>
            </a:r>
            <a:r>
              <a:rPr lang="en-GB" dirty="0" err="1"/>
              <a:t>gms</a:t>
            </a:r>
            <a:r>
              <a:rPr lang="en-GB" dirty="0"/>
              <a:t>) in </a:t>
            </a:r>
            <a:r>
              <a:rPr lang="en-US" i="1" dirty="0">
                <a:solidFill>
                  <a:srgbClr val="7030A0"/>
                </a:solidFill>
              </a:rPr>
              <a:t>system/</a:t>
            </a:r>
            <a:r>
              <a:rPr lang="en-US" i="1" dirty="0" err="1">
                <a:solidFill>
                  <a:srgbClr val="C00000"/>
                </a:solidFill>
              </a:rPr>
              <a:t>packages.list</a:t>
            </a:r>
            <a:r>
              <a:rPr lang="en-US" i="1" dirty="0">
                <a:solidFill>
                  <a:srgbClr val="C00000"/>
                </a:solidFill>
              </a:rPr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144121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020BC-BB92-4B15-90E9-024C022E7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 Narrow" panose="020B0606020202030204" pitchFamily="34" charset="0"/>
              </a:rPr>
              <a:t>packages.xml</a:t>
            </a:r>
            <a:r>
              <a:rPr lang="en-US" dirty="0"/>
              <a:t>: Installed-App Metadata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8C72D-932D-4AF8-A983-6FB3C11E7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packages.xml stores </a:t>
            </a:r>
            <a:r>
              <a:rPr lang="en-US" dirty="0" err="1"/>
              <a:t>PackageManager</a:t>
            </a:r>
            <a:r>
              <a:rPr lang="en-US" dirty="0"/>
              <a:t> state, such as</a:t>
            </a:r>
          </a:p>
          <a:p>
            <a:pPr lvl="1"/>
            <a:r>
              <a:rPr lang="en-US" dirty="0"/>
              <a:t>code path</a:t>
            </a:r>
          </a:p>
          <a:p>
            <a:pPr lvl="1"/>
            <a:r>
              <a:rPr lang="en-US" dirty="0"/>
              <a:t>library path</a:t>
            </a:r>
          </a:p>
          <a:p>
            <a:pPr lvl="1"/>
            <a:r>
              <a:rPr lang="en-US" dirty="0"/>
              <a:t>installation and update timestamp</a:t>
            </a:r>
          </a:p>
          <a:p>
            <a:pPr lvl="1"/>
            <a:r>
              <a:rPr lang="en-US" dirty="0"/>
              <a:t>installer</a:t>
            </a:r>
          </a:p>
          <a:p>
            <a:r>
              <a:rPr lang="en-GB" sz="2800" dirty="0"/>
              <a:t>Used by the </a:t>
            </a:r>
            <a:r>
              <a:rPr lang="en-GB" dirty="0" err="1"/>
              <a:t>PackageManager</a:t>
            </a:r>
            <a:endParaRPr lang="en-GB" dirty="0"/>
          </a:p>
          <a:p>
            <a:pPr lvl="1"/>
            <a:r>
              <a:rPr lang="en-US" dirty="0"/>
              <a:t>backup &amp; restore, analytics, app management, system integrity</a:t>
            </a:r>
          </a:p>
        </p:txBody>
      </p:sp>
    </p:spTree>
    <p:extLst>
      <p:ext uri="{BB962C8B-B14F-4D97-AF65-F5344CB8AC3E}">
        <p14:creationId xmlns:p14="http://schemas.microsoft.com/office/powerpoint/2010/main" val="38975500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D0ABA1B-66C8-465D-896B-A599189C4F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114" y="1690688"/>
            <a:ext cx="9075629" cy="511156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571029E-4D04-7594-5A74-B9529739EB78}"/>
              </a:ext>
            </a:extLst>
          </p:cNvPr>
          <p:cNvSpPr txBox="1"/>
          <p:nvPr/>
        </p:nvSpPr>
        <p:spPr>
          <a:xfrm>
            <a:off x="10163657" y="1690688"/>
            <a:ext cx="1552926" cy="73866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400" dirty="0"/>
              <a:t>it: initial download</a:t>
            </a:r>
          </a:p>
          <a:p>
            <a:r>
              <a:rPr lang="en-US" sz="1400" dirty="0"/>
              <a:t>ft: first installation</a:t>
            </a:r>
          </a:p>
          <a:p>
            <a:r>
              <a:rPr lang="en-US" sz="1400" dirty="0"/>
              <a:t>up: update time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711C830-6556-C08D-1A13-E0F136DB5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latin typeface="Arial Narrow" panose="020B0606020202030204" pitchFamily="34" charset="0"/>
              </a:rPr>
              <a:t>packages.xml </a:t>
            </a:r>
            <a:r>
              <a:rPr lang="en-GB" dirty="0"/>
              <a:t>Example: Gmail and GMS Records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40446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9847436-6FEA-4DCF-BC65-126D8EA415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6120349"/>
              </p:ext>
            </p:extLst>
          </p:nvPr>
        </p:nvGraphicFramePr>
        <p:xfrm>
          <a:off x="898101" y="822033"/>
          <a:ext cx="10715347" cy="4983156"/>
        </p:xfrm>
        <a:graphic>
          <a:graphicData uri="http://schemas.openxmlformats.org/drawingml/2006/table">
            <a:tbl>
              <a:tblPr>
                <a:tableStyleId>{BDBED569-4797-4DF1-A0F4-6AAB3CD982D8}</a:tableStyleId>
              </a:tblPr>
              <a:tblGrid>
                <a:gridCol w="404216">
                  <a:extLst>
                    <a:ext uri="{9D8B030D-6E8A-4147-A177-3AD203B41FA5}">
                      <a16:colId xmlns:a16="http://schemas.microsoft.com/office/drawing/2014/main" val="2828715893"/>
                    </a:ext>
                  </a:extLst>
                </a:gridCol>
                <a:gridCol w="1843314">
                  <a:extLst>
                    <a:ext uri="{9D8B030D-6E8A-4147-A177-3AD203B41FA5}">
                      <a16:colId xmlns:a16="http://schemas.microsoft.com/office/drawing/2014/main" val="2143617499"/>
                    </a:ext>
                  </a:extLst>
                </a:gridCol>
                <a:gridCol w="8467817">
                  <a:extLst>
                    <a:ext uri="{9D8B030D-6E8A-4147-A177-3AD203B41FA5}">
                      <a16:colId xmlns:a16="http://schemas.microsoft.com/office/drawing/2014/main" val="1385150008"/>
                    </a:ext>
                  </a:extLst>
                </a:gridCol>
              </a:tblGrid>
              <a:tr h="118159">
                <a:tc>
                  <a:txBody>
                    <a:bodyPr/>
                    <a:lstStyle/>
                    <a:p>
                      <a:endParaRPr lang="en-US" sz="1800" b="1" kern="1200" dirty="0">
                        <a:solidFill>
                          <a:schemeClr val="tx1"/>
                        </a:solidFill>
                        <a:effectLst/>
                        <a:latin typeface="Cambira"/>
                        <a:ea typeface="+mn-ea"/>
                        <a:cs typeface="+mn-cs"/>
                      </a:endParaRPr>
                    </a:p>
                  </a:txBody>
                  <a:tcPr marL="25687" marR="25687" marT="12843" marB="12843" anchor="ctr"/>
                </a:tc>
                <a:tc>
                  <a:txBody>
                    <a:bodyPr/>
                    <a:lstStyle/>
                    <a:p>
                      <a:r>
                        <a:rPr lang="en-US" sz="1800" b="1" kern="1200">
                          <a:solidFill>
                            <a:schemeClr val="tx1"/>
                          </a:solidFill>
                          <a:effectLst/>
                        </a:rPr>
                        <a:t>Attribute Name</a:t>
                      </a:r>
                      <a:endParaRPr lang="en-US" sz="1800" b="1" kern="1200">
                        <a:solidFill>
                          <a:schemeClr val="tx1"/>
                        </a:solidFill>
                        <a:effectLst/>
                        <a:latin typeface="Cambira"/>
                        <a:ea typeface="+mn-ea"/>
                        <a:cs typeface="+mn-cs"/>
                      </a:endParaRPr>
                    </a:p>
                  </a:txBody>
                  <a:tcPr marL="25687" marR="25687" marT="12843" marB="12843" anchor="ctr"/>
                </a:tc>
                <a:tc>
                  <a:txBody>
                    <a:bodyPr/>
                    <a:lstStyle/>
                    <a:p>
                      <a:r>
                        <a:rPr lang="en-US" sz="1800" b="1" kern="1200" dirty="0">
                          <a:solidFill>
                            <a:schemeClr val="tx1"/>
                          </a:solidFill>
                          <a:effectLst/>
                        </a:rPr>
                        <a:t>Description</a:t>
                      </a:r>
                      <a:endParaRPr lang="en-US" sz="1800" b="1" kern="1200" dirty="0">
                        <a:solidFill>
                          <a:schemeClr val="tx1"/>
                        </a:solidFill>
                        <a:effectLst/>
                        <a:latin typeface="Cambira"/>
                        <a:ea typeface="+mn-ea"/>
                        <a:cs typeface="+mn-cs"/>
                      </a:endParaRPr>
                    </a:p>
                  </a:txBody>
                  <a:tcPr marL="25687" marR="25687" marT="12843" marB="12843" anchor="ctr"/>
                </a:tc>
                <a:extLst>
                  <a:ext uri="{0D108BD9-81ED-4DB2-BD59-A6C34878D82A}">
                    <a16:rowId xmlns:a16="http://schemas.microsoft.com/office/drawing/2014/main" val="2242624785"/>
                  </a:ext>
                </a:extLst>
              </a:tr>
              <a:tr h="118159">
                <a:tc>
                  <a:txBody>
                    <a:bodyPr/>
                    <a:lstStyle/>
                    <a:p>
                      <a:r>
                        <a:rPr lang="en-US" sz="1800" b="0" kern="1200">
                          <a:solidFill>
                            <a:schemeClr val="tx1"/>
                          </a:solidFill>
                          <a:effectLst/>
                        </a:rPr>
                        <a:t>1</a:t>
                      </a:r>
                      <a:endParaRPr lang="en-US" sz="1800" b="0" kern="1200">
                        <a:solidFill>
                          <a:schemeClr val="tx1"/>
                        </a:solidFill>
                        <a:effectLst/>
                        <a:latin typeface="Cambira"/>
                        <a:ea typeface="+mn-ea"/>
                        <a:cs typeface="+mn-cs"/>
                      </a:endParaRPr>
                    </a:p>
                  </a:txBody>
                  <a:tcPr marL="25687" marR="25687" marT="12843" marB="12843" anchor="ctr"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</a:rPr>
                        <a:t>name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Cambira"/>
                        <a:ea typeface="+mn-ea"/>
                        <a:cs typeface="+mn-cs"/>
                      </a:endParaRPr>
                    </a:p>
                  </a:txBody>
                  <a:tcPr marL="25687" marR="25687" marT="12843" marB="12843" anchor="ctr"/>
                </a:tc>
                <a:tc>
                  <a:txBody>
                    <a:bodyPr/>
                    <a:lstStyle/>
                    <a:p>
                      <a:r>
                        <a:rPr lang="en-US" sz="1800" b="0" kern="1200" dirty="0">
                          <a:solidFill>
                            <a:schemeClr val="tx1"/>
                          </a:solidFill>
                          <a:effectLst/>
                        </a:rPr>
                        <a:t>package name</a:t>
                      </a:r>
                      <a:endParaRPr lang="en-US" sz="1800" b="0" kern="1200" dirty="0">
                        <a:solidFill>
                          <a:schemeClr val="tx1"/>
                        </a:solidFill>
                        <a:effectLst/>
                        <a:latin typeface="Cambira"/>
                        <a:ea typeface="+mn-ea"/>
                        <a:cs typeface="+mn-cs"/>
                      </a:endParaRPr>
                    </a:p>
                  </a:txBody>
                  <a:tcPr marL="25687" marR="25687" marT="12843" marB="12843" anchor="ctr"/>
                </a:tc>
                <a:extLst>
                  <a:ext uri="{0D108BD9-81ED-4DB2-BD59-A6C34878D82A}">
                    <a16:rowId xmlns:a16="http://schemas.microsoft.com/office/drawing/2014/main" val="2674868954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</a:rPr>
                        <a:t>2</a:t>
                      </a:r>
                      <a:endParaRPr lang="en-US" sz="1800" b="0">
                        <a:effectLst/>
                        <a:latin typeface="Cambira"/>
                      </a:endParaRPr>
                    </a:p>
                  </a:txBody>
                  <a:tcPr marL="25687" marR="25687" marT="12843" marB="12843" anchor="ctr"/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</a:rPr>
                        <a:t>codePath</a:t>
                      </a:r>
                      <a:endParaRPr lang="en-US" sz="1800" b="0">
                        <a:effectLst/>
                        <a:latin typeface="Cambira"/>
                      </a:endParaRPr>
                    </a:p>
                  </a:txBody>
                  <a:tcPr marL="25687" marR="25687" marT="12843" marB="12843" anchor="ctr"/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effectLst/>
                        </a:rPr>
                        <a:t>APK file installation location (/system/app/ or /data/app/)</a:t>
                      </a:r>
                      <a:endParaRPr lang="en-GB" sz="1800" b="0" dirty="0">
                        <a:effectLst/>
                        <a:latin typeface="Cambira"/>
                      </a:endParaRPr>
                    </a:p>
                  </a:txBody>
                  <a:tcPr marL="25687" marR="25687" marT="12843" marB="12843" anchor="ctr"/>
                </a:tc>
                <a:extLst>
                  <a:ext uri="{0D108BD9-81ED-4DB2-BD59-A6C34878D82A}">
                    <a16:rowId xmlns:a16="http://schemas.microsoft.com/office/drawing/2014/main" val="1202485481"/>
                  </a:ext>
                </a:extLst>
              </a:tr>
              <a:tr h="395576"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</a:rPr>
                        <a:t>3</a:t>
                      </a:r>
                      <a:endParaRPr lang="en-US" sz="1800" b="0">
                        <a:effectLst/>
                        <a:latin typeface="Cambira"/>
                      </a:endParaRPr>
                    </a:p>
                  </a:txBody>
                  <a:tcPr marL="25687" marR="25687" marT="12843" marB="12843" anchor="ctr"/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</a:rPr>
                        <a:t>nativeLibraryPath</a:t>
                      </a:r>
                      <a:endParaRPr lang="en-US" sz="1800" b="0">
                        <a:effectLst/>
                        <a:latin typeface="Cambira"/>
                      </a:endParaRPr>
                    </a:p>
                  </a:txBody>
                  <a:tcPr marL="25687" marR="25687" marT="12843" marB="12843" anchor="ctr"/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effectLst/>
                        </a:rPr>
                        <a:t>native library (*.so file) default path is /data/data/&lt;package name&gt;/lib/</a:t>
                      </a:r>
                      <a:endParaRPr lang="en-GB" sz="1800" b="0" dirty="0">
                        <a:effectLst/>
                        <a:latin typeface="Cambira"/>
                      </a:endParaRPr>
                    </a:p>
                  </a:txBody>
                  <a:tcPr marL="25687" marR="25687" marT="12843" marB="12843" anchor="ctr"/>
                </a:tc>
                <a:extLst>
                  <a:ext uri="{0D108BD9-81ED-4DB2-BD59-A6C34878D82A}">
                    <a16:rowId xmlns:a16="http://schemas.microsoft.com/office/drawing/2014/main" val="2007476344"/>
                  </a:ext>
                </a:extLst>
              </a:tr>
              <a:tr h="580521"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</a:rPr>
                        <a:t>4</a:t>
                      </a:r>
                      <a:endParaRPr lang="en-US" sz="1800" b="0">
                        <a:effectLst/>
                        <a:latin typeface="Cambira"/>
                      </a:endParaRPr>
                    </a:p>
                  </a:txBody>
                  <a:tcPr marL="25687" marR="25687" marT="12843" marB="12843"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</a:rPr>
                        <a:t>flag</a:t>
                      </a:r>
                      <a:endParaRPr lang="en-US" sz="1800" b="0" dirty="0">
                        <a:effectLst/>
                        <a:latin typeface="Cambira"/>
                      </a:endParaRPr>
                    </a:p>
                  </a:txBody>
                  <a:tcPr marL="25687" marR="25687" marT="12843" marB="12843" anchor="ctr"/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</a:rPr>
                        <a:t>Store ApplicationInfo Flags [http://developer.android.com/reference/android/content/pm/ApplicationInfo.html]</a:t>
                      </a:r>
                      <a:endParaRPr lang="en-US" sz="1800" b="0">
                        <a:effectLst/>
                        <a:latin typeface="Cambira"/>
                      </a:endParaRPr>
                    </a:p>
                  </a:txBody>
                  <a:tcPr marL="25687" marR="25687" marT="12843" marB="12843" anchor="ctr"/>
                </a:tc>
                <a:extLst>
                  <a:ext uri="{0D108BD9-81ED-4DB2-BD59-A6C34878D82A}">
                    <a16:rowId xmlns:a16="http://schemas.microsoft.com/office/drawing/2014/main" val="2990429564"/>
                  </a:ext>
                </a:extLst>
              </a:tr>
              <a:tr h="210631"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</a:rPr>
                        <a:t>5</a:t>
                      </a:r>
                      <a:endParaRPr lang="en-US" sz="1800" b="0">
                        <a:effectLst/>
                        <a:latin typeface="Cambira"/>
                      </a:endParaRPr>
                    </a:p>
                  </a:txBody>
                  <a:tcPr marL="25687" marR="25687" marT="12843" marB="12843"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</a:rPr>
                        <a:t>ft</a:t>
                      </a:r>
                      <a:endParaRPr lang="en-US" sz="1800" b="0" dirty="0">
                        <a:effectLst/>
                        <a:latin typeface="Cambira"/>
                      </a:endParaRPr>
                    </a:p>
                  </a:txBody>
                  <a:tcPr marL="25687" marR="25687" marT="12843" marB="12843"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</a:rPr>
                        <a:t>timestamp in hex format of </a:t>
                      </a:r>
                      <a:r>
                        <a:rPr lang="en-GB" sz="1800" b="0" dirty="0">
                          <a:effectLst/>
                        </a:rPr>
                        <a:t>first time installation (</a:t>
                      </a:r>
                      <a:r>
                        <a:rPr lang="en-US" sz="1800" b="0" i="0" kern="1200" dirty="0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milliseconds Unix epoch time)</a:t>
                      </a:r>
                      <a:endParaRPr lang="en-US" sz="1800" b="0" dirty="0">
                        <a:effectLst/>
                        <a:latin typeface="Cambira"/>
                      </a:endParaRPr>
                    </a:p>
                  </a:txBody>
                  <a:tcPr marL="25687" marR="25687" marT="12843" marB="12843" anchor="ctr"/>
                </a:tc>
                <a:extLst>
                  <a:ext uri="{0D108BD9-81ED-4DB2-BD59-A6C34878D82A}">
                    <a16:rowId xmlns:a16="http://schemas.microsoft.com/office/drawing/2014/main" val="2871131398"/>
                  </a:ext>
                </a:extLst>
              </a:tr>
              <a:tr h="303104"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</a:rPr>
                        <a:t>6</a:t>
                      </a:r>
                      <a:endParaRPr lang="en-US" sz="1800" b="0">
                        <a:effectLst/>
                        <a:latin typeface="Cambira"/>
                      </a:endParaRPr>
                    </a:p>
                  </a:txBody>
                  <a:tcPr marL="25687" marR="25687" marT="12843" marB="12843" anchor="ctr"/>
                </a:tc>
                <a:tc>
                  <a:txBody>
                    <a:bodyPr/>
                    <a:lstStyle/>
                    <a:p>
                      <a:r>
                        <a:rPr lang="en-US" sz="1800" b="0" dirty="0">
                          <a:effectLst/>
                        </a:rPr>
                        <a:t>it</a:t>
                      </a:r>
                      <a:endParaRPr lang="en-US" sz="1800" b="0" dirty="0">
                        <a:effectLst/>
                        <a:latin typeface="Cambira"/>
                      </a:endParaRPr>
                    </a:p>
                  </a:txBody>
                  <a:tcPr marL="25687" marR="25687" marT="12843" marB="12843" anchor="ctr"/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effectLst/>
                        </a:rPr>
                        <a:t>timestamp in hex format of initial download? (online notes are conflict with ft)</a:t>
                      </a:r>
                      <a:endParaRPr lang="en-GB" sz="1800" b="0" dirty="0">
                        <a:effectLst/>
                        <a:latin typeface="Cambira"/>
                      </a:endParaRPr>
                    </a:p>
                  </a:txBody>
                  <a:tcPr marL="25687" marR="25687" marT="12843" marB="12843" anchor="ctr"/>
                </a:tc>
                <a:extLst>
                  <a:ext uri="{0D108BD9-81ED-4DB2-BD59-A6C34878D82A}">
                    <a16:rowId xmlns:a16="http://schemas.microsoft.com/office/drawing/2014/main" val="1807765860"/>
                  </a:ext>
                </a:extLst>
              </a:tr>
              <a:tr h="210631"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</a:rPr>
                        <a:t>7</a:t>
                      </a:r>
                      <a:endParaRPr lang="en-US" sz="1800" b="0">
                        <a:effectLst/>
                        <a:latin typeface="Cambira"/>
                      </a:endParaRPr>
                    </a:p>
                  </a:txBody>
                  <a:tcPr marL="25687" marR="25687" marT="12843" marB="12843" anchor="ctr"/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</a:rPr>
                        <a:t>ut</a:t>
                      </a:r>
                      <a:endParaRPr lang="en-US" sz="1800" b="0">
                        <a:effectLst/>
                        <a:latin typeface="Cambira"/>
                      </a:endParaRPr>
                    </a:p>
                  </a:txBody>
                  <a:tcPr marL="25687" marR="25687" marT="12843" marB="12843" anchor="ctr"/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effectLst/>
                        </a:rPr>
                        <a:t>timestamp in hex format of last update</a:t>
                      </a:r>
                      <a:endParaRPr lang="en-GB" sz="1800" b="0" dirty="0">
                        <a:effectLst/>
                        <a:latin typeface="Cambira"/>
                      </a:endParaRPr>
                    </a:p>
                  </a:txBody>
                  <a:tcPr marL="25687" marR="25687" marT="12843" marB="12843" anchor="ctr"/>
                </a:tc>
                <a:extLst>
                  <a:ext uri="{0D108BD9-81ED-4DB2-BD59-A6C34878D82A}">
                    <a16:rowId xmlns:a16="http://schemas.microsoft.com/office/drawing/2014/main" val="4146142619"/>
                  </a:ext>
                </a:extLst>
              </a:tr>
              <a:tr h="765466"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</a:rPr>
                        <a:t>8</a:t>
                      </a:r>
                      <a:endParaRPr lang="en-US" sz="1800" b="0">
                        <a:effectLst/>
                        <a:latin typeface="Cambira"/>
                      </a:endParaRPr>
                    </a:p>
                  </a:txBody>
                  <a:tcPr marL="25687" marR="25687" marT="12843" marB="12843" anchor="ctr"/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</a:rPr>
                        <a:t>version</a:t>
                      </a:r>
                      <a:endParaRPr lang="en-US" sz="1800" b="0">
                        <a:effectLst/>
                        <a:latin typeface="Cambira"/>
                      </a:endParaRPr>
                    </a:p>
                  </a:txBody>
                  <a:tcPr marL="25687" marR="25687" marT="12843" marB="12843" anchor="ctr"/>
                </a:tc>
                <a:tc>
                  <a:txBody>
                    <a:bodyPr/>
                    <a:lstStyle/>
                    <a:p>
                      <a:r>
                        <a:rPr lang="fr-FR" sz="1800" b="0" dirty="0">
                          <a:effectLst/>
                        </a:rPr>
                        <a:t>Version Code </a:t>
                      </a:r>
                      <a:r>
                        <a:rPr lang="fr-FR" sz="1800" b="0" dirty="0" err="1">
                          <a:effectLst/>
                        </a:rPr>
                        <a:t>from</a:t>
                      </a:r>
                      <a:r>
                        <a:rPr lang="fr-FR" sz="1800" b="0" dirty="0">
                          <a:effectLst/>
                        </a:rPr>
                        <a:t> AndroidManifest.xml file [http://developer.android.com/guide/topics/manifest/manifest-element.html#vcode]</a:t>
                      </a:r>
                      <a:endParaRPr lang="fr-FR" sz="1800" b="0" dirty="0">
                        <a:effectLst/>
                        <a:latin typeface="Cambira"/>
                      </a:endParaRPr>
                    </a:p>
                  </a:txBody>
                  <a:tcPr marL="25687" marR="25687" marT="12843" marB="12843" anchor="ctr"/>
                </a:tc>
                <a:extLst>
                  <a:ext uri="{0D108BD9-81ED-4DB2-BD59-A6C34878D82A}">
                    <a16:rowId xmlns:a16="http://schemas.microsoft.com/office/drawing/2014/main" val="3868367599"/>
                  </a:ext>
                </a:extLst>
              </a:tr>
              <a:tr h="1042883"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</a:rPr>
                        <a:t>9</a:t>
                      </a:r>
                      <a:endParaRPr lang="en-US" sz="1800" b="0">
                        <a:effectLst/>
                        <a:latin typeface="Cambira"/>
                      </a:endParaRPr>
                    </a:p>
                  </a:txBody>
                  <a:tcPr marL="25687" marR="25687" marT="12843" marB="12843" anchor="ctr"/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</a:rPr>
                        <a:t>sharedUserId</a:t>
                      </a:r>
                      <a:endParaRPr lang="en-US" sz="1800" b="0">
                        <a:effectLst/>
                        <a:latin typeface="Cambira"/>
                      </a:endParaRPr>
                    </a:p>
                  </a:txBody>
                  <a:tcPr marL="25687" marR="25687" marT="12843" marB="12843" anchor="ctr"/>
                </a:tc>
                <a:tc>
                  <a:txBody>
                    <a:bodyPr/>
                    <a:lstStyle/>
                    <a:p>
                      <a:r>
                        <a:rPr lang="en-GB" sz="1800" b="0">
                          <a:effectLst/>
                        </a:rPr>
                        <a:t>The name of Linux user ID that will be shared with other applications, It is same parameter which we define in AndroidManifest.xml [http://developer.android.com/guide/topics/manifest/manifest-element.html#uid]</a:t>
                      </a:r>
                      <a:endParaRPr lang="en-GB" sz="1800" b="0">
                        <a:effectLst/>
                        <a:latin typeface="Cambira"/>
                      </a:endParaRPr>
                    </a:p>
                  </a:txBody>
                  <a:tcPr marL="25687" marR="25687" marT="12843" marB="12843" anchor="ctr"/>
                </a:tc>
                <a:extLst>
                  <a:ext uri="{0D108BD9-81ED-4DB2-BD59-A6C34878D82A}">
                    <a16:rowId xmlns:a16="http://schemas.microsoft.com/office/drawing/2014/main" val="2719530241"/>
                  </a:ext>
                </a:extLst>
              </a:tr>
              <a:tr h="210631"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</a:rPr>
                        <a:t>10</a:t>
                      </a:r>
                      <a:endParaRPr lang="en-US" sz="1800" b="0">
                        <a:effectLst/>
                        <a:latin typeface="Cambira"/>
                      </a:endParaRPr>
                    </a:p>
                  </a:txBody>
                  <a:tcPr marL="25687" marR="25687" marT="12843" marB="12843" anchor="ctr"/>
                </a:tc>
                <a:tc>
                  <a:txBody>
                    <a:bodyPr/>
                    <a:lstStyle/>
                    <a:p>
                      <a:r>
                        <a:rPr lang="en-US" sz="1800" b="0">
                          <a:effectLst/>
                        </a:rPr>
                        <a:t>userId</a:t>
                      </a:r>
                      <a:endParaRPr lang="en-US" sz="1800" b="0">
                        <a:effectLst/>
                        <a:latin typeface="Cambira"/>
                      </a:endParaRPr>
                    </a:p>
                  </a:txBody>
                  <a:tcPr marL="25687" marR="25687" marT="12843" marB="12843" anchor="ctr"/>
                </a:tc>
                <a:tc>
                  <a:txBody>
                    <a:bodyPr/>
                    <a:lstStyle/>
                    <a:p>
                      <a:r>
                        <a:rPr lang="en-GB" sz="1800" b="0" dirty="0">
                          <a:effectLst/>
                        </a:rPr>
                        <a:t>The name of a Linux user ID (</a:t>
                      </a:r>
                      <a:r>
                        <a:rPr lang="en-GB" sz="1800" b="0" dirty="0">
                          <a:solidFill>
                            <a:srgbClr val="FF0000"/>
                          </a:solidFill>
                          <a:effectLst/>
                        </a:rPr>
                        <a:t>important to find the owner of apps</a:t>
                      </a:r>
                      <a:r>
                        <a:rPr lang="en-GB" sz="1800" b="0" dirty="0">
                          <a:effectLst/>
                        </a:rPr>
                        <a:t>)</a:t>
                      </a:r>
                      <a:endParaRPr lang="en-GB" sz="1800" b="0" dirty="0">
                        <a:effectLst/>
                        <a:latin typeface="Cambira"/>
                      </a:endParaRPr>
                    </a:p>
                  </a:txBody>
                  <a:tcPr marL="25687" marR="25687" marT="12843" marB="12843" anchor="ctr"/>
                </a:tc>
                <a:extLst>
                  <a:ext uri="{0D108BD9-81ED-4DB2-BD59-A6C34878D82A}">
                    <a16:rowId xmlns:a16="http://schemas.microsoft.com/office/drawing/2014/main" val="11881245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1259562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A40607C6-8B35-4AAC-AF2E-A988409716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7063373"/>
              </p:ext>
            </p:extLst>
          </p:nvPr>
        </p:nvGraphicFramePr>
        <p:xfrm>
          <a:off x="838202" y="4131492"/>
          <a:ext cx="9387116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59985">
                  <a:extLst>
                    <a:ext uri="{9D8B030D-6E8A-4147-A177-3AD203B41FA5}">
                      <a16:colId xmlns:a16="http://schemas.microsoft.com/office/drawing/2014/main" val="2239842943"/>
                    </a:ext>
                  </a:extLst>
                </a:gridCol>
                <a:gridCol w="1704560">
                  <a:extLst>
                    <a:ext uri="{9D8B030D-6E8A-4147-A177-3AD203B41FA5}">
                      <a16:colId xmlns:a16="http://schemas.microsoft.com/office/drawing/2014/main" val="522035675"/>
                    </a:ext>
                  </a:extLst>
                </a:gridCol>
                <a:gridCol w="1901371">
                  <a:extLst>
                    <a:ext uri="{9D8B030D-6E8A-4147-A177-3AD203B41FA5}">
                      <a16:colId xmlns:a16="http://schemas.microsoft.com/office/drawing/2014/main" val="1072085496"/>
                    </a:ext>
                  </a:extLst>
                </a:gridCol>
                <a:gridCol w="4521200">
                  <a:extLst>
                    <a:ext uri="{9D8B030D-6E8A-4147-A177-3AD203B41FA5}">
                      <a16:colId xmlns:a16="http://schemas.microsoft.com/office/drawing/2014/main" val="2683826893"/>
                    </a:ext>
                  </a:extLst>
                </a:gridCol>
              </a:tblGrid>
              <a:tr h="292388">
                <a:tc>
                  <a:txBody>
                    <a:bodyPr/>
                    <a:lstStyle/>
                    <a:p>
                      <a:r>
                        <a:rPr lang="en-GB" dirty="0"/>
                        <a:t>Type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Hex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Integer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Epoch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088579"/>
                  </a:ext>
                </a:extLst>
              </a:tr>
              <a:tr h="336712">
                <a:tc>
                  <a:txBody>
                    <a:bodyPr/>
                    <a:lstStyle/>
                    <a:p>
                      <a:r>
                        <a:rPr lang="en-GB" dirty="0"/>
                        <a:t>ft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16ff237b230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1580316734000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Wednesday, January 29, 2020 4:52:14 PM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4587917"/>
                  </a:ext>
                </a:extLst>
              </a:tr>
              <a:tr h="292388">
                <a:tc>
                  <a:txBody>
                    <a:bodyPr/>
                    <a:lstStyle/>
                    <a:p>
                      <a:r>
                        <a:rPr lang="en-GB" dirty="0"/>
                        <a:t>it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11e8f7d4c00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1230768000000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Thursday, January 1, 2009 12:00:00 AM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0693336"/>
                  </a:ext>
                </a:extLst>
              </a:tr>
              <a:tr h="292388">
                <a:tc>
                  <a:txBody>
                    <a:bodyPr/>
                    <a:lstStyle/>
                    <a:p>
                      <a:r>
                        <a:rPr lang="en-GB" dirty="0" err="1"/>
                        <a:t>ut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16ff237b83e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1580316735550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Wednesday, January 29, 2020 4:52:15.550 PM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93098516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C6D1AABA-84C8-4ED5-92DB-0C58F2670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2" y="2704511"/>
            <a:ext cx="10247024" cy="11544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A04219A-9C35-460A-81AD-7B858EE50F5D}"/>
              </a:ext>
            </a:extLst>
          </p:cNvPr>
          <p:cNvSpPr txBox="1"/>
          <p:nvPr/>
        </p:nvSpPr>
        <p:spPr>
          <a:xfrm>
            <a:off x="838200" y="2358809"/>
            <a:ext cx="3190877" cy="375783"/>
          </a:xfrm>
          <a:prstGeom prst="rect">
            <a:avLst/>
          </a:prstGeom>
          <a:solidFill>
            <a:schemeClr val="accent4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Exam timestamps of </a:t>
            </a:r>
            <a:r>
              <a:rPr lang="en-GB" i="1" dirty="0">
                <a:solidFill>
                  <a:srgbClr val="C00000"/>
                </a:solidFill>
              </a:rPr>
              <a:t>.gm</a:t>
            </a:r>
            <a:endParaRPr lang="en-US" i="1" dirty="0">
              <a:solidFill>
                <a:srgbClr val="C0000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F78680-BB0D-E6CE-42BC-4789DEC98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Decode </a:t>
            </a:r>
            <a:r>
              <a:rPr lang="en-US" dirty="0" err="1"/>
              <a:t>PackageManager</a:t>
            </a:r>
            <a:r>
              <a:rPr lang="en-US" dirty="0"/>
              <a:t> Timestamps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E2EECC-7FC5-7E51-DD60-8C2B4973DFEF}"/>
              </a:ext>
            </a:extLst>
          </p:cNvPr>
          <p:cNvSpPr txBox="1"/>
          <p:nvPr/>
        </p:nvSpPr>
        <p:spPr>
          <a:xfrm>
            <a:off x="838200" y="1562164"/>
            <a:ext cx="98559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Convert hex millisecond timestamps to UTC and document both raw and decoded values.</a:t>
            </a:r>
          </a:p>
        </p:txBody>
      </p:sp>
    </p:spTree>
    <p:extLst>
      <p:ext uri="{BB962C8B-B14F-4D97-AF65-F5344CB8AC3E}">
        <p14:creationId xmlns:p14="http://schemas.microsoft.com/office/powerpoint/2010/main" val="15819805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4A38F-2728-6081-C2B3-30B82CE51F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2 Summary: App Metadata</a:t>
            </a:r>
          </a:p>
        </p:txBody>
      </p:sp>
      <p:sp>
        <p:nvSpPr>
          <p:cNvPr id="4" name="Rounded Rectangle 5">
            <a:extLst>
              <a:ext uri="{FF2B5EF4-FFF2-40B4-BE49-F238E27FC236}">
                <a16:creationId xmlns:a16="http://schemas.microsoft.com/office/drawing/2014/main" id="{9144F254-E067-EC37-5BF4-D96B4A296C48}"/>
              </a:ext>
            </a:extLst>
          </p:cNvPr>
          <p:cNvSpPr/>
          <p:nvPr/>
        </p:nvSpPr>
        <p:spPr>
          <a:xfrm>
            <a:off x="838200" y="1690688"/>
            <a:ext cx="2834640" cy="502920"/>
          </a:xfrm>
          <a:prstGeom prst="roundRect">
            <a:avLst/>
          </a:prstGeom>
          <a:solidFill>
            <a:srgbClr val="008E96"/>
          </a:solidFill>
          <a:ln>
            <a:solidFill>
              <a:srgbClr val="008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Package name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B5B00E-B9AF-F618-54B2-9E6F1165686E}"/>
              </a:ext>
            </a:extLst>
          </p:cNvPr>
          <p:cNvSpPr txBox="1"/>
          <p:nvPr/>
        </p:nvSpPr>
        <p:spPr>
          <a:xfrm>
            <a:off x="3901439" y="1736408"/>
            <a:ext cx="7680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 i="0">
                <a:solidFill>
                  <a:srgbClr val="122B48"/>
                </a:solidFill>
                <a:latin typeface="Aptos"/>
              </a:rPr>
              <a:t>Primary identifier, e.g., com.google.android.gms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8120756-BD19-8416-5A90-C67CADDE9739}"/>
              </a:ext>
            </a:extLst>
          </p:cNvPr>
          <p:cNvSpPr/>
          <p:nvPr/>
        </p:nvSpPr>
        <p:spPr>
          <a:xfrm>
            <a:off x="838200" y="2467928"/>
            <a:ext cx="2834640" cy="502920"/>
          </a:xfrm>
          <a:prstGeom prst="roundRect">
            <a:avLst/>
          </a:prstGeom>
          <a:solidFill>
            <a:srgbClr val="008E96"/>
          </a:solidFill>
          <a:ln>
            <a:solidFill>
              <a:srgbClr val="008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UID / data path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4AFD18-745A-62BE-C6FB-23F8D4743398}"/>
              </a:ext>
            </a:extLst>
          </p:cNvPr>
          <p:cNvSpPr txBox="1"/>
          <p:nvPr/>
        </p:nvSpPr>
        <p:spPr>
          <a:xfrm>
            <a:off x="3901439" y="2513647"/>
            <a:ext cx="7680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 i="0">
                <a:solidFill>
                  <a:srgbClr val="122B48"/>
                </a:solidFill>
                <a:latin typeface="Aptos"/>
              </a:rPr>
              <a:t>Sandbox owner and storage location</a:t>
            </a:r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394E1E95-7295-99CB-CC3A-F504CC642A72}"/>
              </a:ext>
            </a:extLst>
          </p:cNvPr>
          <p:cNvSpPr/>
          <p:nvPr/>
        </p:nvSpPr>
        <p:spPr>
          <a:xfrm>
            <a:off x="838200" y="3245168"/>
            <a:ext cx="2834640" cy="502920"/>
          </a:xfrm>
          <a:prstGeom prst="roundRect">
            <a:avLst/>
          </a:prstGeom>
          <a:solidFill>
            <a:srgbClr val="008E96"/>
          </a:solidFill>
          <a:ln>
            <a:solidFill>
              <a:srgbClr val="008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Installer / version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DBDCCD5-D280-E52D-B870-F31C4064B3E1}"/>
              </a:ext>
            </a:extLst>
          </p:cNvPr>
          <p:cNvSpPr txBox="1"/>
          <p:nvPr/>
        </p:nvSpPr>
        <p:spPr>
          <a:xfrm>
            <a:off x="3901439" y="3290888"/>
            <a:ext cx="7680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 i="0">
                <a:solidFill>
                  <a:srgbClr val="122B48"/>
                </a:solidFill>
                <a:latin typeface="Aptos"/>
              </a:rPr>
              <a:t>Source and app build context</a:t>
            </a:r>
          </a:p>
        </p:txBody>
      </p:sp>
      <p:sp>
        <p:nvSpPr>
          <p:cNvPr id="16" name="Rounded Rectangle 11">
            <a:extLst>
              <a:ext uri="{FF2B5EF4-FFF2-40B4-BE49-F238E27FC236}">
                <a16:creationId xmlns:a16="http://schemas.microsoft.com/office/drawing/2014/main" id="{1639C912-8CDA-F469-8C5F-6D312D5AE57F}"/>
              </a:ext>
            </a:extLst>
          </p:cNvPr>
          <p:cNvSpPr/>
          <p:nvPr/>
        </p:nvSpPr>
        <p:spPr>
          <a:xfrm>
            <a:off x="838200" y="4022407"/>
            <a:ext cx="2834640" cy="502920"/>
          </a:xfrm>
          <a:prstGeom prst="roundRect">
            <a:avLst/>
          </a:prstGeom>
          <a:solidFill>
            <a:srgbClr val="008E96"/>
          </a:solidFill>
          <a:ln>
            <a:solidFill>
              <a:srgbClr val="008E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ft / it / ut timestamps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82E2823-E2E1-2420-DA1F-4C808F4D1028}"/>
              </a:ext>
            </a:extLst>
          </p:cNvPr>
          <p:cNvSpPr txBox="1"/>
          <p:nvPr/>
        </p:nvSpPr>
        <p:spPr>
          <a:xfrm>
            <a:off x="3901439" y="4068127"/>
            <a:ext cx="7680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 i="0">
                <a:solidFill>
                  <a:srgbClr val="122B48"/>
                </a:solidFill>
                <a:latin typeface="Aptos"/>
              </a:rPr>
              <a:t>Raw package-manager times; decode and validate</a:t>
            </a:r>
          </a:p>
        </p:txBody>
      </p:sp>
      <p:sp>
        <p:nvSpPr>
          <p:cNvPr id="20" name="Rounded Rectangle 13">
            <a:extLst>
              <a:ext uri="{FF2B5EF4-FFF2-40B4-BE49-F238E27FC236}">
                <a16:creationId xmlns:a16="http://schemas.microsoft.com/office/drawing/2014/main" id="{83254E19-B0FA-CAA7-D491-788274794B53}"/>
              </a:ext>
            </a:extLst>
          </p:cNvPr>
          <p:cNvSpPr/>
          <p:nvPr/>
        </p:nvSpPr>
        <p:spPr>
          <a:xfrm>
            <a:off x="838200" y="5010831"/>
            <a:ext cx="10698480" cy="566928"/>
          </a:xfrm>
          <a:prstGeom prst="roundRect">
            <a:avLst/>
          </a:prstGeom>
          <a:solidFill>
            <a:srgbClr val="EDF4FF"/>
          </a:solidFill>
          <a:ln>
            <a:solidFill>
              <a:srgbClr val="9E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l"/>
            <a:r>
              <a:rPr sz="1420" b="1">
                <a:solidFill>
                  <a:srgbClr val="122B48"/>
                </a:solidFill>
                <a:latin typeface="Aptos"/>
              </a:rPr>
              <a:t>Report both raw values and decoded times; avoid unsupported certainty.</a:t>
            </a:r>
          </a:p>
        </p:txBody>
      </p:sp>
    </p:spTree>
    <p:extLst>
      <p:ext uri="{BB962C8B-B14F-4D97-AF65-F5344CB8AC3E}">
        <p14:creationId xmlns:p14="http://schemas.microsoft.com/office/powerpoint/2010/main" val="160575305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B10CA6E-4BCB-4C29-A9F2-42B56B1BC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3: Reconstruct App Usage 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890C3AE-A335-4757-84D6-33366537E0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rgbClr val="566377"/>
                </a:solidFill>
                <a:latin typeface="Aptos"/>
              </a:rPr>
              <a:t>Question: When and how did apps move through foreground/background and activity states?</a:t>
            </a:r>
          </a:p>
          <a:p>
            <a:endParaRPr lang="en-US" i="1" dirty="0">
              <a:solidFill>
                <a:srgbClr val="7030A0"/>
              </a:solidFill>
            </a:endParaRPr>
          </a:p>
        </p:txBody>
      </p:sp>
      <p:sp>
        <p:nvSpPr>
          <p:cNvPr id="3" name="Rounded Rectangle 6">
            <a:extLst>
              <a:ext uri="{FF2B5EF4-FFF2-40B4-BE49-F238E27FC236}">
                <a16:creationId xmlns:a16="http://schemas.microsoft.com/office/drawing/2014/main" id="{E720AD05-E1FB-9E00-73D9-61B24FDF056D}"/>
              </a:ext>
            </a:extLst>
          </p:cNvPr>
          <p:cNvSpPr/>
          <p:nvPr/>
        </p:nvSpPr>
        <p:spPr>
          <a:xfrm>
            <a:off x="844550" y="5560400"/>
            <a:ext cx="8595360" cy="457200"/>
          </a:xfrm>
          <a:prstGeom prst="roundRect">
            <a:avLst/>
          </a:prstGeom>
          <a:solidFill>
            <a:srgbClr val="F5F7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l"/>
            <a:r>
              <a:rPr sz="1450" b="1">
                <a:solidFill>
                  <a:srgbClr val="122B48"/>
                </a:solidFill>
                <a:latin typeface="Aptos"/>
              </a:rPr>
              <a:t>Sources: package-usage.list • /data/system/usagestats/&lt;userID&gt;/</a:t>
            </a:r>
          </a:p>
        </p:txBody>
      </p:sp>
    </p:spTree>
    <p:extLst>
      <p:ext uri="{BB962C8B-B14F-4D97-AF65-F5344CB8AC3E}">
        <p14:creationId xmlns:p14="http://schemas.microsoft.com/office/powerpoint/2010/main" val="336842408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B84FFEE-AE51-4D54-B639-5FDA3BA8D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Usage Analysis Questions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5AE550C-A4E7-41E2-AFF9-64AD1D2CFC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22689"/>
            <a:ext cx="10515600" cy="3754274"/>
          </a:xfrm>
        </p:spPr>
        <p:txBody>
          <a:bodyPr/>
          <a:lstStyle/>
          <a:p>
            <a:r>
              <a:rPr lang="en-GB" dirty="0"/>
              <a:t>Last time a package was used</a:t>
            </a:r>
          </a:p>
          <a:p>
            <a:r>
              <a:rPr lang="en-GB" dirty="0"/>
              <a:t>Foreground/background and activity events</a:t>
            </a:r>
          </a:p>
          <a:p>
            <a:r>
              <a:rPr lang="en-GB" dirty="0"/>
              <a:t>User </a:t>
            </a:r>
            <a:r>
              <a:rPr lang="en-GB" dirty="0" err="1"/>
              <a:t>behavior</a:t>
            </a:r>
            <a:r>
              <a:rPr lang="en-GB" dirty="0"/>
              <a:t> inferred from </a:t>
            </a:r>
            <a:r>
              <a:rPr lang="en-GB" dirty="0" err="1"/>
              <a:t>UsageStats</a:t>
            </a:r>
            <a:endParaRPr lang="en-GB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5B36E3-FD8A-ACC8-CA62-C8B9C5659B8C}"/>
              </a:ext>
            </a:extLst>
          </p:cNvPr>
          <p:cNvSpPr txBox="1"/>
          <p:nvPr/>
        </p:nvSpPr>
        <p:spPr>
          <a:xfrm>
            <a:off x="838200" y="1613250"/>
            <a:ext cx="10241280" cy="80943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b="0" i="0" dirty="0">
                <a:solidFill>
                  <a:srgbClr val="566377"/>
                </a:solidFill>
                <a:latin typeface="Aptos"/>
              </a:rPr>
              <a:t>Use usage artifacts to answer last-used time, foreground/background transitions, and </a:t>
            </a:r>
            <a:r>
              <a:rPr sz="2000" b="0" i="0" dirty="0">
                <a:solidFill>
                  <a:srgbClr val="566377"/>
                </a:solidFill>
                <a:latin typeface="Aptos"/>
              </a:rPr>
              <a:t>activity-level</a:t>
            </a:r>
            <a:r>
              <a:rPr b="0" i="0" dirty="0">
                <a:solidFill>
                  <a:srgbClr val="566377"/>
                </a:solidFill>
                <a:latin typeface="Aptos"/>
              </a:rPr>
              <a:t> behavior.</a:t>
            </a:r>
          </a:p>
        </p:txBody>
      </p:sp>
    </p:spTree>
    <p:extLst>
      <p:ext uri="{BB962C8B-B14F-4D97-AF65-F5344CB8AC3E}">
        <p14:creationId xmlns:p14="http://schemas.microsoft.com/office/powerpoint/2010/main" val="361062136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545A6-EE14-4B79-81E7-BD8CCC551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 Narrow" panose="020B0606020202030204" pitchFamily="34" charset="0"/>
              </a:rPr>
              <a:t>package-</a:t>
            </a:r>
            <a:r>
              <a:rPr lang="en-GB" dirty="0" err="1">
                <a:latin typeface="Arial Narrow" panose="020B0606020202030204" pitchFamily="34" charset="0"/>
              </a:rPr>
              <a:t>usage.list</a:t>
            </a:r>
            <a:r>
              <a:rPr lang="en-GB" dirty="0"/>
              <a:t>: Last Usage Indicators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5C7459-0470-44F4-989E-106FA3526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8485"/>
            <a:ext cx="10515600" cy="54965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GB" dirty="0"/>
              <a:t>This source gives compact usage indicators; verify field meanings for the Android version/build.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907777-A67C-45D3-B042-17BCC19EC6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918" y="3186001"/>
            <a:ext cx="11126164" cy="9602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5CA829C-7CA7-4F2E-8E1C-E5BCD018CCF8}"/>
              </a:ext>
            </a:extLst>
          </p:cNvPr>
          <p:cNvSpPr txBox="1"/>
          <p:nvPr/>
        </p:nvSpPr>
        <p:spPr>
          <a:xfrm>
            <a:off x="4467678" y="4366212"/>
            <a:ext cx="325664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rgbClr val="000000"/>
                </a:solidFill>
                <a:latin typeface="open sans"/>
              </a:rPr>
              <a:t>Saturday, February 1, 2020 1:07:29.465 AM</a:t>
            </a:r>
          </a:p>
          <a:p>
            <a:r>
              <a:rPr lang="en-GB" sz="1200" dirty="0">
                <a:solidFill>
                  <a:srgbClr val="000000"/>
                </a:solidFill>
                <a:latin typeface="open sans"/>
              </a:rPr>
              <a:t>Saturday, February 1, 2020 2:19:40.618 AM</a:t>
            </a:r>
          </a:p>
          <a:p>
            <a:r>
              <a:rPr lang="en-GB" sz="1200" b="0" i="0" dirty="0">
                <a:solidFill>
                  <a:srgbClr val="000000"/>
                </a:solidFill>
                <a:effectLst/>
                <a:latin typeface="open sans"/>
              </a:rPr>
              <a:t>Friday, January 31, 2020 7:08:52.035 PM</a:t>
            </a:r>
          </a:p>
          <a:p>
            <a:r>
              <a:rPr lang="en-GB" sz="1200" dirty="0">
                <a:solidFill>
                  <a:srgbClr val="000000"/>
                </a:solidFill>
                <a:latin typeface="open sans"/>
              </a:rPr>
              <a:t>Saturday, February 1, 2020 2:19:40.614 AM</a:t>
            </a:r>
          </a:p>
          <a:p>
            <a:r>
              <a:rPr lang="en-GB" sz="1200" dirty="0">
                <a:solidFill>
                  <a:srgbClr val="000000"/>
                </a:solidFill>
                <a:latin typeface="open sans"/>
              </a:rPr>
              <a:t>Saturday, February 1, 2020 2:19:34.402 AM</a:t>
            </a:r>
            <a:endParaRPr lang="en-US" sz="1200" dirty="0">
              <a:solidFill>
                <a:srgbClr val="000000"/>
              </a:solidFill>
              <a:latin typeface="open sans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0E250C0-0345-4F3F-A93A-DA9C1B6944E0}"/>
              </a:ext>
            </a:extLst>
          </p:cNvPr>
          <p:cNvCxnSpPr>
            <a:cxnSpLocks/>
          </p:cNvCxnSpPr>
          <p:nvPr/>
        </p:nvCxnSpPr>
        <p:spPr>
          <a:xfrm flipH="1" flipV="1">
            <a:off x="3593618" y="3853453"/>
            <a:ext cx="874060" cy="6386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C016524-134E-4C4A-BE40-482B249A4800}"/>
              </a:ext>
            </a:extLst>
          </p:cNvPr>
          <p:cNvCxnSpPr/>
          <p:nvPr/>
        </p:nvCxnSpPr>
        <p:spPr>
          <a:xfrm flipV="1">
            <a:off x="7476190" y="3853453"/>
            <a:ext cx="1349828" cy="13570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23B3857-AA7C-4ADA-A693-B245B0C57526}"/>
              </a:ext>
            </a:extLst>
          </p:cNvPr>
          <p:cNvSpPr txBox="1"/>
          <p:nvPr/>
        </p:nvSpPr>
        <p:spPr>
          <a:xfrm>
            <a:off x="7991605" y="4649876"/>
            <a:ext cx="30855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the last 8 execution timestamps? need to verify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150959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03A56-B6EF-4CE5-ABC6-3775A917FB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Usage </a:t>
            </a:r>
            <a:r>
              <a:rPr lang="en-US" dirty="0">
                <a:solidFill>
                  <a:srgbClr val="FF0000"/>
                </a:solidFill>
              </a:rPr>
              <a:t>events</a:t>
            </a:r>
            <a:r>
              <a:rPr lang="en-US" dirty="0"/>
              <a:t> in </a:t>
            </a:r>
            <a:r>
              <a:rPr lang="en-US" dirty="0">
                <a:solidFill>
                  <a:schemeClr val="accent2"/>
                </a:solidFill>
              </a:rPr>
              <a:t>system/</a:t>
            </a:r>
            <a:r>
              <a:rPr lang="en-GB" dirty="0" err="1">
                <a:solidFill>
                  <a:schemeClr val="accent2"/>
                </a:solidFill>
              </a:rPr>
              <a:t>usagestats</a:t>
            </a:r>
            <a:endParaRPr lang="en-US" dirty="0"/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95CD8F3B-4C69-4B18-8117-F872819405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18861547"/>
              </p:ext>
            </p:extLst>
          </p:nvPr>
        </p:nvGraphicFramePr>
        <p:xfrm>
          <a:off x="729712" y="1569903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364363E7-1FC6-4DB2-9105-4912C4C92D65}"/>
              </a:ext>
            </a:extLst>
          </p:cNvPr>
          <p:cNvSpPr txBox="1"/>
          <p:nvPr/>
        </p:nvSpPr>
        <p:spPr>
          <a:xfrm>
            <a:off x="838200" y="5898734"/>
            <a:ext cx="9016014" cy="3385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sz="1600" dirty="0"/>
              <a:t>https://developer.android.com/reference/android/app/usage/UsageEvents.Event#SCREEN_INTERACTIVE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64D1E6F-5227-0541-B021-F0C50ECB0E85}"/>
              </a:ext>
            </a:extLst>
          </p:cNvPr>
          <p:cNvSpPr txBox="1"/>
          <p:nvPr/>
        </p:nvSpPr>
        <p:spPr>
          <a:xfrm>
            <a:off x="729711" y="1508771"/>
            <a:ext cx="10515599" cy="470858"/>
          </a:xfrm>
          <a:prstGeom prst="rect">
            <a:avLst/>
          </a:prstGeom>
          <a:noFill/>
        </p:spPr>
        <p:txBody>
          <a:bodyPr wrap="square">
            <a:normAutofit fontScale="92500"/>
          </a:bodyPr>
          <a:lstStyle/>
          <a:p>
            <a:r>
              <a:rPr lang="en-US" b="0" i="0" dirty="0">
                <a:solidFill>
                  <a:srgbClr val="566377"/>
                </a:solidFill>
                <a:latin typeface="Aptos"/>
              </a:rPr>
              <a:t>Usage Events</a:t>
            </a:r>
            <a:r>
              <a:rPr b="0" i="0" dirty="0">
                <a:solidFill>
                  <a:srgbClr val="566377"/>
                </a:solidFill>
                <a:latin typeface="Aptos"/>
              </a:rPr>
              <a:t> include screen/keyguard, foreground/background, activity, interaction, and configuration events.</a:t>
            </a:r>
          </a:p>
        </p:txBody>
      </p:sp>
    </p:spTree>
    <p:extLst>
      <p:ext uri="{BB962C8B-B14F-4D97-AF65-F5344CB8AC3E}">
        <p14:creationId xmlns:p14="http://schemas.microsoft.com/office/powerpoint/2010/main" val="249187328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6B8B44F2-9841-1CAA-6964-E08392CF96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0915" y="4386713"/>
            <a:ext cx="3132014" cy="15102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0D0E05F-0DD3-478C-A879-0319E31A4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Android Activity and Usage 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9BD67-2B86-4334-AC74-821043D564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79038" cy="4769575"/>
          </a:xfrm>
        </p:spPr>
        <p:txBody>
          <a:bodyPr>
            <a:normAutofit/>
          </a:bodyPr>
          <a:lstStyle/>
          <a:p>
            <a:r>
              <a:rPr lang="en-GB" dirty="0"/>
              <a:t>An Activity = one focused UI task</a:t>
            </a:r>
          </a:p>
          <a:p>
            <a:r>
              <a:rPr lang="en-GB" dirty="0"/>
              <a:t>Activities are presented to the user as </a:t>
            </a:r>
          </a:p>
          <a:p>
            <a:pPr lvl="1"/>
            <a:r>
              <a:rPr lang="en-GB" dirty="0"/>
              <a:t>full-screen windows, </a:t>
            </a:r>
          </a:p>
          <a:p>
            <a:pPr lvl="1"/>
            <a:r>
              <a:rPr lang="en-GB" dirty="0"/>
              <a:t>floating windows</a:t>
            </a:r>
          </a:p>
          <a:p>
            <a:pPr lvl="1"/>
            <a:r>
              <a:rPr lang="en-GB" dirty="0"/>
              <a:t>Multi-Window mode</a:t>
            </a:r>
          </a:p>
          <a:p>
            <a:r>
              <a:rPr lang="en-GB" dirty="0"/>
              <a:t>Activities generate events and save event info in </a:t>
            </a:r>
            <a:r>
              <a:rPr lang="en-GB" dirty="0">
                <a:solidFill>
                  <a:schemeClr val="accent2"/>
                </a:solidFill>
              </a:rPr>
              <a:t>system/</a:t>
            </a:r>
            <a:r>
              <a:rPr lang="en-GB" dirty="0" err="1">
                <a:solidFill>
                  <a:schemeClr val="accent2"/>
                </a:solidFill>
              </a:rPr>
              <a:t>usagestats</a:t>
            </a:r>
            <a:endParaRPr lang="en-GB" dirty="0">
              <a:solidFill>
                <a:schemeClr val="accent2"/>
              </a:solidFill>
            </a:endParaRP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AA9E5A-3831-4C26-97CB-08D830C3A5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0915" y="1665557"/>
            <a:ext cx="1299969" cy="2350449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27BBA50-CA33-4203-9355-5DEF2DA88402}"/>
              </a:ext>
            </a:extLst>
          </p:cNvPr>
          <p:cNvCxnSpPr>
            <a:cxnSpLocks/>
          </p:cNvCxnSpPr>
          <p:nvPr/>
        </p:nvCxnSpPr>
        <p:spPr>
          <a:xfrm>
            <a:off x="4681572" y="2840782"/>
            <a:ext cx="270623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59ADBDE-BD6E-4CF4-B8B3-D240B8CAEA18}"/>
              </a:ext>
            </a:extLst>
          </p:cNvPr>
          <p:cNvCxnSpPr>
            <a:cxnSpLocks/>
          </p:cNvCxnSpPr>
          <p:nvPr/>
        </p:nvCxnSpPr>
        <p:spPr>
          <a:xfrm>
            <a:off x="4131093" y="3754765"/>
            <a:ext cx="3256711" cy="109061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63A42F6-1439-4618-8DD3-232D7ED10E41}"/>
              </a:ext>
            </a:extLst>
          </p:cNvPr>
          <p:cNvCxnSpPr>
            <a:cxnSpLocks/>
          </p:cNvCxnSpPr>
          <p:nvPr/>
        </p:nvCxnSpPr>
        <p:spPr>
          <a:xfrm flipV="1">
            <a:off x="4053526" y="3346515"/>
            <a:ext cx="3477389" cy="824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818404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0E05F-0DD3-478C-A879-0319E31A4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Activity Lifecycle Diagram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43B9E-A822-F241-8A86-C3056FBED9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29569" cy="4351338"/>
          </a:xfrm>
        </p:spPr>
        <p:txBody>
          <a:bodyPr>
            <a:normAutofit fontScale="92500" lnSpcReduction="10000"/>
          </a:bodyPr>
          <a:lstStyle/>
          <a:p>
            <a:r>
              <a:rPr lang="en-GB" dirty="0"/>
              <a:t>An Android Activity Lifecycle Diagram is a flowchart</a:t>
            </a:r>
          </a:p>
          <a:p>
            <a:pPr lvl="1"/>
            <a:r>
              <a:rPr lang="en-GB" dirty="0"/>
              <a:t>It maps the states a single app screen (an Activity) moves through from creation to destruction, along with the callback methods triggered at each transition.</a:t>
            </a:r>
          </a:p>
          <a:p>
            <a:r>
              <a:rPr lang="en-GB" dirty="0"/>
              <a:t>When users launch, background, or close an app, the Android system navigates through these states to manage system resources and memory efficiently.</a:t>
            </a:r>
            <a:endParaRPr lang="en-US" dirty="0"/>
          </a:p>
        </p:txBody>
      </p:sp>
      <p:pic>
        <p:nvPicPr>
          <p:cNvPr id="5122" name="Picture 2" descr="State diagram for an Android Activity Lifecycle.">
            <a:extLst>
              <a:ext uri="{FF2B5EF4-FFF2-40B4-BE49-F238E27FC236}">
                <a16:creationId xmlns:a16="http://schemas.microsoft.com/office/drawing/2014/main" id="{1AF7D1EF-06C7-4AF8-914A-09F6E0926B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03374" y="492573"/>
            <a:ext cx="4933205" cy="63654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3241506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0757-4AB2-C8BC-1A2B-E4949A5BD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Lifecycle Callbacks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27B9ED-6A64-A852-0928-708383F9AC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b="1" dirty="0" err="1"/>
              <a:t>onCreate</a:t>
            </a:r>
            <a:r>
              <a:rPr lang="en-US" b="1" dirty="0"/>
              <a:t>()</a:t>
            </a:r>
            <a:r>
              <a:rPr lang="en-US" dirty="0"/>
              <a:t>: Screen created; set up UI and layouts (</a:t>
            </a:r>
            <a:r>
              <a:rPr lang="en-US" dirty="0" err="1"/>
              <a:t>setContentView</a:t>
            </a:r>
            <a:r>
              <a:rPr lang="en-US" dirty="0"/>
              <a:t>).</a:t>
            </a:r>
          </a:p>
          <a:p>
            <a:pPr lvl="0"/>
            <a:r>
              <a:rPr lang="en-US" b="1" dirty="0" err="1"/>
              <a:t>onStart</a:t>
            </a:r>
            <a:r>
              <a:rPr lang="en-US" b="1" dirty="0"/>
              <a:t>()</a:t>
            </a:r>
            <a:r>
              <a:rPr lang="en-US" dirty="0"/>
              <a:t>: Screen becomes visible to the user.</a:t>
            </a:r>
          </a:p>
          <a:p>
            <a:pPr lvl="0"/>
            <a:r>
              <a:rPr lang="en-US" b="1" dirty="0" err="1"/>
              <a:t>onResume</a:t>
            </a:r>
            <a:r>
              <a:rPr lang="en-US" b="1" dirty="0"/>
              <a:t>()</a:t>
            </a:r>
            <a:r>
              <a:rPr lang="en-US" dirty="0"/>
              <a:t>: Screen enters foreground and becomes interactive.</a:t>
            </a:r>
          </a:p>
          <a:p>
            <a:pPr lvl="0"/>
            <a:r>
              <a:rPr lang="en-US" b="1" dirty="0" err="1"/>
              <a:t>onPause</a:t>
            </a:r>
            <a:r>
              <a:rPr lang="en-US" b="1" dirty="0"/>
              <a:t>()</a:t>
            </a:r>
            <a:r>
              <a:rPr lang="en-US" dirty="0"/>
              <a:t>: Screen partially obscured (dialogs/calls); pause heavy tasks.</a:t>
            </a:r>
          </a:p>
          <a:p>
            <a:pPr lvl="0"/>
            <a:r>
              <a:rPr lang="en-US" b="1" dirty="0" err="1"/>
              <a:t>onStop</a:t>
            </a:r>
            <a:r>
              <a:rPr lang="en-US" b="1" dirty="0"/>
              <a:t>()</a:t>
            </a:r>
            <a:r>
              <a:rPr lang="en-US" dirty="0"/>
              <a:t>: Screen completely hidden (user navigated away).</a:t>
            </a:r>
          </a:p>
          <a:p>
            <a:pPr lvl="0"/>
            <a:r>
              <a:rPr lang="en-US" b="1" dirty="0" err="1"/>
              <a:t>onDestroy</a:t>
            </a:r>
            <a:r>
              <a:rPr lang="en-US" b="1" dirty="0"/>
              <a:t>()</a:t>
            </a:r>
            <a:r>
              <a:rPr lang="en-US" dirty="0"/>
              <a:t>: Screen destroyed and cleared from memory.</a:t>
            </a:r>
          </a:p>
          <a:p>
            <a:pPr lvl="0"/>
            <a:r>
              <a:rPr lang="en-US" b="1" dirty="0" err="1"/>
              <a:t>onRestart</a:t>
            </a:r>
            <a:r>
              <a:rPr lang="en-US" b="1" dirty="0"/>
              <a:t>()</a:t>
            </a:r>
            <a:r>
              <a:rPr lang="en-US" dirty="0"/>
              <a:t>: Stopped screen brought back; runs right before </a:t>
            </a:r>
            <a:r>
              <a:rPr lang="en-US" dirty="0" err="1"/>
              <a:t>onStart</a:t>
            </a:r>
            <a:r>
              <a:rPr lang="en-US" dirty="0"/>
              <a:t>().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08464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6303694-8444-A72A-BDCF-88BA160998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8681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2CBBF31-36C7-4380-BA31-5D07314DC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699" y="2164340"/>
            <a:ext cx="4961050" cy="349026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D6C52C-9135-4963-BF46-E5198BE5F2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6159" y="1807886"/>
            <a:ext cx="4884843" cy="480863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DB8A783-FD73-41C7-B250-CBD94526D5D1}"/>
              </a:ext>
            </a:extLst>
          </p:cNvPr>
          <p:cNvSpPr txBox="1"/>
          <p:nvPr/>
        </p:nvSpPr>
        <p:spPr>
          <a:xfrm>
            <a:off x="986699" y="1795008"/>
            <a:ext cx="3272627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Show </a:t>
            </a:r>
            <a:r>
              <a:rPr lang="en-GB" i="1" dirty="0" err="1">
                <a:solidFill>
                  <a:srgbClr val="C00000"/>
                </a:solidFill>
              </a:rPr>
              <a:t>usagestats</a:t>
            </a:r>
            <a:r>
              <a:rPr lang="en-GB" dirty="0"/>
              <a:t> folder structure</a:t>
            </a:r>
            <a:endParaRPr lang="en-US" i="1" dirty="0">
              <a:solidFill>
                <a:srgbClr val="C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09F9AC-4788-40DF-98B0-F14E92275C5E}"/>
              </a:ext>
            </a:extLst>
          </p:cNvPr>
          <p:cNvSpPr txBox="1"/>
          <p:nvPr/>
        </p:nvSpPr>
        <p:spPr>
          <a:xfrm>
            <a:off x="8746672" y="2681902"/>
            <a:ext cx="2564329" cy="212365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endParaRPr lang="en-GB" sz="1100" dirty="0">
              <a:solidFill>
                <a:srgbClr val="000000"/>
              </a:solidFill>
              <a:latin typeface="open sans"/>
            </a:endParaRPr>
          </a:p>
          <a:p>
            <a:endParaRPr lang="en-GB" sz="1100" dirty="0">
              <a:solidFill>
                <a:srgbClr val="000000"/>
              </a:solidFill>
              <a:latin typeface="open sans"/>
            </a:endParaRPr>
          </a:p>
          <a:p>
            <a:endParaRPr lang="en-GB" sz="1100" dirty="0">
              <a:solidFill>
                <a:srgbClr val="000000"/>
              </a:solidFill>
              <a:latin typeface="open sans"/>
            </a:endParaRPr>
          </a:p>
          <a:p>
            <a:endParaRPr lang="en-GB" sz="1100" b="0" i="0" dirty="0">
              <a:solidFill>
                <a:srgbClr val="000000"/>
              </a:solidFill>
              <a:effectLst/>
              <a:latin typeface="open sans"/>
            </a:endParaRPr>
          </a:p>
          <a:p>
            <a:endParaRPr lang="en-GB" sz="1100" dirty="0">
              <a:solidFill>
                <a:srgbClr val="000000"/>
              </a:solidFill>
              <a:latin typeface="open sans"/>
            </a:endParaRPr>
          </a:p>
          <a:p>
            <a:endParaRPr lang="en-GB" sz="1100" b="0" i="0" dirty="0">
              <a:solidFill>
                <a:srgbClr val="000000"/>
              </a:solidFill>
              <a:effectLst/>
              <a:latin typeface="open sans"/>
            </a:endParaRPr>
          </a:p>
          <a:p>
            <a:endParaRPr lang="en-GB" sz="1100" dirty="0">
              <a:solidFill>
                <a:srgbClr val="000000"/>
              </a:solidFill>
              <a:latin typeface="open sans"/>
            </a:endParaRPr>
          </a:p>
          <a:p>
            <a:endParaRPr lang="en-GB" sz="1100" b="0" i="0" dirty="0">
              <a:solidFill>
                <a:srgbClr val="000000"/>
              </a:solidFill>
              <a:effectLst/>
              <a:latin typeface="open sans"/>
            </a:endParaRPr>
          </a:p>
          <a:p>
            <a:endParaRPr lang="en-GB" sz="1100" dirty="0">
              <a:solidFill>
                <a:srgbClr val="000000"/>
              </a:solidFill>
              <a:latin typeface="open sans"/>
            </a:endParaRPr>
          </a:p>
          <a:p>
            <a:endParaRPr lang="en-GB" sz="1100" b="0" i="0" dirty="0">
              <a:solidFill>
                <a:srgbClr val="000000"/>
              </a:solidFill>
              <a:effectLst/>
              <a:latin typeface="open sans"/>
            </a:endParaRPr>
          </a:p>
          <a:p>
            <a:endParaRPr lang="en-GB" sz="1100" dirty="0">
              <a:solidFill>
                <a:srgbClr val="000000"/>
              </a:solidFill>
              <a:latin typeface="open sans"/>
            </a:endParaRPr>
          </a:p>
          <a:p>
            <a:r>
              <a:rPr lang="en-GB" sz="1100" b="0" i="0" dirty="0">
                <a:solidFill>
                  <a:srgbClr val="000000"/>
                </a:solidFill>
                <a:effectLst/>
                <a:latin typeface="open sans"/>
              </a:rPr>
              <a:t>Fri 14 Feb 2020 04:00:01 PM UTC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27B9DD2C-5694-49E6-A903-6E64847FBB7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6671" y="2768907"/>
            <a:ext cx="2564329" cy="33164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1CA8D27A-534E-4A66-A642-79D5152FB267}"/>
              </a:ext>
            </a:extLst>
          </p:cNvPr>
          <p:cNvSpPr txBox="1"/>
          <p:nvPr/>
        </p:nvSpPr>
        <p:spPr>
          <a:xfrm>
            <a:off x="3533614" y="3309306"/>
            <a:ext cx="2200759" cy="107721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600" dirty="0"/>
              <a:t>interval Type: system collects and aggregates the data over 4 different intervals</a:t>
            </a:r>
            <a:endParaRPr lang="en-US" sz="1600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41EC62F-B604-4A2F-9C15-E9D79BD1A711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2433234" y="3394119"/>
            <a:ext cx="1100380" cy="453796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4262A90-317E-4BA4-BBF5-B11156D7ED1C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2505014" y="3629671"/>
            <a:ext cx="1028600" cy="21824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8B76DF8-E212-46FB-8B39-84D43F74B7D5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2433234" y="3847915"/>
            <a:ext cx="1100380" cy="202439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3E0705C-5F2E-45CA-A9DC-5CA3FDC47D7B}"/>
              </a:ext>
            </a:extLst>
          </p:cNvPr>
          <p:cNvCxnSpPr>
            <a:cxnSpLocks/>
            <a:stCxn id="9" idx="1"/>
          </p:cNvCxnSpPr>
          <p:nvPr/>
        </p:nvCxnSpPr>
        <p:spPr>
          <a:xfrm flipH="1">
            <a:off x="2505014" y="3847915"/>
            <a:ext cx="1028600" cy="40487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FEBDA61F-30F8-400B-A3A5-8C9C538A698B}"/>
              </a:ext>
            </a:extLst>
          </p:cNvPr>
          <p:cNvSpPr txBox="1"/>
          <p:nvPr/>
        </p:nvSpPr>
        <p:spPr>
          <a:xfrm>
            <a:off x="986699" y="5661400"/>
            <a:ext cx="4961050" cy="83099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600" dirty="0"/>
              <a:t>Only can retrieve app usage data for up to</a:t>
            </a:r>
            <a:r>
              <a:rPr lang="en-GB" sz="1600" dirty="0">
                <a:solidFill>
                  <a:srgbClr val="C00000"/>
                </a:solidFill>
              </a:rPr>
              <a:t> 7 </a:t>
            </a:r>
            <a:r>
              <a:rPr lang="en-GB" sz="1600" dirty="0"/>
              <a:t>days for interval daily, up to </a:t>
            </a:r>
            <a:r>
              <a:rPr lang="en-GB" sz="1600" dirty="0">
                <a:solidFill>
                  <a:srgbClr val="C00000"/>
                </a:solidFill>
              </a:rPr>
              <a:t>4 </a:t>
            </a:r>
            <a:r>
              <a:rPr lang="en-GB" sz="1600" dirty="0"/>
              <a:t>weeks for interval weekly, up to </a:t>
            </a:r>
            <a:r>
              <a:rPr lang="en-GB" sz="1600" dirty="0">
                <a:solidFill>
                  <a:srgbClr val="C00000"/>
                </a:solidFill>
              </a:rPr>
              <a:t>6</a:t>
            </a:r>
            <a:r>
              <a:rPr lang="en-GB" sz="1600" dirty="0"/>
              <a:t> months for monthly and finally up to </a:t>
            </a:r>
            <a:r>
              <a:rPr lang="en-GB" sz="1600" dirty="0">
                <a:solidFill>
                  <a:srgbClr val="C00000"/>
                </a:solidFill>
              </a:rPr>
              <a:t>2</a:t>
            </a:r>
            <a:r>
              <a:rPr lang="en-GB" sz="1600" dirty="0"/>
              <a:t> years for yearly.</a:t>
            </a:r>
            <a:endParaRPr lang="en-US" sz="1600" dirty="0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BE362557-F9A6-4881-829F-54B7FDC76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600" dirty="0"/>
              <a:t>Read </a:t>
            </a:r>
            <a:r>
              <a:rPr lang="en-GB" sz="3600" dirty="0" err="1"/>
              <a:t>UsageStats</a:t>
            </a:r>
            <a:r>
              <a:rPr lang="en-GB" sz="3600" dirty="0"/>
              <a:t> Event Logs</a:t>
            </a:r>
          </a:p>
        </p:txBody>
      </p:sp>
    </p:spTree>
    <p:extLst>
      <p:ext uri="{BB962C8B-B14F-4D97-AF65-F5344CB8AC3E}">
        <p14:creationId xmlns:p14="http://schemas.microsoft.com/office/powerpoint/2010/main" val="31030082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55659C-00DA-4AC7-8D05-40B524B91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read activity event log files?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5BC3E0B-E065-49DA-8E46-E784BA68CA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Activity event logs are saved in </a:t>
            </a:r>
            <a:r>
              <a:rPr lang="en-US" i="1" dirty="0">
                <a:solidFill>
                  <a:srgbClr val="C00000"/>
                </a:solidFill>
              </a:rPr>
              <a:t>/</a:t>
            </a:r>
            <a:r>
              <a:rPr lang="en-US" i="1" dirty="0" err="1">
                <a:solidFill>
                  <a:srgbClr val="C00000"/>
                </a:solidFill>
              </a:rPr>
              <a:t>usagestats</a:t>
            </a:r>
            <a:r>
              <a:rPr lang="en-US" i="1" dirty="0">
                <a:solidFill>
                  <a:srgbClr val="C00000"/>
                </a:solidFill>
              </a:rPr>
              <a:t> </a:t>
            </a:r>
            <a:r>
              <a:rPr lang="en-US" dirty="0"/>
              <a:t>folder</a:t>
            </a:r>
          </a:p>
          <a:p>
            <a:pPr lvl="1"/>
            <a:r>
              <a:rPr lang="en-US" dirty="0"/>
              <a:t>in</a:t>
            </a:r>
            <a:r>
              <a:rPr lang="en-US" i="1" dirty="0">
                <a:solidFill>
                  <a:srgbClr val="C00000"/>
                </a:solidFill>
              </a:rPr>
              <a:t> Protocol Buffers </a:t>
            </a:r>
            <a:r>
              <a:rPr lang="en-US" dirty="0"/>
              <a:t>format</a:t>
            </a:r>
          </a:p>
          <a:p>
            <a:pPr lvl="2"/>
            <a:r>
              <a:rPr lang="en-GB" dirty="0"/>
              <a:t>Protocol buffers are for serializing structured data </a:t>
            </a:r>
          </a:p>
          <a:p>
            <a:pPr lvl="2"/>
            <a:r>
              <a:rPr lang="en-GB" dirty="0"/>
              <a:t>Google's language-neutral, platform-neutral, extensible mechanism</a:t>
            </a:r>
          </a:p>
          <a:p>
            <a:pPr lvl="2"/>
            <a:r>
              <a:rPr lang="en-GB" dirty="0"/>
              <a:t>like XML, but smaller, faster, and simpler. </a:t>
            </a:r>
          </a:p>
          <a:p>
            <a:r>
              <a:rPr lang="en-GB" dirty="0"/>
              <a:t>Parse information in </a:t>
            </a:r>
            <a:r>
              <a:rPr lang="en-US" i="1" dirty="0">
                <a:solidFill>
                  <a:srgbClr val="C00000"/>
                </a:solidFill>
              </a:rPr>
              <a:t>/</a:t>
            </a:r>
            <a:r>
              <a:rPr lang="en-US" i="1" dirty="0" err="1">
                <a:solidFill>
                  <a:srgbClr val="C00000"/>
                </a:solidFill>
              </a:rPr>
              <a:t>usagestats</a:t>
            </a:r>
            <a:r>
              <a:rPr lang="en-US" i="1" dirty="0">
                <a:solidFill>
                  <a:srgbClr val="C00000"/>
                </a:solidFill>
              </a:rPr>
              <a:t> </a:t>
            </a:r>
            <a:r>
              <a:rPr lang="en-US" dirty="0"/>
              <a:t>folder</a:t>
            </a:r>
            <a:endParaRPr lang="en-GB" dirty="0"/>
          </a:p>
          <a:p>
            <a:r>
              <a:rPr lang="en-US" dirty="0"/>
              <a:t>Analyze parsed results</a:t>
            </a:r>
          </a:p>
        </p:txBody>
      </p:sp>
    </p:spTree>
    <p:extLst>
      <p:ext uri="{BB962C8B-B14F-4D97-AF65-F5344CB8AC3E}">
        <p14:creationId xmlns:p14="http://schemas.microsoft.com/office/powerpoint/2010/main" val="62150299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D3B46-9F63-4499-8A98-92F92BCB8A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Protocol Buffers Format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D64E2B-B541-4A32-B9CC-6D4F4F0FEC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112" y="2302807"/>
            <a:ext cx="4978222" cy="1484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00ED66F9-A94A-44B5-9E1E-DC31335E5E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102" y="3950258"/>
            <a:ext cx="6406643" cy="26791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F0BD081-4740-4EEF-B7D5-34E51B0962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26251" y="2302807"/>
            <a:ext cx="4922668" cy="14849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EF5DAD4-BCF3-3CAE-4A3B-CCFB21D3C30F}"/>
              </a:ext>
            </a:extLst>
          </p:cNvPr>
          <p:cNvSpPr txBox="1"/>
          <p:nvPr/>
        </p:nvSpPr>
        <p:spPr>
          <a:xfrm>
            <a:off x="627111" y="1632425"/>
            <a:ext cx="982425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b="0" i="0" dirty="0">
                <a:solidFill>
                  <a:srgbClr val="566377"/>
                </a:solidFill>
                <a:latin typeface="Aptos"/>
              </a:rPr>
              <a:t>Protocol Buffers serialize structured data compactly; a parser is needed for analyst-friendly output.</a:t>
            </a:r>
          </a:p>
        </p:txBody>
      </p:sp>
    </p:spTree>
    <p:extLst>
      <p:ext uri="{BB962C8B-B14F-4D97-AF65-F5344CB8AC3E}">
        <p14:creationId xmlns:p14="http://schemas.microsoft.com/office/powerpoint/2010/main" val="11824468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3B2B3-BB21-4B08-81CE-DE4C783D2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Prepare tool and data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FD8820-C6DC-4288-9015-27D4C4CB5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025193"/>
            <a:ext cx="8070279" cy="17756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3A424D-1B3D-48A2-9E1A-3E178CF347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430141"/>
            <a:ext cx="8390347" cy="85351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1EF88A-74EC-411A-9462-CD9C2CB43DD6}"/>
              </a:ext>
            </a:extLst>
          </p:cNvPr>
          <p:cNvSpPr txBox="1"/>
          <p:nvPr/>
        </p:nvSpPr>
        <p:spPr>
          <a:xfrm>
            <a:off x="838200" y="1655861"/>
            <a:ext cx="3448573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Download </a:t>
            </a:r>
            <a:r>
              <a:rPr lang="en-GB" i="1" dirty="0" err="1">
                <a:solidFill>
                  <a:srgbClr val="C00000"/>
                </a:solidFill>
              </a:rPr>
              <a:t>usagestates</a:t>
            </a:r>
            <a:r>
              <a:rPr lang="en-GB" dirty="0"/>
              <a:t> parsing tool</a:t>
            </a:r>
            <a:endParaRPr lang="en-US" i="1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50585A-0377-4337-BF49-07A5F4ED10AF}"/>
              </a:ext>
            </a:extLst>
          </p:cNvPr>
          <p:cNvSpPr txBox="1"/>
          <p:nvPr/>
        </p:nvSpPr>
        <p:spPr>
          <a:xfrm>
            <a:off x="838199" y="4060809"/>
            <a:ext cx="6668749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Copy the whole </a:t>
            </a:r>
            <a:r>
              <a:rPr lang="en-GB" i="1" dirty="0" err="1">
                <a:solidFill>
                  <a:srgbClr val="C00000"/>
                </a:solidFill>
              </a:rPr>
              <a:t>usagestats</a:t>
            </a:r>
            <a:r>
              <a:rPr lang="en-GB" dirty="0"/>
              <a:t> folder to the tool folder (required by tool)</a:t>
            </a:r>
            <a:endParaRPr lang="en-US" i="1" dirty="0">
              <a:solidFill>
                <a:srgbClr val="C0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CD98DF-CE67-4A17-80BB-3AA927695EDC}"/>
              </a:ext>
            </a:extLst>
          </p:cNvPr>
          <p:cNvSpPr txBox="1"/>
          <p:nvPr/>
        </p:nvSpPr>
        <p:spPr>
          <a:xfrm>
            <a:off x="838199" y="5283655"/>
            <a:ext cx="3697515" cy="954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da-DK" sz="1400" dirty="0"/>
              <a:t> cp </a:t>
            </a:r>
            <a:r>
              <a:rPr lang="da-DK" sz="1400" i="1" dirty="0">
                <a:solidFill>
                  <a:srgbClr val="C00000"/>
                </a:solidFill>
              </a:rPr>
              <a:t>-avr  </a:t>
            </a:r>
            <a:r>
              <a:rPr lang="da-DK" sz="1400" dirty="0"/>
              <a:t>&lt;source_folder&gt; &lt;destination_folder&gt;</a:t>
            </a:r>
          </a:p>
          <a:p>
            <a:r>
              <a:rPr lang="da-DK" sz="1400" i="1" dirty="0">
                <a:solidFill>
                  <a:srgbClr val="C00000"/>
                </a:solidFill>
              </a:rPr>
              <a:t>-a</a:t>
            </a:r>
            <a:r>
              <a:rPr lang="da-DK" sz="1400" dirty="0"/>
              <a:t>: preserve all</a:t>
            </a:r>
          </a:p>
          <a:p>
            <a:r>
              <a:rPr lang="da-DK" sz="1400" i="1" dirty="0">
                <a:solidFill>
                  <a:srgbClr val="C00000"/>
                </a:solidFill>
              </a:rPr>
              <a:t>-r</a:t>
            </a:r>
            <a:r>
              <a:rPr lang="da-DK" sz="1400" dirty="0"/>
              <a:t>: copy directories recursively</a:t>
            </a:r>
          </a:p>
          <a:p>
            <a:r>
              <a:rPr lang="da-DK" sz="1400" i="1" dirty="0">
                <a:solidFill>
                  <a:srgbClr val="C00000"/>
                </a:solidFill>
              </a:rPr>
              <a:t>-v</a:t>
            </a:r>
            <a:r>
              <a:rPr lang="da-DK" sz="1400" dirty="0"/>
              <a:t>: </a:t>
            </a:r>
            <a:r>
              <a:rPr lang="en-GB" sz="1400" dirty="0"/>
              <a:t>explain what is being done</a:t>
            </a:r>
            <a:endParaRPr lang="en-US" sz="140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648465-5827-4F73-A364-07E02617C296}"/>
              </a:ext>
            </a:extLst>
          </p:cNvPr>
          <p:cNvSpPr txBox="1"/>
          <p:nvPr/>
        </p:nvSpPr>
        <p:spPr>
          <a:xfrm>
            <a:off x="8908479" y="2025193"/>
            <a:ext cx="2209632" cy="11695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400" dirty="0"/>
              <a:t>works with both old android (before 10) XML based </a:t>
            </a:r>
            <a:r>
              <a:rPr lang="en-GB" sz="1400" i="1" dirty="0" err="1">
                <a:solidFill>
                  <a:srgbClr val="C00000"/>
                </a:solidFill>
              </a:rPr>
              <a:t>usagestats</a:t>
            </a:r>
            <a:r>
              <a:rPr lang="en-GB" sz="1400" dirty="0"/>
              <a:t> as well as the newer (10+) Protocol buffer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414634991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D431C-3185-44A7-89CE-BB818998D0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Parse </a:t>
            </a:r>
            <a:r>
              <a:rPr lang="en-US" i="1" dirty="0" err="1">
                <a:solidFill>
                  <a:srgbClr val="C00000"/>
                </a:solidFill>
              </a:rPr>
              <a:t>usagestats</a:t>
            </a:r>
            <a:r>
              <a:rPr lang="en-US" i="1" dirty="0">
                <a:solidFill>
                  <a:srgbClr val="C00000"/>
                </a:solidFill>
              </a:rPr>
              <a:t> </a:t>
            </a:r>
            <a:r>
              <a:rPr lang="en-US" dirty="0"/>
              <a:t>into a SQLite Database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E55FC6-78CA-4F28-8CAB-4F0682226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025193"/>
            <a:ext cx="9602032" cy="249957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0753B66-878C-403D-8250-5D0A518A06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202139"/>
            <a:ext cx="5951736" cy="6706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1C96102-D954-4DD4-A14F-5A296930E014}"/>
              </a:ext>
            </a:extLst>
          </p:cNvPr>
          <p:cNvSpPr txBox="1"/>
          <p:nvPr/>
        </p:nvSpPr>
        <p:spPr>
          <a:xfrm>
            <a:off x="838200" y="1655861"/>
            <a:ext cx="4581447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parsing and results are saved in </a:t>
            </a:r>
            <a:r>
              <a:rPr lang="en-GB" i="1" dirty="0" err="1">
                <a:solidFill>
                  <a:srgbClr val="C00000"/>
                </a:solidFill>
              </a:rPr>
              <a:t>usagestates.db</a:t>
            </a:r>
            <a:endParaRPr lang="en-US" i="1" dirty="0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08171A6-D9C5-4208-9ACC-5433977DCE38}"/>
              </a:ext>
            </a:extLst>
          </p:cNvPr>
          <p:cNvSpPr txBox="1"/>
          <p:nvPr/>
        </p:nvSpPr>
        <p:spPr>
          <a:xfrm>
            <a:off x="838200" y="4859275"/>
            <a:ext cx="5092100" cy="369332"/>
          </a:xfrm>
          <a:prstGeom prst="rect">
            <a:avLst/>
          </a:prstGeom>
          <a:solidFill>
            <a:schemeClr val="accent4"/>
          </a:solidFill>
        </p:spPr>
        <p:txBody>
          <a:bodyPr wrap="none" rtlCol="0">
            <a:spAutoFit/>
          </a:bodyPr>
          <a:lstStyle/>
          <a:p>
            <a:r>
              <a:rPr lang="en-GB" dirty="0"/>
              <a:t>Verify the parsed results are saved in </a:t>
            </a:r>
            <a:r>
              <a:rPr lang="en-GB" i="1" dirty="0" err="1">
                <a:solidFill>
                  <a:srgbClr val="C00000"/>
                </a:solidFill>
              </a:rPr>
              <a:t>usagestates.db</a:t>
            </a:r>
            <a:endParaRPr lang="en-US" i="1" dirty="0">
              <a:solidFill>
                <a:srgbClr val="C0000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CEA36EE-4FDF-B276-EA76-7E20468FECCE}"/>
              </a:ext>
            </a:extLst>
          </p:cNvPr>
          <p:cNvSpPr txBox="1"/>
          <p:nvPr/>
        </p:nvSpPr>
        <p:spPr>
          <a:xfrm>
            <a:off x="7581550" y="5228607"/>
            <a:ext cx="328219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 err="1"/>
              <a:t>sudo</a:t>
            </a:r>
            <a:r>
              <a:rPr lang="en-GB" dirty="0"/>
              <a:t> apt-get update</a:t>
            </a:r>
          </a:p>
          <a:p>
            <a:r>
              <a:rPr lang="en-GB" dirty="0" err="1"/>
              <a:t>sudo</a:t>
            </a:r>
            <a:r>
              <a:rPr lang="en-GB" dirty="0"/>
              <a:t> apt-get install python3-protobuf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194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4B55EF-824B-43A4-BF6E-8070F09FCD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Understand Parsed </a:t>
            </a:r>
            <a:r>
              <a:rPr lang="en-US" dirty="0" err="1"/>
              <a:t>UsageStats</a:t>
            </a:r>
            <a:r>
              <a:rPr lang="en-US" dirty="0"/>
              <a:t> Columns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1D43BE-0606-4565-8100-42B5809BBF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790950"/>
            <a:ext cx="4587638" cy="446570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7511DF6-BEA1-4A53-8B0A-74EBBCBDBFAB}"/>
              </a:ext>
            </a:extLst>
          </p:cNvPr>
          <p:cNvSpPr txBox="1"/>
          <p:nvPr/>
        </p:nvSpPr>
        <p:spPr>
          <a:xfrm>
            <a:off x="6154057" y="6541407"/>
            <a:ext cx="504189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https://abrignoni.blogspot.com/2019/02/android-usagestats-xml-parser.html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505E78-6396-48D3-86C6-6B06A88A4703}"/>
              </a:ext>
            </a:extLst>
          </p:cNvPr>
          <p:cNvSpPr txBox="1"/>
          <p:nvPr/>
        </p:nvSpPr>
        <p:spPr>
          <a:xfrm>
            <a:off x="5560784" y="1737046"/>
            <a:ext cx="4483101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600" i="1" dirty="0" err="1">
                <a:solidFill>
                  <a:srgbClr val="C00000"/>
                </a:solidFill>
              </a:rPr>
              <a:t>Usage_type</a:t>
            </a:r>
            <a:r>
              <a:rPr lang="en-GB" sz="1600" dirty="0"/>
              <a:t>: Can be event-log, configuration, and packages.</a:t>
            </a:r>
          </a:p>
          <a:p>
            <a:r>
              <a:rPr lang="en-GB" sz="1600" i="1" dirty="0" err="1">
                <a:solidFill>
                  <a:srgbClr val="C00000"/>
                </a:solidFill>
              </a:rPr>
              <a:t>Lastime</a:t>
            </a:r>
            <a:r>
              <a:rPr lang="en-GB" sz="1600" dirty="0"/>
              <a:t>: last active or a configuration took place. </a:t>
            </a:r>
          </a:p>
          <a:p>
            <a:r>
              <a:rPr lang="en-GB" sz="1600" i="1" dirty="0" err="1">
                <a:solidFill>
                  <a:srgbClr val="C00000"/>
                </a:solidFill>
              </a:rPr>
              <a:t>Time_active</a:t>
            </a:r>
            <a:r>
              <a:rPr lang="en-GB" sz="1600" dirty="0"/>
              <a:t>: Certain events keep track of their length in milliseconds.</a:t>
            </a:r>
          </a:p>
          <a:p>
            <a:r>
              <a:rPr lang="en-GB" sz="1600" dirty="0">
                <a:hlinkClick r:id="rId4"/>
              </a:rPr>
              <a:t>Types</a:t>
            </a:r>
            <a:r>
              <a:rPr lang="en-GB" sz="1600" dirty="0"/>
              <a:t>: Activity types as integer values. These represent activity like move to background or move to foreground. </a:t>
            </a:r>
          </a:p>
          <a:p>
            <a:r>
              <a:rPr lang="en-GB" sz="1600" i="1" dirty="0" err="1">
                <a:solidFill>
                  <a:srgbClr val="C00000"/>
                </a:solidFill>
              </a:rPr>
              <a:t>Classs</a:t>
            </a:r>
            <a:r>
              <a:rPr lang="en-GB" sz="1600" dirty="0"/>
              <a:t>: Application name and corresponding modules in use.</a:t>
            </a:r>
          </a:p>
          <a:p>
            <a:r>
              <a:rPr lang="en-GB" sz="1600" i="1" dirty="0">
                <a:solidFill>
                  <a:srgbClr val="C00000"/>
                </a:solidFill>
              </a:rPr>
              <a:t>Source</a:t>
            </a:r>
            <a:r>
              <a:rPr lang="en-GB" sz="1600" dirty="0"/>
              <a:t>: daily, weekly, monthly, and yearly.</a:t>
            </a:r>
          </a:p>
          <a:p>
            <a:r>
              <a:rPr lang="en-GB" sz="1600" i="1" dirty="0" err="1">
                <a:solidFill>
                  <a:srgbClr val="C00000"/>
                </a:solidFill>
              </a:rPr>
              <a:t>Fullatt</a:t>
            </a:r>
            <a:r>
              <a:rPr lang="en-GB" sz="1600" dirty="0"/>
              <a:t>: Contains the full attributes for the XML event /all the data for the event in JSON format. With the data in this field the analyst can easily select any </a:t>
            </a:r>
            <a:r>
              <a:rPr lang="en-GB" sz="1600" dirty="0" err="1"/>
              <a:t>key:value</a:t>
            </a:r>
            <a:r>
              <a:rPr lang="en-GB" sz="1600" dirty="0"/>
              <a:t> pair and make it its own column in a SQL query by the use of </a:t>
            </a:r>
            <a:r>
              <a:rPr lang="en-GB" sz="1600" dirty="0" err="1"/>
              <a:t>JSON_Extract</a:t>
            </a:r>
            <a:r>
              <a:rPr lang="en-GB" sz="1600" dirty="0"/>
              <a:t>. see example</a:t>
            </a:r>
          </a:p>
          <a:p>
            <a:r>
              <a:rPr lang="en-GB" sz="1100" dirty="0"/>
              <a:t>https://abrignoni.blogspot.com/2018/09/finding-slack-messages-in-android-and.html</a:t>
            </a:r>
            <a:endParaRPr lang="en-GB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4AD2A81-7EB9-4E86-9DB4-1A9C45A1DBE9}"/>
              </a:ext>
            </a:extLst>
          </p:cNvPr>
          <p:cNvSpPr txBox="1"/>
          <p:nvPr/>
        </p:nvSpPr>
        <p:spPr>
          <a:xfrm>
            <a:off x="10043885" y="1446181"/>
            <a:ext cx="2032000" cy="517064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100" i="1" dirty="0" err="1">
                <a:solidFill>
                  <a:srgbClr val="C00000"/>
                </a:solidFill>
              </a:rPr>
              <a:t>Fullatt</a:t>
            </a:r>
            <a:r>
              <a:rPr lang="en-GB" sz="1100" i="1" dirty="0">
                <a:solidFill>
                  <a:srgbClr val="C00000"/>
                </a:solidFill>
              </a:rPr>
              <a:t> </a:t>
            </a:r>
            <a:r>
              <a:rPr lang="en-US" sz="1100" i="1" dirty="0">
                <a:solidFill>
                  <a:srgbClr val="C00000"/>
                </a:solidFill>
              </a:rPr>
              <a:t>example</a:t>
            </a:r>
            <a:endParaRPr lang="en-GB" sz="1100" i="1" dirty="0">
              <a:solidFill>
                <a:srgbClr val="C00000"/>
              </a:solidFill>
            </a:endParaRPr>
          </a:p>
          <a:p>
            <a:r>
              <a:rPr lang="en-US" sz="1100" dirty="0" err="1"/>
              <a:t>font_scale</a:t>
            </a:r>
            <a:r>
              <a:rPr lang="en-US" sz="1100" dirty="0"/>
              <a:t>: 1.0</a:t>
            </a:r>
          </a:p>
          <a:p>
            <a:r>
              <a:rPr lang="en-US" sz="1100" dirty="0"/>
              <a:t>mcc: 310</a:t>
            </a:r>
          </a:p>
          <a:p>
            <a:r>
              <a:rPr lang="en-US" sz="1100" dirty="0" err="1"/>
              <a:t>mnc</a:t>
            </a:r>
            <a:r>
              <a:rPr lang="en-US" sz="1100" dirty="0"/>
              <a:t>: 120</a:t>
            </a:r>
          </a:p>
          <a:p>
            <a:r>
              <a:rPr lang="en-US" sz="1100" dirty="0" err="1"/>
              <a:t>screen_layout</a:t>
            </a:r>
            <a:r>
              <a:rPr lang="en-US" sz="1100" dirty="0"/>
              <a:t>: 268435810</a:t>
            </a:r>
          </a:p>
          <a:p>
            <a:r>
              <a:rPr lang="en-US" sz="1100" dirty="0" err="1"/>
              <a:t>color_mode</a:t>
            </a:r>
            <a:r>
              <a:rPr lang="en-US" sz="1100" dirty="0"/>
              <a:t>: 10</a:t>
            </a:r>
          </a:p>
          <a:p>
            <a:r>
              <a:rPr lang="en-US" sz="1100" dirty="0"/>
              <a:t>touchscreen: 3</a:t>
            </a:r>
          </a:p>
          <a:p>
            <a:r>
              <a:rPr lang="en-US" sz="1100" dirty="0"/>
              <a:t>keyboard: 1</a:t>
            </a:r>
          </a:p>
          <a:p>
            <a:r>
              <a:rPr lang="en-US" sz="1100" dirty="0" err="1"/>
              <a:t>keyboard_hidden</a:t>
            </a:r>
            <a:r>
              <a:rPr lang="en-US" sz="1100" dirty="0"/>
              <a:t>: 1</a:t>
            </a:r>
          </a:p>
          <a:p>
            <a:r>
              <a:rPr lang="en-US" sz="1100" dirty="0" err="1"/>
              <a:t>hard_keyboard_hidden</a:t>
            </a:r>
            <a:r>
              <a:rPr lang="en-US" sz="1100" dirty="0"/>
              <a:t>: 2</a:t>
            </a:r>
          </a:p>
          <a:p>
            <a:r>
              <a:rPr lang="en-US" sz="1100" dirty="0"/>
              <a:t>navigation: 1</a:t>
            </a:r>
          </a:p>
          <a:p>
            <a:r>
              <a:rPr lang="en-US" sz="1100" dirty="0" err="1"/>
              <a:t>navigation_hidden</a:t>
            </a:r>
            <a:r>
              <a:rPr lang="en-US" sz="1100" dirty="0"/>
              <a:t>: 2</a:t>
            </a:r>
          </a:p>
          <a:p>
            <a:r>
              <a:rPr lang="en-US" sz="1100" dirty="0"/>
              <a:t>orientation: 1</a:t>
            </a:r>
          </a:p>
          <a:p>
            <a:r>
              <a:rPr lang="en-US" sz="1100" dirty="0" err="1"/>
              <a:t>ui_mode</a:t>
            </a:r>
            <a:r>
              <a:rPr lang="en-US" sz="1100" dirty="0"/>
              <a:t>: 19</a:t>
            </a:r>
          </a:p>
          <a:p>
            <a:r>
              <a:rPr lang="en-US" sz="1100" dirty="0" err="1"/>
              <a:t>screen_width_dp</a:t>
            </a:r>
            <a:r>
              <a:rPr lang="en-US" sz="1100" dirty="0"/>
              <a:t>: 392</a:t>
            </a:r>
          </a:p>
          <a:p>
            <a:r>
              <a:rPr lang="en-US" sz="1100" dirty="0" err="1"/>
              <a:t>screen_height_dp</a:t>
            </a:r>
            <a:r>
              <a:rPr lang="en-US" sz="1100" dirty="0"/>
              <a:t>: 713</a:t>
            </a:r>
          </a:p>
          <a:p>
            <a:r>
              <a:rPr lang="en-US" sz="1100" dirty="0" err="1"/>
              <a:t>smallest_screen_width_dp</a:t>
            </a:r>
            <a:r>
              <a:rPr lang="en-US" sz="1100" dirty="0"/>
              <a:t>: 392</a:t>
            </a:r>
          </a:p>
          <a:p>
            <a:r>
              <a:rPr lang="en-US" sz="1100" dirty="0" err="1"/>
              <a:t>density_dpi</a:t>
            </a:r>
            <a:r>
              <a:rPr lang="en-US" sz="1100" dirty="0"/>
              <a:t>: 440</a:t>
            </a:r>
          </a:p>
          <a:p>
            <a:r>
              <a:rPr lang="en-US" sz="1100" dirty="0" err="1"/>
              <a:t>window_configuration</a:t>
            </a:r>
            <a:r>
              <a:rPr lang="en-US" sz="1100" dirty="0"/>
              <a:t> {</a:t>
            </a:r>
          </a:p>
          <a:p>
            <a:r>
              <a:rPr lang="en-US" sz="1100" dirty="0"/>
              <a:t>  </a:t>
            </a:r>
            <a:r>
              <a:rPr lang="en-US" sz="1100" dirty="0" err="1"/>
              <a:t>app_bounds</a:t>
            </a:r>
            <a:r>
              <a:rPr lang="en-US" sz="1100" dirty="0"/>
              <a:t> {</a:t>
            </a:r>
          </a:p>
          <a:p>
            <a:r>
              <a:rPr lang="en-US" sz="1100" dirty="0"/>
              <a:t>    right: 1080</a:t>
            </a:r>
          </a:p>
          <a:p>
            <a:r>
              <a:rPr lang="en-US" sz="1100" dirty="0"/>
              <a:t>    bottom: 2028</a:t>
            </a:r>
          </a:p>
          <a:p>
            <a:r>
              <a:rPr lang="en-US" sz="1100" dirty="0"/>
              <a:t>  }</a:t>
            </a:r>
          </a:p>
          <a:p>
            <a:r>
              <a:rPr lang="en-US" sz="1100" dirty="0"/>
              <a:t>  </a:t>
            </a:r>
            <a:r>
              <a:rPr lang="en-US" sz="1100" dirty="0" err="1"/>
              <a:t>windowing_mode</a:t>
            </a:r>
            <a:r>
              <a:rPr lang="en-US" sz="1100" dirty="0"/>
              <a:t>: 1</a:t>
            </a:r>
          </a:p>
          <a:p>
            <a:r>
              <a:rPr lang="en-US" sz="1100" dirty="0"/>
              <a:t>  bounds {</a:t>
            </a:r>
          </a:p>
          <a:p>
            <a:r>
              <a:rPr lang="en-US" sz="1100" dirty="0"/>
              <a:t>    right: 1080</a:t>
            </a:r>
          </a:p>
          <a:p>
            <a:r>
              <a:rPr lang="en-US" sz="1100" dirty="0"/>
              <a:t>    bottom: 2160</a:t>
            </a:r>
          </a:p>
          <a:p>
            <a:r>
              <a:rPr lang="en-US" sz="1100" dirty="0"/>
              <a:t>  }</a:t>
            </a:r>
          </a:p>
          <a:p>
            <a:r>
              <a:rPr lang="en-US" sz="1100" dirty="0"/>
              <a:t>}</a:t>
            </a:r>
          </a:p>
          <a:p>
            <a:r>
              <a:rPr lang="en-US" sz="1100" dirty="0" err="1"/>
              <a:t>locale_list</a:t>
            </a:r>
            <a:r>
              <a:rPr lang="en-US" sz="1100" dirty="0"/>
              <a:t>: "</a:t>
            </a:r>
            <a:r>
              <a:rPr lang="en-US" sz="1100" dirty="0" err="1"/>
              <a:t>en</a:t>
            </a:r>
            <a:r>
              <a:rPr lang="en-US" sz="1100" dirty="0"/>
              <a:t>-US"</a:t>
            </a:r>
          </a:p>
        </p:txBody>
      </p:sp>
    </p:spTree>
    <p:extLst>
      <p:ext uri="{BB962C8B-B14F-4D97-AF65-F5344CB8AC3E}">
        <p14:creationId xmlns:p14="http://schemas.microsoft.com/office/powerpoint/2010/main" val="142388650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E02C7-AAF0-4928-A770-C8BF3A65A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5. Query Parsed </a:t>
            </a:r>
            <a:r>
              <a:rPr lang="en-US" dirty="0" err="1"/>
              <a:t>UsageStats</a:t>
            </a:r>
            <a:r>
              <a:rPr lang="en-US" dirty="0"/>
              <a:t> Events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718D53-7642-4FE7-8088-BC1753CE0670}"/>
              </a:ext>
            </a:extLst>
          </p:cNvPr>
          <p:cNvSpPr txBox="1"/>
          <p:nvPr/>
        </p:nvSpPr>
        <p:spPr>
          <a:xfrm>
            <a:off x="838200" y="1880101"/>
            <a:ext cx="6172200" cy="440120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GB" sz="1400" dirty="0"/>
              <a:t>SELECT</a:t>
            </a:r>
          </a:p>
          <a:p>
            <a:r>
              <a:rPr lang="en-GB" sz="1400" dirty="0"/>
              <a:t>  </a:t>
            </a:r>
            <a:r>
              <a:rPr lang="en-GB" sz="1400" dirty="0" err="1"/>
              <a:t>usage_type</a:t>
            </a:r>
            <a:r>
              <a:rPr lang="en-GB" sz="1400" dirty="0"/>
              <a:t>,</a:t>
            </a:r>
          </a:p>
          <a:p>
            <a:r>
              <a:rPr lang="en-GB" sz="1400" dirty="0"/>
              <a:t>  datetime(</a:t>
            </a:r>
            <a:r>
              <a:rPr lang="en-GB" sz="1400" dirty="0" err="1"/>
              <a:t>lastime</a:t>
            </a:r>
            <a:r>
              <a:rPr lang="en-GB" sz="1400" dirty="0"/>
              <a:t>/1000, 'UNIXEPOCH', '</a:t>
            </a:r>
            <a:r>
              <a:rPr lang="en-GB" sz="1400" dirty="0" err="1"/>
              <a:t>localtime</a:t>
            </a:r>
            <a:r>
              <a:rPr lang="en-GB" sz="1400" dirty="0"/>
              <a:t>') as </a:t>
            </a:r>
            <a:r>
              <a:rPr lang="en-GB" sz="1400" dirty="0" err="1"/>
              <a:t>lasttimeactive</a:t>
            </a:r>
            <a:r>
              <a:rPr lang="en-GB" sz="1400" dirty="0"/>
              <a:t>,</a:t>
            </a:r>
          </a:p>
          <a:p>
            <a:r>
              <a:rPr lang="en-GB" sz="1400" dirty="0"/>
              <a:t>  </a:t>
            </a:r>
            <a:r>
              <a:rPr lang="en-GB" sz="1400" dirty="0" err="1"/>
              <a:t>timeactive</a:t>
            </a:r>
            <a:r>
              <a:rPr lang="en-GB" sz="1400" dirty="0"/>
              <a:t> as </a:t>
            </a:r>
            <a:r>
              <a:rPr lang="en-GB" sz="1400" dirty="0" err="1"/>
              <a:t>time_Active_in_msecs</a:t>
            </a:r>
            <a:r>
              <a:rPr lang="en-GB" sz="1400" dirty="0"/>
              <a:t>,</a:t>
            </a:r>
          </a:p>
          <a:p>
            <a:r>
              <a:rPr lang="en-GB" sz="1400" dirty="0"/>
              <a:t>  </a:t>
            </a:r>
            <a:r>
              <a:rPr lang="en-GB" sz="1400" dirty="0" err="1"/>
              <a:t>timeactive</a:t>
            </a:r>
            <a:r>
              <a:rPr lang="en-GB" sz="1400" dirty="0"/>
              <a:t>/1000 as </a:t>
            </a:r>
            <a:r>
              <a:rPr lang="en-GB" sz="1400" dirty="0" err="1"/>
              <a:t>timeactive_in_secs</a:t>
            </a:r>
            <a:r>
              <a:rPr lang="en-GB" sz="1400" dirty="0"/>
              <a:t>,</a:t>
            </a:r>
          </a:p>
          <a:p>
            <a:r>
              <a:rPr lang="en-GB" sz="1400" dirty="0"/>
              <a:t>  package,</a:t>
            </a:r>
          </a:p>
          <a:p>
            <a:r>
              <a:rPr lang="en-GB" sz="1400" dirty="0"/>
              <a:t>CASE types</a:t>
            </a:r>
          </a:p>
          <a:p>
            <a:r>
              <a:rPr lang="en-GB" sz="1400" dirty="0"/>
              <a:t>     WHEN '1' THEN 'MOVE_TO_FOREGROUND'</a:t>
            </a:r>
          </a:p>
          <a:p>
            <a:r>
              <a:rPr lang="en-GB" sz="1400" dirty="0"/>
              <a:t>     WHEN '2' THEN 'MOVE_TO_BACKGROUND'</a:t>
            </a:r>
          </a:p>
          <a:p>
            <a:r>
              <a:rPr lang="en-GB" sz="1400" dirty="0"/>
              <a:t>     WHEN '5' THEN 'CONFIGURATION_CHANGE'</a:t>
            </a:r>
          </a:p>
          <a:p>
            <a:r>
              <a:rPr lang="en-GB" sz="1400" dirty="0"/>
              <a:t>     WHEN '7' THEN 'USER_INTERACTION'</a:t>
            </a:r>
          </a:p>
          <a:p>
            <a:r>
              <a:rPr lang="en-GB" sz="1400" dirty="0"/>
              <a:t>     WHEN '8' THEN 'SHORTCUT_INVOCATION’</a:t>
            </a:r>
          </a:p>
          <a:p>
            <a:r>
              <a:rPr lang="en-GB" sz="1400" dirty="0"/>
              <a:t>     WHEN ‘23' THEN 'ACTIVITY_STOPPED'</a:t>
            </a:r>
          </a:p>
          <a:p>
            <a:r>
              <a:rPr lang="en-GB" sz="1400" dirty="0"/>
              <a:t>     ELSE types</a:t>
            </a:r>
          </a:p>
          <a:p>
            <a:r>
              <a:rPr lang="en-GB" sz="1400" dirty="0"/>
              <a:t>END types,</a:t>
            </a:r>
          </a:p>
          <a:p>
            <a:r>
              <a:rPr lang="en-GB" sz="1400" dirty="0"/>
              <a:t>  </a:t>
            </a:r>
            <a:r>
              <a:rPr lang="en-GB" sz="1400" dirty="0" err="1"/>
              <a:t>classs</a:t>
            </a:r>
            <a:r>
              <a:rPr lang="en-GB" sz="1400" dirty="0"/>
              <a:t>,</a:t>
            </a:r>
          </a:p>
          <a:p>
            <a:r>
              <a:rPr lang="en-GB" sz="1400" dirty="0"/>
              <a:t>  source,</a:t>
            </a:r>
          </a:p>
          <a:p>
            <a:r>
              <a:rPr lang="en-GB" sz="1400" dirty="0"/>
              <a:t>  </a:t>
            </a:r>
            <a:r>
              <a:rPr lang="en-GB" sz="1400" dirty="0" err="1"/>
              <a:t>fullatt</a:t>
            </a:r>
            <a:endParaRPr lang="en-GB" sz="1400" dirty="0"/>
          </a:p>
          <a:p>
            <a:r>
              <a:rPr lang="en-GB" sz="1400" dirty="0"/>
              <a:t>FROM </a:t>
            </a:r>
            <a:r>
              <a:rPr lang="en-GB" sz="1400" dirty="0">
                <a:solidFill>
                  <a:srgbClr val="C00000"/>
                </a:solidFill>
              </a:rPr>
              <a:t>data  </a:t>
            </a:r>
          </a:p>
          <a:p>
            <a:r>
              <a:rPr lang="en-GB" sz="1400" dirty="0"/>
              <a:t>ORDER BY </a:t>
            </a:r>
            <a:r>
              <a:rPr lang="en-GB" sz="1400" dirty="0" err="1"/>
              <a:t>lasttimeactive</a:t>
            </a:r>
            <a:r>
              <a:rPr lang="en-GB" sz="1400" dirty="0"/>
              <a:t> DESC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14125D-D661-4471-BBE0-76C67B02C3E3}"/>
              </a:ext>
            </a:extLst>
          </p:cNvPr>
          <p:cNvSpPr txBox="1"/>
          <p:nvPr/>
        </p:nvSpPr>
        <p:spPr>
          <a:xfrm>
            <a:off x="7315201" y="2126343"/>
            <a:ext cx="389708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Note: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solidFill>
                  <a:srgbClr val="C00000"/>
                </a:solidFill>
              </a:rPr>
              <a:t>data</a:t>
            </a:r>
            <a:r>
              <a:rPr lang="en-US" dirty="0"/>
              <a:t> is the table in </a:t>
            </a:r>
            <a:r>
              <a:rPr lang="en-US" i="1" dirty="0" err="1">
                <a:solidFill>
                  <a:srgbClr val="C00000"/>
                </a:solidFill>
              </a:rPr>
              <a:t>usagestats.db</a:t>
            </a:r>
            <a:endParaRPr lang="en-US" i="1" dirty="0">
              <a:solidFill>
                <a:srgbClr val="C0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timestamp is converted from UTC to </a:t>
            </a:r>
            <a:r>
              <a:rPr lang="en-GB" sz="1800" dirty="0"/>
              <a:t>'</a:t>
            </a:r>
            <a:r>
              <a:rPr lang="en-GB" sz="1800" dirty="0" err="1"/>
              <a:t>localtime</a:t>
            </a:r>
            <a:r>
              <a:rPr lang="en-GB" dirty="0"/>
              <a:t>’ of your computer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You can remove it or change it to UTC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C7ED48-D531-4215-89D5-CB090F6CD7FA}"/>
              </a:ext>
            </a:extLst>
          </p:cNvPr>
          <p:cNvSpPr txBox="1"/>
          <p:nvPr/>
        </p:nvSpPr>
        <p:spPr>
          <a:xfrm>
            <a:off x="838200" y="6281306"/>
            <a:ext cx="61722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https://abrignoni.blogspot.com/2019/02/android-usagestats-xml-parser.html</a:t>
            </a:r>
          </a:p>
        </p:txBody>
      </p:sp>
    </p:spTree>
    <p:extLst>
      <p:ext uri="{BB962C8B-B14F-4D97-AF65-F5344CB8AC3E}">
        <p14:creationId xmlns:p14="http://schemas.microsoft.com/office/powerpoint/2010/main" val="1359861115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174BC-58F2-433B-ADC2-D0FB66726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6. Review Parsed </a:t>
            </a:r>
            <a:r>
              <a:rPr lang="en-US" dirty="0" err="1"/>
              <a:t>UsageStats</a:t>
            </a:r>
            <a:r>
              <a:rPr lang="en-US" dirty="0"/>
              <a:t> Report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F593772-8469-423E-8E7E-C7CA6E3AD6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2429" y="1238353"/>
            <a:ext cx="2621507" cy="5105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D07D7E-B834-4063-88FC-B3EF751B3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07186"/>
            <a:ext cx="12192000" cy="386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544013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393E5-1BA1-9FC1-C8DE-3C327EA54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3 Summary: Reconstruct Usage</a:t>
            </a:r>
            <a:endParaRPr lang="en-US" dirty="0"/>
          </a:p>
        </p:txBody>
      </p:sp>
      <p:sp>
        <p:nvSpPr>
          <p:cNvPr id="4" name="Rounded Rectangle 5">
            <a:extLst>
              <a:ext uri="{FF2B5EF4-FFF2-40B4-BE49-F238E27FC236}">
                <a16:creationId xmlns:a16="http://schemas.microsoft.com/office/drawing/2014/main" id="{78F51157-D316-99E2-4289-CE494B43B810}"/>
              </a:ext>
            </a:extLst>
          </p:cNvPr>
          <p:cNvSpPr/>
          <p:nvPr/>
        </p:nvSpPr>
        <p:spPr>
          <a:xfrm>
            <a:off x="920067" y="1810285"/>
            <a:ext cx="2834640" cy="502920"/>
          </a:xfrm>
          <a:prstGeom prst="roundRect">
            <a:avLst/>
          </a:prstGeom>
          <a:solidFill>
            <a:srgbClr val="E65C1E"/>
          </a:solidFill>
          <a:ln>
            <a:solidFill>
              <a:srgbClr val="E65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package-usage.list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03A2B42-3740-EE5E-71D4-141887CC5A3B}"/>
              </a:ext>
            </a:extLst>
          </p:cNvPr>
          <p:cNvSpPr txBox="1"/>
          <p:nvPr/>
        </p:nvSpPr>
        <p:spPr>
          <a:xfrm>
            <a:off x="3983306" y="1856005"/>
            <a:ext cx="7680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 i="0">
                <a:solidFill>
                  <a:srgbClr val="122B48"/>
                </a:solidFill>
                <a:latin typeface="Aptos"/>
              </a:rPr>
              <a:t>Compact last-usage indicators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072F4DC-598F-A509-80A9-484D83F3A933}"/>
              </a:ext>
            </a:extLst>
          </p:cNvPr>
          <p:cNvSpPr/>
          <p:nvPr/>
        </p:nvSpPr>
        <p:spPr>
          <a:xfrm>
            <a:off x="920067" y="2587525"/>
            <a:ext cx="2834640" cy="502920"/>
          </a:xfrm>
          <a:prstGeom prst="roundRect">
            <a:avLst/>
          </a:prstGeom>
          <a:solidFill>
            <a:srgbClr val="E65C1E"/>
          </a:solidFill>
          <a:ln>
            <a:solidFill>
              <a:srgbClr val="E65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UsageStats intervals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75D17EB-FC6B-C2BC-3DFB-B3FDF871C544}"/>
              </a:ext>
            </a:extLst>
          </p:cNvPr>
          <p:cNvSpPr txBox="1"/>
          <p:nvPr/>
        </p:nvSpPr>
        <p:spPr>
          <a:xfrm>
            <a:off x="3983306" y="2633244"/>
            <a:ext cx="7680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 i="0">
                <a:solidFill>
                  <a:srgbClr val="122B48"/>
                </a:solidFill>
                <a:latin typeface="Aptos"/>
              </a:rPr>
              <a:t>daily / weekly / monthly / yearly sources</a:t>
            </a:r>
          </a:p>
        </p:txBody>
      </p:sp>
      <p:sp>
        <p:nvSpPr>
          <p:cNvPr id="12" name="Rounded Rectangle 9">
            <a:extLst>
              <a:ext uri="{FF2B5EF4-FFF2-40B4-BE49-F238E27FC236}">
                <a16:creationId xmlns:a16="http://schemas.microsoft.com/office/drawing/2014/main" id="{4BA3BC43-1DFE-FE32-3D91-FA8ACFA4986E}"/>
              </a:ext>
            </a:extLst>
          </p:cNvPr>
          <p:cNvSpPr/>
          <p:nvPr/>
        </p:nvSpPr>
        <p:spPr>
          <a:xfrm>
            <a:off x="920067" y="3364765"/>
            <a:ext cx="2834640" cy="502920"/>
          </a:xfrm>
          <a:prstGeom prst="roundRect">
            <a:avLst/>
          </a:prstGeom>
          <a:solidFill>
            <a:srgbClr val="E65C1E"/>
          </a:solidFill>
          <a:ln>
            <a:solidFill>
              <a:srgbClr val="E65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Event types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FB71204-63F0-3840-A33F-4A8C7A17C252}"/>
              </a:ext>
            </a:extLst>
          </p:cNvPr>
          <p:cNvSpPr txBox="1"/>
          <p:nvPr/>
        </p:nvSpPr>
        <p:spPr>
          <a:xfrm>
            <a:off x="3983306" y="3410485"/>
            <a:ext cx="7680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 i="0">
                <a:solidFill>
                  <a:srgbClr val="122B48"/>
                </a:solidFill>
                <a:latin typeface="Aptos"/>
              </a:rPr>
              <a:t>foreground, background, activity stopped, interaction</a:t>
            </a:r>
          </a:p>
        </p:txBody>
      </p:sp>
      <p:sp>
        <p:nvSpPr>
          <p:cNvPr id="16" name="Rounded Rectangle 11">
            <a:extLst>
              <a:ext uri="{FF2B5EF4-FFF2-40B4-BE49-F238E27FC236}">
                <a16:creationId xmlns:a16="http://schemas.microsoft.com/office/drawing/2014/main" id="{BBFD4937-9E1A-6B22-75CD-46B1481C8944}"/>
              </a:ext>
            </a:extLst>
          </p:cNvPr>
          <p:cNvSpPr/>
          <p:nvPr/>
        </p:nvSpPr>
        <p:spPr>
          <a:xfrm>
            <a:off x="920067" y="4142004"/>
            <a:ext cx="2834640" cy="502920"/>
          </a:xfrm>
          <a:prstGeom prst="roundRect">
            <a:avLst/>
          </a:prstGeom>
          <a:solidFill>
            <a:srgbClr val="E65C1E"/>
          </a:solidFill>
          <a:ln>
            <a:solidFill>
              <a:srgbClr val="E65C1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Parsed database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4AA2BB0-4771-8F31-5DE4-F26D57DB19A5}"/>
              </a:ext>
            </a:extLst>
          </p:cNvPr>
          <p:cNvSpPr txBox="1"/>
          <p:nvPr/>
        </p:nvSpPr>
        <p:spPr>
          <a:xfrm>
            <a:off x="3983306" y="4187724"/>
            <a:ext cx="7680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 i="0">
                <a:solidFill>
                  <a:srgbClr val="122B48"/>
                </a:solidFill>
                <a:latin typeface="Aptos"/>
              </a:rPr>
              <a:t>Derived analysis format, not original evidence</a:t>
            </a:r>
          </a:p>
        </p:txBody>
      </p:sp>
      <p:sp>
        <p:nvSpPr>
          <p:cNvPr id="20" name="Rounded Rectangle 13">
            <a:extLst>
              <a:ext uri="{FF2B5EF4-FFF2-40B4-BE49-F238E27FC236}">
                <a16:creationId xmlns:a16="http://schemas.microsoft.com/office/drawing/2014/main" id="{DE7C0913-E5DC-F6A5-8E0A-DFBC659C539D}"/>
              </a:ext>
            </a:extLst>
          </p:cNvPr>
          <p:cNvSpPr/>
          <p:nvPr/>
        </p:nvSpPr>
        <p:spPr>
          <a:xfrm>
            <a:off x="838200" y="5067741"/>
            <a:ext cx="10698480" cy="566928"/>
          </a:xfrm>
          <a:prstGeom prst="roundRect">
            <a:avLst/>
          </a:prstGeom>
          <a:solidFill>
            <a:srgbClr val="EDF4FF"/>
          </a:solidFill>
          <a:ln>
            <a:solidFill>
              <a:srgbClr val="9E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l"/>
            <a:r>
              <a:rPr sz="1420" b="1">
                <a:solidFill>
                  <a:srgbClr val="122B48"/>
                </a:solidFill>
                <a:latin typeface="Aptos"/>
              </a:rPr>
              <a:t>Build a time-ordered session timeline from multiple event records.</a:t>
            </a:r>
          </a:p>
        </p:txBody>
      </p:sp>
    </p:spTree>
    <p:extLst>
      <p:ext uri="{BB962C8B-B14F-4D97-AF65-F5344CB8AC3E}">
        <p14:creationId xmlns:p14="http://schemas.microsoft.com/office/powerpoint/2010/main" val="106136861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9FDCF39-82AD-9E6D-C3CF-D680452FA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4: Interpret App Lifecycle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48ABA1-6F8C-2B84-07F8-CDA5570E5F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Question: What does the combined evidence support—and what remains uncertain?</a:t>
            </a:r>
          </a:p>
        </p:txBody>
      </p:sp>
      <p:sp>
        <p:nvSpPr>
          <p:cNvPr id="6" name="Rounded Rectangle 6">
            <a:extLst>
              <a:ext uri="{FF2B5EF4-FFF2-40B4-BE49-F238E27FC236}">
                <a16:creationId xmlns:a16="http://schemas.microsoft.com/office/drawing/2014/main" id="{649AED11-7559-3B2C-A7EB-60CC79B8D880}"/>
              </a:ext>
            </a:extLst>
          </p:cNvPr>
          <p:cNvSpPr/>
          <p:nvPr/>
        </p:nvSpPr>
        <p:spPr>
          <a:xfrm>
            <a:off x="831850" y="5659438"/>
            <a:ext cx="8595360" cy="457200"/>
          </a:xfrm>
          <a:prstGeom prst="roundRect">
            <a:avLst/>
          </a:prstGeom>
          <a:solidFill>
            <a:srgbClr val="F5F7FA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l"/>
            <a:r>
              <a:rPr sz="1450" b="1">
                <a:solidFill>
                  <a:srgbClr val="122B48"/>
                </a:solidFill>
                <a:latin typeface="Aptos"/>
              </a:rPr>
              <a:t>Sources: all previous artifacts correlated into a timeline</a:t>
            </a:r>
          </a:p>
        </p:txBody>
      </p:sp>
    </p:spTree>
    <p:extLst>
      <p:ext uri="{BB962C8B-B14F-4D97-AF65-F5344CB8AC3E}">
        <p14:creationId xmlns:p14="http://schemas.microsoft.com/office/powerpoint/2010/main" val="217295397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FE640-CEEC-4B98-A468-7159CC628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Case Question: When Was Location Shared in LINE?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793FF-84C6-4A92-8493-B39D15E023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Identify the LINE package name</a:t>
            </a:r>
          </a:p>
          <a:p>
            <a:r>
              <a:rPr lang="en-GB" dirty="0"/>
              <a:t>Find activity events related to location sharing</a:t>
            </a:r>
          </a:p>
          <a:p>
            <a:r>
              <a:rPr lang="en-GB" dirty="0"/>
              <a:t>Correlate event time with surrounding app </a:t>
            </a:r>
            <a:r>
              <a:rPr lang="en-GB" dirty="0" err="1"/>
              <a:t>behavior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7511263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E62FD6-086F-48E3-B1DF-A3D321E13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Find the LINE Package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64C20BD-2B96-4BA2-80DF-C70343E91F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9658" y="2263039"/>
            <a:ext cx="10432684" cy="23319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2FF30C-50E7-D6CF-1029-820AC2455557}"/>
              </a:ext>
            </a:extLst>
          </p:cNvPr>
          <p:cNvSpPr txBox="1"/>
          <p:nvPr/>
        </p:nvSpPr>
        <p:spPr>
          <a:xfrm>
            <a:off x="838200" y="1690688"/>
            <a:ext cx="5257800" cy="36436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 i="0" dirty="0">
                <a:solidFill>
                  <a:srgbClr val="566377"/>
                </a:solidFill>
                <a:latin typeface="Aptos"/>
              </a:rPr>
              <a:t>Verify the correct package: </a:t>
            </a:r>
            <a:r>
              <a:rPr sz="1600" b="0" i="0" dirty="0" err="1">
                <a:solidFill>
                  <a:srgbClr val="566377"/>
                </a:solidFill>
                <a:latin typeface="Aptos"/>
              </a:rPr>
              <a:t>jp.naver.line.android</a:t>
            </a:r>
            <a:r>
              <a:rPr sz="1600" b="0" i="0" dirty="0">
                <a:solidFill>
                  <a:srgbClr val="566377"/>
                </a:solidFill>
                <a:latin typeface="Apto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81715052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8BD4B-382B-499E-BA90-007C03759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Search for LINE Activity Events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CCB992-6293-4CED-BFF1-877F6237F6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7299" y="1996869"/>
            <a:ext cx="7811177" cy="44199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E3E8939-A752-7CA8-9666-F4AB4A99489C}"/>
              </a:ext>
            </a:extLst>
          </p:cNvPr>
          <p:cNvSpPr txBox="1"/>
          <p:nvPr/>
        </p:nvSpPr>
        <p:spPr>
          <a:xfrm>
            <a:off x="838200" y="1490396"/>
            <a:ext cx="7900276" cy="383745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 i="0" dirty="0">
                <a:solidFill>
                  <a:srgbClr val="566377"/>
                </a:solidFill>
                <a:latin typeface="Aptos"/>
              </a:rPr>
              <a:t>Filter by package and event-log records before looking for specific activity classes.</a:t>
            </a:r>
          </a:p>
        </p:txBody>
      </p:sp>
    </p:spTree>
    <p:extLst>
      <p:ext uri="{BB962C8B-B14F-4D97-AF65-F5344CB8AC3E}">
        <p14:creationId xmlns:p14="http://schemas.microsoft.com/office/powerpoint/2010/main" val="258633334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62224B5-B097-4169-BA4F-F393DCD05B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06743"/>
            <a:ext cx="12192000" cy="457603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F2C2242-D5E8-2302-A1D9-BEFBCDD107DC}"/>
              </a:ext>
            </a:extLst>
          </p:cNvPr>
          <p:cNvSpPr txBox="1"/>
          <p:nvPr/>
        </p:nvSpPr>
        <p:spPr>
          <a:xfrm>
            <a:off x="3665220" y="6233160"/>
            <a:ext cx="762041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MOVE_TO_FOREGROUND</a:t>
            </a:r>
            <a:r>
              <a:rPr lang="en-US" dirty="0"/>
              <a:t>: the user was using the app and in a specific activity</a:t>
            </a:r>
          </a:p>
          <a:p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MOVE_TO_BACKGROUND</a:t>
            </a:r>
            <a:r>
              <a:rPr lang="en-US" dirty="0"/>
              <a:t>: the user moved away from the activity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1952AA8-D907-8DCC-363A-3765BF68E3E2}"/>
              </a:ext>
            </a:extLst>
          </p:cNvPr>
          <p:cNvSpPr txBox="1"/>
          <p:nvPr/>
        </p:nvSpPr>
        <p:spPr>
          <a:xfrm>
            <a:off x="9908540" y="1677035"/>
            <a:ext cx="16478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location service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49972619-8449-4C6D-7A7F-523AA0088005}"/>
              </a:ext>
            </a:extLst>
          </p:cNvPr>
          <p:cNvCxnSpPr>
            <a:cxnSpLocks/>
          </p:cNvCxnSpPr>
          <p:nvPr/>
        </p:nvCxnSpPr>
        <p:spPr>
          <a:xfrm flipH="1">
            <a:off x="10113707" y="2046367"/>
            <a:ext cx="340933" cy="18753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Title 4">
            <a:extLst>
              <a:ext uri="{FF2B5EF4-FFF2-40B4-BE49-F238E27FC236}">
                <a16:creationId xmlns:a16="http://schemas.microsoft.com/office/drawing/2014/main" id="{B7789653-C14C-AFB3-BB51-0E9167E814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039" y="166806"/>
            <a:ext cx="10515600" cy="1325563"/>
          </a:xfrm>
        </p:spPr>
        <p:txBody>
          <a:bodyPr/>
          <a:lstStyle/>
          <a:p>
            <a:r>
              <a:rPr lang="en-US" dirty="0"/>
              <a:t>Candidate Location-Sharing Activity Events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58B8F2F-55F9-7FB0-0191-FC1B03EAF7FC}"/>
              </a:ext>
            </a:extLst>
          </p:cNvPr>
          <p:cNvCxnSpPr>
            <a:stCxn id="2" idx="0"/>
          </p:cNvCxnSpPr>
          <p:nvPr/>
        </p:nvCxnSpPr>
        <p:spPr>
          <a:xfrm flipH="1" flipV="1">
            <a:off x="5699760" y="4876800"/>
            <a:ext cx="1775670" cy="1356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58602746-38E9-387C-5595-6AB439A475E3}"/>
              </a:ext>
            </a:extLst>
          </p:cNvPr>
          <p:cNvSpPr/>
          <p:nvPr/>
        </p:nvSpPr>
        <p:spPr>
          <a:xfrm>
            <a:off x="4165600" y="4043680"/>
            <a:ext cx="163576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8838399-7D62-8370-CEB2-BD9625144173}"/>
              </a:ext>
            </a:extLst>
          </p:cNvPr>
          <p:cNvSpPr/>
          <p:nvPr/>
        </p:nvSpPr>
        <p:spPr>
          <a:xfrm>
            <a:off x="4165600" y="4551680"/>
            <a:ext cx="1635760" cy="3048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03228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FFAC5-F2E8-41E1-B6B5-EDFB7B2F7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Determine the LINE Usage Time Window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1C8989-5E17-4F7C-8A11-F1BB1BE58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400556"/>
            <a:ext cx="7313359" cy="379069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DC2830-F083-C208-AF46-CD900287A08B}"/>
              </a:ext>
            </a:extLst>
          </p:cNvPr>
          <p:cNvSpPr txBox="1"/>
          <p:nvPr/>
        </p:nvSpPr>
        <p:spPr>
          <a:xfrm>
            <a:off x="838200" y="1690688"/>
            <a:ext cx="93218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0" i="0" dirty="0">
                <a:solidFill>
                  <a:srgbClr val="566377"/>
                </a:solidFill>
                <a:latin typeface="Aptos"/>
              </a:rPr>
              <a:t>Use ordered events to reconstruct a session rather than relying on one timestamp.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8C50ED-9318-15A2-AF8E-C4CB80914B06}"/>
              </a:ext>
            </a:extLst>
          </p:cNvPr>
          <p:cNvSpPr/>
          <p:nvPr/>
        </p:nvSpPr>
        <p:spPr>
          <a:xfrm>
            <a:off x="1442720" y="3627120"/>
            <a:ext cx="4277360" cy="17170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25DFD8-8104-6066-FBF6-89160BE5F501}"/>
              </a:ext>
            </a:extLst>
          </p:cNvPr>
          <p:cNvSpPr txBox="1"/>
          <p:nvPr/>
        </p:nvSpPr>
        <p:spPr>
          <a:xfrm>
            <a:off x="6028119" y="4162474"/>
            <a:ext cx="21234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Events we are interested in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13E4232-D562-E9D7-9C1D-3DB4A7E17A86}"/>
              </a:ext>
            </a:extLst>
          </p:cNvPr>
          <p:cNvCxnSpPr>
            <a:cxnSpLocks/>
          </p:cNvCxnSpPr>
          <p:nvPr/>
        </p:nvCxnSpPr>
        <p:spPr>
          <a:xfrm flipH="1" flipV="1">
            <a:off x="5720080" y="4485639"/>
            <a:ext cx="389319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52CFFE65-13D1-C641-A3E7-594FD0D2C392}"/>
              </a:ext>
            </a:extLst>
          </p:cNvPr>
          <p:cNvSpPr/>
          <p:nvPr/>
        </p:nvSpPr>
        <p:spPr>
          <a:xfrm>
            <a:off x="1442720" y="5811520"/>
            <a:ext cx="4277360" cy="21018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A204FDC-155F-56A0-0F16-B404809FF36F}"/>
              </a:ext>
            </a:extLst>
          </p:cNvPr>
          <p:cNvSpPr txBox="1"/>
          <p:nvPr/>
        </p:nvSpPr>
        <p:spPr>
          <a:xfrm>
            <a:off x="6109399" y="5020993"/>
            <a:ext cx="10229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LINE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F0061C3-73A9-DC18-8C41-716D5ED14E6D}"/>
              </a:ext>
            </a:extLst>
          </p:cNvPr>
          <p:cNvCxnSpPr>
            <a:cxnSpLocks/>
          </p:cNvCxnSpPr>
          <p:nvPr/>
        </p:nvCxnSpPr>
        <p:spPr>
          <a:xfrm flipH="1">
            <a:off x="5801360" y="5344159"/>
            <a:ext cx="389319" cy="46736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836078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206C6F-014A-496A-8F02-63D1362B7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9907" y="668448"/>
            <a:ext cx="8149229" cy="5521103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6799607-7883-4DAA-91CA-AEA10296311B}"/>
              </a:ext>
            </a:extLst>
          </p:cNvPr>
          <p:cNvCxnSpPr>
            <a:cxnSpLocks/>
          </p:cNvCxnSpPr>
          <p:nvPr/>
        </p:nvCxnSpPr>
        <p:spPr>
          <a:xfrm flipH="1">
            <a:off x="3578965" y="3874576"/>
            <a:ext cx="1111842" cy="77491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BC6D6E7-898B-45E6-BD39-BC2157A481AA}"/>
              </a:ext>
            </a:extLst>
          </p:cNvPr>
          <p:cNvSpPr txBox="1"/>
          <p:nvPr/>
        </p:nvSpPr>
        <p:spPr>
          <a:xfrm>
            <a:off x="4690807" y="3428999"/>
            <a:ext cx="1894142" cy="64633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timestamp of sharing location</a:t>
            </a:r>
          </a:p>
        </p:txBody>
      </p:sp>
    </p:spTree>
    <p:extLst>
      <p:ext uri="{BB962C8B-B14F-4D97-AF65-F5344CB8AC3E}">
        <p14:creationId xmlns:p14="http://schemas.microsoft.com/office/powerpoint/2010/main" val="133567644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5D801-D0D7-488D-90E3-99142FC495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Next Activity After Location Sharing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C88AC2-1D27-4855-93DF-21FB565DED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2385315"/>
            <a:ext cx="6134100" cy="371763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ED4F3D1-8681-453E-A399-81AAFF99449F}"/>
              </a:ext>
            </a:extLst>
          </p:cNvPr>
          <p:cNvSpPr txBox="1"/>
          <p:nvPr/>
        </p:nvSpPr>
        <p:spPr>
          <a:xfrm>
            <a:off x="838200" y="1732608"/>
            <a:ext cx="6134100" cy="64633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dirty="0"/>
              <a:t>Show all events after  </a:t>
            </a:r>
            <a:r>
              <a:rPr lang="en-GB" dirty="0"/>
              <a:t>1581271520730, which is the timestamp of sharing location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841088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BDB2B64-6471-42D3-82A6-7C2C2899D5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195" y="2934843"/>
            <a:ext cx="11659610" cy="29187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45814E8-5028-4BCB-8C0A-942D8337BED9}"/>
              </a:ext>
            </a:extLst>
          </p:cNvPr>
          <p:cNvSpPr txBox="1"/>
          <p:nvPr/>
        </p:nvSpPr>
        <p:spPr>
          <a:xfrm>
            <a:off x="6932908" y="2148561"/>
            <a:ext cx="47960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what is </a:t>
            </a:r>
            <a:r>
              <a:rPr lang="en-US" i="1" dirty="0" err="1">
                <a:solidFill>
                  <a:srgbClr val="C00000"/>
                </a:solidFill>
              </a:rPr>
              <a:t>com.google.android.apps.nexuslauncher</a:t>
            </a:r>
            <a:r>
              <a:rPr lang="en-US" i="1" dirty="0">
                <a:solidFill>
                  <a:srgbClr val="C00000"/>
                </a:solidFill>
              </a:rPr>
              <a:t>?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E751872B-B498-4EBD-9A40-035C80504124}"/>
              </a:ext>
            </a:extLst>
          </p:cNvPr>
          <p:cNvCxnSpPr>
            <a:cxnSpLocks/>
            <a:stCxn id="5" idx="2"/>
          </p:cNvCxnSpPr>
          <p:nvPr/>
        </p:nvCxnSpPr>
        <p:spPr>
          <a:xfrm flipH="1">
            <a:off x="6932912" y="2517893"/>
            <a:ext cx="2398025" cy="144622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C34A51C0-BA18-43F0-ABD0-DF05A7AE88AA}"/>
              </a:ext>
            </a:extLst>
          </p:cNvPr>
          <p:cNvSpPr txBox="1"/>
          <p:nvPr/>
        </p:nvSpPr>
        <p:spPr>
          <a:xfrm>
            <a:off x="2574655" y="6031596"/>
            <a:ext cx="25397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what is </a:t>
            </a:r>
            <a:r>
              <a:rPr lang="en-US" i="1" dirty="0" err="1">
                <a:solidFill>
                  <a:srgbClr val="C00000"/>
                </a:solidFill>
              </a:rPr>
              <a:t>com.viber.voip</a:t>
            </a:r>
            <a:r>
              <a:rPr lang="en-US" i="1" dirty="0">
                <a:solidFill>
                  <a:srgbClr val="C00000"/>
                </a:solidFill>
              </a:rPr>
              <a:t>? 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D0D99A91-4094-432E-8984-840956B5B812}"/>
              </a:ext>
            </a:extLst>
          </p:cNvPr>
          <p:cNvCxnSpPr>
            <a:cxnSpLocks/>
            <a:stCxn id="9" idx="0"/>
          </p:cNvCxnSpPr>
          <p:nvPr/>
        </p:nvCxnSpPr>
        <p:spPr>
          <a:xfrm flipV="1">
            <a:off x="3844548" y="4568556"/>
            <a:ext cx="45527" cy="146304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1C7812BB-316C-FCC9-6019-9FCFAFAE75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Interpret Follow-On Package Activity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FDDF35-4BA7-567E-C45C-168FBAA60049}"/>
              </a:ext>
            </a:extLst>
          </p:cNvPr>
          <p:cNvSpPr txBox="1"/>
          <p:nvPr/>
        </p:nvSpPr>
        <p:spPr>
          <a:xfrm>
            <a:off x="838200" y="1690688"/>
            <a:ext cx="10241280" cy="457874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2000" b="0" i="0" dirty="0">
                <a:solidFill>
                  <a:srgbClr val="566377"/>
                </a:solidFill>
                <a:latin typeface="Aptos"/>
              </a:rPr>
              <a:t>Identify packages such as the launcher and Viber to explain transitions after LINE activity.</a:t>
            </a:r>
          </a:p>
        </p:txBody>
      </p:sp>
    </p:spTree>
    <p:extLst>
      <p:ext uri="{BB962C8B-B14F-4D97-AF65-F5344CB8AC3E}">
        <p14:creationId xmlns:p14="http://schemas.microsoft.com/office/powerpoint/2010/main" val="255402058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ED6B0D-678B-4C39-A65E-CBB81D3DD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640" y="1649867"/>
            <a:ext cx="6109970" cy="471524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442FB53-DC31-4554-843A-A5349E76D1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 Context: Pixel Launcher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34BFFB-3033-1779-0FD6-67C8689DA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6640" y="1825625"/>
            <a:ext cx="3947160" cy="4351338"/>
          </a:xfrm>
        </p:spPr>
        <p:txBody>
          <a:bodyPr/>
          <a:lstStyle/>
          <a:p>
            <a:r>
              <a:rPr lang="en-GB" b="1" dirty="0"/>
              <a:t>Package</a:t>
            </a:r>
            <a:r>
              <a:rPr lang="en-GB" dirty="0"/>
              <a:t>: </a:t>
            </a:r>
            <a:r>
              <a:rPr lang="en-GB" dirty="0" err="1">
                <a:latin typeface="Arial Narrow" panose="020B0606020202030204" pitchFamily="34" charset="0"/>
              </a:rPr>
              <a:t>com.google.android.apps.nexuslauncher</a:t>
            </a:r>
            <a:endParaRPr lang="en-GB" dirty="0">
              <a:latin typeface="Arial Narrow" panose="020B0606020202030204" pitchFamily="34" charset="0"/>
            </a:endParaRPr>
          </a:p>
          <a:p>
            <a:r>
              <a:rPr lang="en-GB" b="1" dirty="0"/>
              <a:t>Role</a:t>
            </a:r>
            <a:r>
              <a:rPr lang="en-GB" dirty="0"/>
              <a:t>: Pixel Launcher / home screen</a:t>
            </a:r>
          </a:p>
          <a:p>
            <a:r>
              <a:rPr lang="en-GB" b="1" dirty="0"/>
              <a:t>Forensic meaning: </a:t>
            </a:r>
            <a:r>
              <a:rPr lang="en-GB" dirty="0"/>
              <a:t>possible app switch or return to launcher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94253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3099015-8E34-4FF5-BDCA-C1E55D7D2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7714" y="1656080"/>
            <a:ext cx="5129893" cy="4635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1460F2-3CC0-1FF4-1E2C-2E0CB3298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Package Context: Viber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977DCC-2428-29B2-2575-DDD3B48109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7680" y="1825625"/>
            <a:ext cx="4516120" cy="4351338"/>
          </a:xfrm>
        </p:spPr>
        <p:txBody>
          <a:bodyPr/>
          <a:lstStyle/>
          <a:p>
            <a:r>
              <a:rPr lang="en-GB" dirty="0">
                <a:solidFill>
                  <a:srgbClr val="566377"/>
                </a:solidFill>
                <a:latin typeface="Aptos"/>
              </a:rPr>
              <a:t>Viber events after LINE may indicate the next app used in the reconstructed sequence.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183214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063268-7B73-72BB-846F-64881A47C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Step 4 Summary: Interpret Lifecycle</a:t>
            </a:r>
            <a:endParaRPr lang="en-US" dirty="0"/>
          </a:p>
        </p:txBody>
      </p:sp>
      <p:sp>
        <p:nvSpPr>
          <p:cNvPr id="25" name="Rounded Rectangle 5">
            <a:extLst>
              <a:ext uri="{FF2B5EF4-FFF2-40B4-BE49-F238E27FC236}">
                <a16:creationId xmlns:a16="http://schemas.microsoft.com/office/drawing/2014/main" id="{2B512499-E628-5ED7-6E76-8197A3F602CF}"/>
              </a:ext>
            </a:extLst>
          </p:cNvPr>
          <p:cNvSpPr/>
          <p:nvPr/>
        </p:nvSpPr>
        <p:spPr>
          <a:xfrm>
            <a:off x="838200" y="1833880"/>
            <a:ext cx="2834640" cy="502920"/>
          </a:xfrm>
          <a:prstGeom prst="roundRect">
            <a:avLst/>
          </a:prstGeom>
          <a:solidFill>
            <a:srgbClr val="753ACA"/>
          </a:solidFill>
          <a:ln>
            <a:solidFill>
              <a:srgbClr val="753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Installed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AE50B0F-4695-A7B8-9623-7948E4EA3EC3}"/>
              </a:ext>
            </a:extLst>
          </p:cNvPr>
          <p:cNvSpPr txBox="1"/>
          <p:nvPr/>
        </p:nvSpPr>
        <p:spPr>
          <a:xfrm>
            <a:off x="3901439" y="1879600"/>
            <a:ext cx="7680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 i="0">
                <a:solidFill>
                  <a:srgbClr val="122B48"/>
                </a:solidFill>
                <a:latin typeface="Aptos"/>
              </a:rPr>
              <a:t>Corroborate app directories, packages.xml, and Play Store records</a:t>
            </a:r>
          </a:p>
        </p:txBody>
      </p:sp>
      <p:sp>
        <p:nvSpPr>
          <p:cNvPr id="29" name="Rounded Rectangle 7">
            <a:extLst>
              <a:ext uri="{FF2B5EF4-FFF2-40B4-BE49-F238E27FC236}">
                <a16:creationId xmlns:a16="http://schemas.microsoft.com/office/drawing/2014/main" id="{E5FB4D6B-0275-3AD2-7291-6329727D0DDE}"/>
              </a:ext>
            </a:extLst>
          </p:cNvPr>
          <p:cNvSpPr/>
          <p:nvPr/>
        </p:nvSpPr>
        <p:spPr>
          <a:xfrm>
            <a:off x="838200" y="2611120"/>
            <a:ext cx="2834640" cy="502920"/>
          </a:xfrm>
          <a:prstGeom prst="roundRect">
            <a:avLst/>
          </a:prstGeom>
          <a:solidFill>
            <a:srgbClr val="753ACA"/>
          </a:solidFill>
          <a:ln>
            <a:solidFill>
              <a:srgbClr val="753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Used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A794BDA-EF41-ECF1-9F2B-62FCEB8AE5C0}"/>
              </a:ext>
            </a:extLst>
          </p:cNvPr>
          <p:cNvSpPr txBox="1"/>
          <p:nvPr/>
        </p:nvSpPr>
        <p:spPr>
          <a:xfrm>
            <a:off x="3901439" y="2656839"/>
            <a:ext cx="7680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 i="0">
                <a:solidFill>
                  <a:srgbClr val="122B48"/>
                </a:solidFill>
                <a:latin typeface="Aptos"/>
              </a:rPr>
              <a:t>UsageStats activity/session evidence</a:t>
            </a:r>
          </a:p>
        </p:txBody>
      </p:sp>
      <p:sp>
        <p:nvSpPr>
          <p:cNvPr id="33" name="Rounded Rectangle 9">
            <a:extLst>
              <a:ext uri="{FF2B5EF4-FFF2-40B4-BE49-F238E27FC236}">
                <a16:creationId xmlns:a16="http://schemas.microsoft.com/office/drawing/2014/main" id="{96A8BA09-64B0-6F57-527D-E1A1E2BAD854}"/>
              </a:ext>
            </a:extLst>
          </p:cNvPr>
          <p:cNvSpPr/>
          <p:nvPr/>
        </p:nvSpPr>
        <p:spPr>
          <a:xfrm>
            <a:off x="838200" y="3388360"/>
            <a:ext cx="2834640" cy="502920"/>
          </a:xfrm>
          <a:prstGeom prst="roundRect">
            <a:avLst/>
          </a:prstGeom>
          <a:solidFill>
            <a:srgbClr val="753ACA"/>
          </a:solidFill>
          <a:ln>
            <a:solidFill>
              <a:srgbClr val="753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Background/transition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8069DEC-58C8-5E9D-8D60-06A8B838AD8E}"/>
              </a:ext>
            </a:extLst>
          </p:cNvPr>
          <p:cNvSpPr txBox="1"/>
          <p:nvPr/>
        </p:nvSpPr>
        <p:spPr>
          <a:xfrm>
            <a:off x="3901439" y="3434080"/>
            <a:ext cx="7680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 i="0">
                <a:solidFill>
                  <a:srgbClr val="122B48"/>
                </a:solidFill>
                <a:latin typeface="Aptos"/>
              </a:rPr>
              <a:t>Foreground/background and launcher/app-switch events</a:t>
            </a:r>
          </a:p>
        </p:txBody>
      </p:sp>
      <p:sp>
        <p:nvSpPr>
          <p:cNvPr id="37" name="Rounded Rectangle 11">
            <a:extLst>
              <a:ext uri="{FF2B5EF4-FFF2-40B4-BE49-F238E27FC236}">
                <a16:creationId xmlns:a16="http://schemas.microsoft.com/office/drawing/2014/main" id="{48E055D7-19FC-9F3F-212B-8832DF17D2DE}"/>
              </a:ext>
            </a:extLst>
          </p:cNvPr>
          <p:cNvSpPr/>
          <p:nvPr/>
        </p:nvSpPr>
        <p:spPr>
          <a:xfrm>
            <a:off x="838200" y="4165599"/>
            <a:ext cx="2834640" cy="502920"/>
          </a:xfrm>
          <a:prstGeom prst="roundRect">
            <a:avLst/>
          </a:prstGeom>
          <a:solidFill>
            <a:srgbClr val="753ACA"/>
          </a:solidFill>
          <a:ln>
            <a:solidFill>
              <a:srgbClr val="753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Removed/restored/reset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C548B26-CC43-6C13-BEAB-6AF6217D3E32}"/>
              </a:ext>
            </a:extLst>
          </p:cNvPr>
          <p:cNvSpPr txBox="1"/>
          <p:nvPr/>
        </p:nvSpPr>
        <p:spPr>
          <a:xfrm>
            <a:off x="3901439" y="4211319"/>
            <a:ext cx="7680960" cy="4114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r>
              <a:rPr sz="1600" b="0" i="0">
                <a:solidFill>
                  <a:srgbClr val="122B48"/>
                </a:solidFill>
                <a:latin typeface="Aptos"/>
              </a:rPr>
              <a:t>Inference requiring corroboration across gaps and missing artifacts</a:t>
            </a:r>
          </a:p>
        </p:txBody>
      </p:sp>
      <p:sp>
        <p:nvSpPr>
          <p:cNvPr id="41" name="Rounded Rectangle 13">
            <a:extLst>
              <a:ext uri="{FF2B5EF4-FFF2-40B4-BE49-F238E27FC236}">
                <a16:creationId xmlns:a16="http://schemas.microsoft.com/office/drawing/2014/main" id="{8B5A4EC4-3D0B-62FE-4E8A-C03B001B30FC}"/>
              </a:ext>
            </a:extLst>
          </p:cNvPr>
          <p:cNvSpPr/>
          <p:nvPr/>
        </p:nvSpPr>
        <p:spPr>
          <a:xfrm>
            <a:off x="838200" y="5191760"/>
            <a:ext cx="10698480" cy="566928"/>
          </a:xfrm>
          <a:prstGeom prst="roundRect">
            <a:avLst/>
          </a:prstGeom>
          <a:solidFill>
            <a:srgbClr val="EDF4FF"/>
          </a:solidFill>
          <a:ln>
            <a:solidFill>
              <a:srgbClr val="9EC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rIns="109728" rtlCol="0" anchor="ctr"/>
          <a:lstStyle/>
          <a:p>
            <a:pPr algn="l"/>
            <a:r>
              <a:rPr sz="1420" b="1">
                <a:solidFill>
                  <a:srgbClr val="122B48"/>
                </a:solidFill>
                <a:latin typeface="Aptos"/>
              </a:rPr>
              <a:t>Final output: defensible timeline + source path + decoded time + confidence level.</a:t>
            </a:r>
          </a:p>
        </p:txBody>
      </p:sp>
    </p:spTree>
    <p:extLst>
      <p:ext uri="{BB962C8B-B14F-4D97-AF65-F5344CB8AC3E}">
        <p14:creationId xmlns:p14="http://schemas.microsoft.com/office/powerpoint/2010/main" val="89273520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F2838DB-1D88-20A9-4221-71B89B5A9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01044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99BCE-0FF2-72DF-4857-90F5D65FA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Summary- What Does Each Artifact Tell Us?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104A212-3063-505C-36BD-7DF3D0B03B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0607339"/>
              </p:ext>
            </p:extLst>
          </p:nvPr>
        </p:nvGraphicFramePr>
        <p:xfrm>
          <a:off x="736600" y="2237229"/>
          <a:ext cx="11054080" cy="37442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75840">
                  <a:extLst>
                    <a:ext uri="{9D8B030D-6E8A-4147-A177-3AD203B41FA5}">
                      <a16:colId xmlns:a16="http://schemas.microsoft.com/office/drawing/2014/main" val="1972548451"/>
                    </a:ext>
                  </a:extLst>
                </a:gridCol>
                <a:gridCol w="4653935">
                  <a:extLst>
                    <a:ext uri="{9D8B030D-6E8A-4147-A177-3AD203B41FA5}">
                      <a16:colId xmlns:a16="http://schemas.microsoft.com/office/drawing/2014/main" val="133997644"/>
                    </a:ext>
                  </a:extLst>
                </a:gridCol>
                <a:gridCol w="4124305">
                  <a:extLst>
                    <a:ext uri="{9D8B030D-6E8A-4147-A177-3AD203B41FA5}">
                      <a16:colId xmlns:a16="http://schemas.microsoft.com/office/drawing/2014/main" val="4064335467"/>
                    </a:ext>
                  </a:extLst>
                </a:gridCol>
              </a:tblGrid>
              <a:tr h="276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Artifact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/>
                        <a:t>What we observe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b="1" dirty="0"/>
                        <a:t>What it may establish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66260139"/>
                  </a:ext>
                </a:extLst>
              </a:tr>
              <a:tr h="3212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App data directory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Package directory exists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App/package data existed on device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63831083"/>
                  </a:ext>
                </a:extLst>
              </a:tr>
              <a:tr h="49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localappstate.db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Package, account, download information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Google Play-related acquisition/download evidence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4556370"/>
                  </a:ext>
                </a:extLst>
              </a:tr>
              <a:tr h="3212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library.db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Ownership/acquisition record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App associated with Google account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3757142"/>
                  </a:ext>
                </a:extLst>
              </a:tr>
              <a:tr h="491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packages.xml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Package, installer, version, install/update times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Package Manager state and metadata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5717301"/>
                  </a:ext>
                </a:extLst>
              </a:tr>
              <a:tr h="27632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packages.list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Package ↔ UID/data path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App identity and sandbox UID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4485042"/>
                  </a:ext>
                </a:extLst>
              </a:tr>
              <a:tr h="3212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usagestats/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Foreground/background/activity events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When and how an app was active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1636709"/>
                  </a:ext>
                </a:extLst>
              </a:tr>
              <a:tr h="3212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Activity/class name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/>
                        <a:t>e.g., SelectLocationActivity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000" dirty="0"/>
                        <a:t>Possible function/screen being used</a:t>
                      </a:r>
                    </a:p>
                  </a:txBody>
                  <a:tcPr marL="87027" marR="87027" marT="43513" marB="43513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862957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4962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19979</TotalTime>
  <Words>6310</Words>
  <Application>Microsoft Office PowerPoint</Application>
  <PresentationFormat>Widescreen</PresentationFormat>
  <Paragraphs>768</Paragraphs>
  <Slides>75</Slides>
  <Notes>45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4" baseType="lpstr">
      <vt:lpstr>Cambira</vt:lpstr>
      <vt:lpstr>Aptos</vt:lpstr>
      <vt:lpstr>Arial</vt:lpstr>
      <vt:lpstr>Arial Narrow</vt:lpstr>
      <vt:lpstr>Calibri</vt:lpstr>
      <vt:lpstr>Calibri Light</vt:lpstr>
      <vt:lpstr>open sans</vt:lpstr>
      <vt:lpstr>Roboto</vt:lpstr>
      <vt:lpstr>Office Theme</vt:lpstr>
      <vt:lpstr>Tracking Android Apps Through Their Life Cycle</vt:lpstr>
      <vt:lpstr>Android App Lifecycle Analysis</vt:lpstr>
      <vt:lpstr>1: Identify Apps</vt:lpstr>
      <vt:lpstr>Classify Identified App Packages</vt:lpstr>
      <vt:lpstr>Identify Apps Overview</vt:lpstr>
      <vt:lpstr>I. Find Apps in Play Store database</vt:lpstr>
      <vt:lpstr>Google Play Store App Data</vt:lpstr>
      <vt:lpstr>Locate Play Store Databases</vt:lpstr>
      <vt:lpstr>Open localappstate.db</vt:lpstr>
      <vt:lpstr>PowerPoint Presentation</vt:lpstr>
      <vt:lpstr>PowerPoint Presentation</vt:lpstr>
      <vt:lpstr>List Installed or Downloaded App Records</vt:lpstr>
      <vt:lpstr>Was WeChat Downloaded?</vt:lpstr>
      <vt:lpstr>Investigation Focus</vt:lpstr>
      <vt:lpstr>Search App Records with SQL</vt:lpstr>
      <vt:lpstr>Alternative: Export appstate to CSV.</vt:lpstr>
      <vt:lpstr>Verify CSV Output and Locate WeChat</vt:lpstr>
      <vt:lpstr>WeChat Account and First Download Time</vt:lpstr>
      <vt:lpstr>App Download Window</vt:lpstr>
      <vt:lpstr>II. Exam purchase record/ownership in Play Store</vt:lpstr>
      <vt:lpstr>Play Store Ownership Records: library.db</vt:lpstr>
      <vt:lpstr>Case Study: When was WhatsApp purchased?</vt:lpstr>
      <vt:lpstr>WhatsApp: Query Purchase/Acquisition Time</vt:lpstr>
      <vt:lpstr>Combine SQLite Query and Time Conversion</vt:lpstr>
      <vt:lpstr>Interpret Purchase Time vs Download Time</vt:lpstr>
      <vt:lpstr>III. App data directories</vt:lpstr>
      <vt:lpstr>Show all packages under the folder /data/data/</vt:lpstr>
      <vt:lpstr>Group 1: Google Apps: com.google.*</vt:lpstr>
      <vt:lpstr>PowerPoint Presentation</vt:lpstr>
      <vt:lpstr>PowerPoint Presentation</vt:lpstr>
      <vt:lpstr>Group 2: AOSP Apps: com.andriod.*</vt:lpstr>
      <vt:lpstr>Group 3: 3rd-party apps</vt:lpstr>
      <vt:lpstr>PowerPoint Presentation</vt:lpstr>
      <vt:lpstr>PowerPoint Presentation</vt:lpstr>
      <vt:lpstr>Step 1 Summary: Identify Apps</vt:lpstr>
      <vt:lpstr>2: Examine App Metadata</vt:lpstr>
      <vt:lpstr>What App Metadata Does Android Store?</vt:lpstr>
      <vt:lpstr>Locate Metadata Files</vt:lpstr>
      <vt:lpstr>packages.list: UID and Data Directory</vt:lpstr>
      <vt:lpstr>packages.xml: Installed-App Metadata</vt:lpstr>
      <vt:lpstr>packages.xml Example: Gmail and GMS Records</vt:lpstr>
      <vt:lpstr>PowerPoint Presentation</vt:lpstr>
      <vt:lpstr>Decode PackageManager Timestamps</vt:lpstr>
      <vt:lpstr>Step 2 Summary: App Metadata</vt:lpstr>
      <vt:lpstr>3: Reconstruct App Usage  </vt:lpstr>
      <vt:lpstr>Usage Analysis Questions</vt:lpstr>
      <vt:lpstr>package-usage.list: Last Usage Indicators</vt:lpstr>
      <vt:lpstr>Usage events in system/usagestats</vt:lpstr>
      <vt:lpstr>Android Activity and Usage Events</vt:lpstr>
      <vt:lpstr>Activity Lifecycle Diagram</vt:lpstr>
      <vt:lpstr>Core Lifecycle Callbacks</vt:lpstr>
      <vt:lpstr>PowerPoint Presentation</vt:lpstr>
      <vt:lpstr>Read UsageStats Event Logs</vt:lpstr>
      <vt:lpstr>How to read activity event log files?</vt:lpstr>
      <vt:lpstr>1. Protocol Buffers Format </vt:lpstr>
      <vt:lpstr>2. Prepare tool and data</vt:lpstr>
      <vt:lpstr>3. Parse usagestats into a SQLite Database</vt:lpstr>
      <vt:lpstr>4. Understand Parsed UsageStats Columns</vt:lpstr>
      <vt:lpstr>5. Query Parsed UsageStats Events</vt:lpstr>
      <vt:lpstr>6. Review Parsed UsageStats Report</vt:lpstr>
      <vt:lpstr>Step 3 Summary: Reconstruct Usage</vt:lpstr>
      <vt:lpstr>4: Interpret App Lifecycle</vt:lpstr>
      <vt:lpstr>Case Question: When Was Location Shared in LINE?</vt:lpstr>
      <vt:lpstr>Find the LINE Package Name</vt:lpstr>
      <vt:lpstr>Search for LINE Activity Events</vt:lpstr>
      <vt:lpstr>Candidate Location-Sharing Activity Events</vt:lpstr>
      <vt:lpstr>Determine the LINE Usage Time Window</vt:lpstr>
      <vt:lpstr>PowerPoint Presentation</vt:lpstr>
      <vt:lpstr>Next Activity After Location Sharing</vt:lpstr>
      <vt:lpstr>Interpret Follow-On Package Activity</vt:lpstr>
      <vt:lpstr>Package Context: Pixel Launcher</vt:lpstr>
      <vt:lpstr>Package Context: Viber</vt:lpstr>
      <vt:lpstr>Step 4 Summary: Interpret Lifecycle</vt:lpstr>
      <vt:lpstr>PowerPoint Presentation</vt:lpstr>
      <vt:lpstr>Summary- What Does Each Artifact Tell Us?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Installing Visual Studio Code</dc:title>
  <dc:creator>Weifeng Xu</dc:creator>
  <cp:lastModifiedBy>Weifeng Xu</cp:lastModifiedBy>
  <cp:revision>7</cp:revision>
  <dcterms:created xsi:type="dcterms:W3CDTF">2021-01-18T02:02:41Z</dcterms:created>
  <dcterms:modified xsi:type="dcterms:W3CDTF">2026-10-10T02:53:46Z</dcterms:modified>
</cp:coreProperties>
</file>