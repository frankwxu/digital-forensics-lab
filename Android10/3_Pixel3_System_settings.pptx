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310" r:id="rId3"/>
    <p:sldId id="315" r:id="rId4"/>
    <p:sldId id="309" r:id="rId5"/>
    <p:sldId id="326" r:id="rId6"/>
    <p:sldId id="327" r:id="rId7"/>
    <p:sldId id="313" r:id="rId8"/>
    <p:sldId id="268" r:id="rId9"/>
    <p:sldId id="314" r:id="rId10"/>
    <p:sldId id="311" r:id="rId11"/>
    <p:sldId id="295" r:id="rId12"/>
    <p:sldId id="296" r:id="rId13"/>
    <p:sldId id="294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6" r:id="rId23"/>
    <p:sldId id="281" r:id="rId24"/>
    <p:sldId id="272" r:id="rId25"/>
    <p:sldId id="284" r:id="rId26"/>
    <p:sldId id="286" r:id="rId27"/>
    <p:sldId id="285" r:id="rId28"/>
    <p:sldId id="257" r:id="rId29"/>
    <p:sldId id="258" r:id="rId30"/>
    <p:sldId id="259" r:id="rId31"/>
    <p:sldId id="282" r:id="rId32"/>
    <p:sldId id="275" r:id="rId33"/>
    <p:sldId id="319" r:id="rId34"/>
    <p:sldId id="320" r:id="rId35"/>
    <p:sldId id="316" r:id="rId36"/>
    <p:sldId id="321" r:id="rId37"/>
    <p:sldId id="322" r:id="rId38"/>
    <p:sldId id="277" r:id="rId39"/>
    <p:sldId id="288" r:id="rId40"/>
    <p:sldId id="307" r:id="rId41"/>
    <p:sldId id="290" r:id="rId42"/>
    <p:sldId id="291" r:id="rId43"/>
    <p:sldId id="293" r:id="rId44"/>
    <p:sldId id="262" r:id="rId45"/>
    <p:sldId id="279" r:id="rId46"/>
    <p:sldId id="265" r:id="rId47"/>
    <p:sldId id="276" r:id="rId48"/>
    <p:sldId id="263" r:id="rId49"/>
    <p:sldId id="323" r:id="rId50"/>
    <p:sldId id="278" r:id="rId51"/>
    <p:sldId id="271" r:id="rId52"/>
    <p:sldId id="269" r:id="rId53"/>
    <p:sldId id="270" r:id="rId54"/>
    <p:sldId id="28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EAE"/>
    <a:srgbClr val="AB51D6"/>
    <a:srgbClr val="FF9A00"/>
    <a:srgbClr val="D81E00"/>
    <a:srgbClr val="00AAD6"/>
    <a:srgbClr val="318EFD"/>
    <a:srgbClr val="007DB5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60DD62-14EE-4DB0-B1F2-70FC2B86675D}" v="63" dt="2026-09-11T03:30:24.3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59" autoAdjust="0"/>
    <p:restoredTop sz="92287" autoAdjust="0"/>
  </p:normalViewPr>
  <p:slideViewPr>
    <p:cSldViewPr snapToGrid="0">
      <p:cViewPr>
        <p:scale>
          <a:sx n="100" d="100"/>
          <a:sy n="100" d="100"/>
        </p:scale>
        <p:origin x="89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custSel addSld delSld modSld sldOrd">
      <pc:chgData name="Weifeng Xu" userId="e7aed605-a3dd-4d5a-a692-a87037af107b" providerId="ADAL" clId="{F99F8FFF-BA20-43EA-924B-4DF5D2A785F3}" dt="2026-09-11T03:36:04.910" v="2182" actId="20577"/>
      <pc:docMkLst>
        <pc:docMk/>
      </pc:docMkLst>
      <pc:sldChg chg="modSp mod">
        <pc:chgData name="Weifeng Xu" userId="e7aed605-a3dd-4d5a-a692-a87037af107b" providerId="ADAL" clId="{F99F8FFF-BA20-43EA-924B-4DF5D2A785F3}" dt="2026-09-11T02:04:12.997" v="1727" actId="6549"/>
        <pc:sldMkLst>
          <pc:docMk/>
          <pc:sldMk cId="1323245308" sldId="256"/>
        </pc:sldMkLst>
        <pc:spChg chg="mod">
          <ac:chgData name="Weifeng Xu" userId="e7aed605-a3dd-4d5a-a692-a87037af107b" providerId="ADAL" clId="{F99F8FFF-BA20-43EA-924B-4DF5D2A785F3}" dt="2026-09-10T21:27:17.884" v="1075"/>
          <ac:spMkLst>
            <pc:docMk/>
            <pc:sldMk cId="1323245308" sldId="256"/>
            <ac:spMk id="2" creationId="{B476BAF9-88AC-4600-B511-347782B9C875}"/>
          </ac:spMkLst>
        </pc:spChg>
        <pc:spChg chg="mod">
          <ac:chgData name="Weifeng Xu" userId="e7aed605-a3dd-4d5a-a692-a87037af107b" providerId="ADAL" clId="{F99F8FFF-BA20-43EA-924B-4DF5D2A785F3}" dt="2026-09-11T02:04:12.997" v="1727" actId="6549"/>
          <ac:spMkLst>
            <pc:docMk/>
            <pc:sldMk cId="1323245308" sldId="256"/>
            <ac:spMk id="3" creationId="{58CD3106-2EE0-40F4-8C0B-042135FF9FB4}"/>
          </ac:spMkLst>
        </pc:spChg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3947350244" sldId="257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2813085997" sldId="258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2717797818" sldId="259"/>
        </pc:sldMkLst>
      </pc:sldChg>
      <pc:sldChg chg="modSp mod">
        <pc:chgData name="Weifeng Xu" userId="e7aed605-a3dd-4d5a-a692-a87037af107b" providerId="ADAL" clId="{F99F8FFF-BA20-43EA-924B-4DF5D2A785F3}" dt="2026-09-11T01:44:14.506" v="1618" actId="113"/>
        <pc:sldMkLst>
          <pc:docMk/>
          <pc:sldMk cId="2002273286" sldId="263"/>
        </pc:sldMkLst>
        <pc:spChg chg="mod">
          <ac:chgData name="Weifeng Xu" userId="e7aed605-a3dd-4d5a-a692-a87037af107b" providerId="ADAL" clId="{F99F8FFF-BA20-43EA-924B-4DF5D2A785F3}" dt="2026-09-11T01:03:53.463" v="1541" actId="20577"/>
          <ac:spMkLst>
            <pc:docMk/>
            <pc:sldMk cId="2002273286" sldId="263"/>
            <ac:spMk id="4" creationId="{A458D9B4-FBFF-4775-A39B-6F85F15FAE55}"/>
          </ac:spMkLst>
        </pc:spChg>
        <pc:spChg chg="mod">
          <ac:chgData name="Weifeng Xu" userId="e7aed605-a3dd-4d5a-a692-a87037af107b" providerId="ADAL" clId="{F99F8FFF-BA20-43EA-924B-4DF5D2A785F3}" dt="2026-09-11T01:44:14.506" v="1618" actId="113"/>
          <ac:spMkLst>
            <pc:docMk/>
            <pc:sldMk cId="2002273286" sldId="263"/>
            <ac:spMk id="5" creationId="{E717E15B-A8E3-4062-81C5-C152D8ABA82E}"/>
          </ac:spMkLst>
        </pc:spChg>
        <pc:picChg chg="mod">
          <ac:chgData name="Weifeng Xu" userId="e7aed605-a3dd-4d5a-a692-a87037af107b" providerId="ADAL" clId="{F99F8FFF-BA20-43EA-924B-4DF5D2A785F3}" dt="2026-09-11T01:39:02.358" v="1612" actId="1076"/>
          <ac:picMkLst>
            <pc:docMk/>
            <pc:sldMk cId="2002273286" sldId="263"/>
            <ac:picMk id="1026" creationId="{304E326E-5CB2-40F7-8685-A12AAC92AC26}"/>
          </ac:picMkLst>
        </pc:picChg>
        <pc:picChg chg="mod">
          <ac:chgData name="Weifeng Xu" userId="e7aed605-a3dd-4d5a-a692-a87037af107b" providerId="ADAL" clId="{F99F8FFF-BA20-43EA-924B-4DF5D2A785F3}" dt="2026-09-11T01:39:03.856" v="1613" actId="1076"/>
          <ac:picMkLst>
            <pc:docMk/>
            <pc:sldMk cId="2002273286" sldId="263"/>
            <ac:picMk id="1030" creationId="{99EB1439-5625-40B3-8F26-832A96D78C5B}"/>
          </ac:picMkLst>
        </pc:picChg>
      </pc:sldChg>
      <pc:sldChg chg="delSp modSp del mod ord delDesignElem chgLayout">
        <pc:chgData name="Weifeng Xu" userId="e7aed605-a3dd-4d5a-a692-a87037af107b" providerId="ADAL" clId="{F99F8FFF-BA20-43EA-924B-4DF5D2A785F3}" dt="2026-09-11T02:37:33.335" v="1877" actId="47"/>
        <pc:sldMkLst>
          <pc:docMk/>
          <pc:sldMk cId="1282228560" sldId="264"/>
        </pc:sldMkLst>
        <pc:spChg chg="mod ord">
          <ac:chgData name="Weifeng Xu" userId="e7aed605-a3dd-4d5a-a692-a87037af107b" providerId="ADAL" clId="{F99F8FFF-BA20-43EA-924B-4DF5D2A785F3}" dt="2026-09-11T02:35:50.542" v="1851" actId="108"/>
          <ac:spMkLst>
            <pc:docMk/>
            <pc:sldMk cId="1282228560" sldId="264"/>
            <ac:spMk id="4" creationId="{2D2DF58D-6529-4792-B7C5-2A36ED95C8C2}"/>
          </ac:spMkLst>
        </pc:spChg>
        <pc:spChg chg="del">
          <ac:chgData name="Weifeng Xu" userId="e7aed605-a3dd-4d5a-a692-a87037af107b" providerId="ADAL" clId="{F99F8FFF-BA20-43EA-924B-4DF5D2A785F3}" dt="2026-09-11T02:35:34.291" v="1846" actId="700"/>
          <ac:spMkLst>
            <pc:docMk/>
            <pc:sldMk cId="1282228560" sldId="264"/>
            <ac:spMk id="16" creationId="{D12DDE76-C203-4047-9998-63900085B5E8}"/>
          </ac:spMkLst>
        </pc:spChg>
        <pc:picChg chg="mod">
          <ac:chgData name="Weifeng Xu" userId="e7aed605-a3dd-4d5a-a692-a87037af107b" providerId="ADAL" clId="{F99F8FFF-BA20-43EA-924B-4DF5D2A785F3}" dt="2026-09-11T02:35:57.322" v="1852" actId="1076"/>
          <ac:picMkLst>
            <pc:docMk/>
            <pc:sldMk cId="1282228560" sldId="264"/>
            <ac:picMk id="8" creationId="{3558C6C4-D719-4C25-A8F3-5C01A03BFC98}"/>
          </ac:picMkLst>
        </pc:picChg>
      </pc:sldChg>
      <pc:sldChg chg="del">
        <pc:chgData name="Weifeng Xu" userId="e7aed605-a3dd-4d5a-a692-a87037af107b" providerId="ADAL" clId="{F99F8FFF-BA20-43EA-924B-4DF5D2A785F3}" dt="2026-09-11T01:01:31.419" v="1523" actId="47"/>
        <pc:sldMkLst>
          <pc:docMk/>
          <pc:sldMk cId="3968060583" sldId="266"/>
        </pc:sldMkLst>
      </pc:sldChg>
      <pc:sldChg chg="del ord">
        <pc:chgData name="Weifeng Xu" userId="e7aed605-a3dd-4d5a-a692-a87037af107b" providerId="ADAL" clId="{F99F8FFF-BA20-43EA-924B-4DF5D2A785F3}" dt="2026-09-11T01:49:04.948" v="1648" actId="47"/>
        <pc:sldMkLst>
          <pc:docMk/>
          <pc:sldMk cId="957453442" sldId="267"/>
        </pc:sldMkLst>
      </pc:sldChg>
      <pc:sldChg chg="modSp mod ord">
        <pc:chgData name="Weifeng Xu" userId="e7aed605-a3dd-4d5a-a692-a87037af107b" providerId="ADAL" clId="{F99F8FFF-BA20-43EA-924B-4DF5D2A785F3}" dt="2026-09-11T02:30:49.534" v="1791" actId="108"/>
        <pc:sldMkLst>
          <pc:docMk/>
          <pc:sldMk cId="877308037" sldId="268"/>
        </pc:sldMkLst>
        <pc:graphicFrameChg chg="mod modGraphic">
          <ac:chgData name="Weifeng Xu" userId="e7aed605-a3dd-4d5a-a692-a87037af107b" providerId="ADAL" clId="{F99F8FFF-BA20-43EA-924B-4DF5D2A785F3}" dt="2026-09-11T02:30:49.534" v="1791" actId="108"/>
          <ac:graphicFrameMkLst>
            <pc:docMk/>
            <pc:sldMk cId="877308037" sldId="268"/>
            <ac:graphicFrameMk id="5" creationId="{6418CA68-875C-4219-A54D-045820EE6CD7}"/>
          </ac:graphicFrameMkLst>
        </pc:graphicFrameChg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2993734160" sldId="272"/>
        </pc:sldMkLst>
      </pc:sldChg>
      <pc:sldChg chg="modSp mod ord">
        <pc:chgData name="Weifeng Xu" userId="e7aed605-a3dd-4d5a-a692-a87037af107b" providerId="ADAL" clId="{F99F8FFF-BA20-43EA-924B-4DF5D2A785F3}" dt="2026-09-11T02:53:47.568" v="1909" actId="20577"/>
        <pc:sldMkLst>
          <pc:docMk/>
          <pc:sldMk cId="774738833" sldId="275"/>
        </pc:sldMkLst>
        <pc:spChg chg="mod">
          <ac:chgData name="Weifeng Xu" userId="e7aed605-a3dd-4d5a-a692-a87037af107b" providerId="ADAL" clId="{F99F8FFF-BA20-43EA-924B-4DF5D2A785F3}" dt="2026-09-11T02:02:44.898" v="1726"/>
          <ac:spMkLst>
            <pc:docMk/>
            <pc:sldMk cId="774738833" sldId="275"/>
            <ac:spMk id="4" creationId="{20B3BF32-46DC-44D1-9D08-9EA249245DE7}"/>
          </ac:spMkLst>
        </pc:spChg>
        <pc:spChg chg="mod">
          <ac:chgData name="Weifeng Xu" userId="e7aed605-a3dd-4d5a-a692-a87037af107b" providerId="ADAL" clId="{F99F8FFF-BA20-43EA-924B-4DF5D2A785F3}" dt="2026-09-11T02:53:47.568" v="1909" actId="20577"/>
          <ac:spMkLst>
            <pc:docMk/>
            <pc:sldMk cId="774738833" sldId="275"/>
            <ac:spMk id="5" creationId="{91703171-0163-46F3-B97A-E93584943FFF}"/>
          </ac:spMkLst>
        </pc:spChg>
      </pc:sldChg>
      <pc:sldChg chg="modSp mod">
        <pc:chgData name="Weifeng Xu" userId="e7aed605-a3dd-4d5a-a692-a87037af107b" providerId="ADAL" clId="{F99F8FFF-BA20-43EA-924B-4DF5D2A785F3}" dt="2026-09-11T01:03:34.290" v="1537" actId="20577"/>
        <pc:sldMkLst>
          <pc:docMk/>
          <pc:sldMk cId="124320607" sldId="276"/>
        </pc:sldMkLst>
        <pc:spChg chg="mod">
          <ac:chgData name="Weifeng Xu" userId="e7aed605-a3dd-4d5a-a692-a87037af107b" providerId="ADAL" clId="{F99F8FFF-BA20-43EA-924B-4DF5D2A785F3}" dt="2026-09-11T01:03:34.290" v="1537" actId="20577"/>
          <ac:spMkLst>
            <pc:docMk/>
            <pc:sldMk cId="124320607" sldId="276"/>
            <ac:spMk id="4" creationId="{4BA88270-109E-4A43-A31C-3F6EEDE89461}"/>
          </ac:spMkLst>
        </pc:spChg>
      </pc:sldChg>
      <pc:sldChg chg="modSp mod ord">
        <pc:chgData name="Weifeng Xu" userId="e7aed605-a3dd-4d5a-a692-a87037af107b" providerId="ADAL" clId="{F99F8FFF-BA20-43EA-924B-4DF5D2A785F3}" dt="2026-09-11T02:32:57.061" v="1808" actId="20577"/>
        <pc:sldMkLst>
          <pc:docMk/>
          <pc:sldMk cId="2231598685" sldId="281"/>
        </pc:sldMkLst>
        <pc:spChg chg="mod">
          <ac:chgData name="Weifeng Xu" userId="e7aed605-a3dd-4d5a-a692-a87037af107b" providerId="ADAL" clId="{F99F8FFF-BA20-43EA-924B-4DF5D2A785F3}" dt="2026-09-11T02:32:57.061" v="1808" actId="20577"/>
          <ac:spMkLst>
            <pc:docMk/>
            <pc:sldMk cId="2231598685" sldId="281"/>
            <ac:spMk id="2" creationId="{17031E37-A3D0-4814-A249-06401F1AF69B}"/>
          </ac:spMkLst>
        </pc:spChg>
      </pc:sldChg>
      <pc:sldChg chg="addSp delSp modSp mod ord delDesignElem chgLayout">
        <pc:chgData name="Weifeng Xu" userId="e7aed605-a3dd-4d5a-a692-a87037af107b" providerId="ADAL" clId="{F99F8FFF-BA20-43EA-924B-4DF5D2A785F3}" dt="2026-09-11T02:37:54.202" v="1886" actId="20577"/>
        <pc:sldMkLst>
          <pc:docMk/>
          <pc:sldMk cId="3211939551" sldId="282"/>
        </pc:sldMkLst>
        <pc:spChg chg="mod ord">
          <ac:chgData name="Weifeng Xu" userId="e7aed605-a3dd-4d5a-a692-a87037af107b" providerId="ADAL" clId="{F99F8FFF-BA20-43EA-924B-4DF5D2A785F3}" dt="2026-09-11T02:37:54.202" v="1886" actId="20577"/>
          <ac:spMkLst>
            <pc:docMk/>
            <pc:sldMk cId="3211939551" sldId="282"/>
            <ac:spMk id="4" creationId="{194533EE-554E-4360-9966-F2615CA4AEB8}"/>
          </ac:spMkLst>
        </pc:spChg>
        <pc:spChg chg="del">
          <ac:chgData name="Weifeng Xu" userId="e7aed605-a3dd-4d5a-a692-a87037af107b" providerId="ADAL" clId="{F99F8FFF-BA20-43EA-924B-4DF5D2A785F3}" dt="2026-09-11T02:33:58.254" v="1809" actId="700"/>
          <ac:spMkLst>
            <pc:docMk/>
            <pc:sldMk cId="3211939551" sldId="282"/>
            <ac:spMk id="11" creationId="{D4771268-CB57-404A-9271-370EB28F6090}"/>
          </ac:spMkLst>
        </pc:spChg>
        <pc:picChg chg="add mod">
          <ac:chgData name="Weifeng Xu" userId="e7aed605-a3dd-4d5a-a692-a87037af107b" providerId="ADAL" clId="{F99F8FFF-BA20-43EA-924B-4DF5D2A785F3}" dt="2026-09-11T02:36:47.515" v="1863" actId="1076"/>
          <ac:picMkLst>
            <pc:docMk/>
            <pc:sldMk cId="3211939551" sldId="282"/>
            <ac:picMk id="3" creationId="{D572607D-CB2A-F691-D446-B02F98AD85F4}"/>
          </ac:picMkLst>
        </pc:picChg>
        <pc:picChg chg="mod">
          <ac:chgData name="Weifeng Xu" userId="e7aed605-a3dd-4d5a-a692-a87037af107b" providerId="ADAL" clId="{F99F8FFF-BA20-43EA-924B-4DF5D2A785F3}" dt="2026-09-11T02:36:49.173" v="1864" actId="1076"/>
          <ac:picMkLst>
            <pc:docMk/>
            <pc:sldMk cId="3211939551" sldId="282"/>
            <ac:picMk id="6" creationId="{A8678943-EE50-4EC2-B2EB-EC6290111EA0}"/>
          </ac:picMkLst>
        </pc:picChg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3850375873" sldId="284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2575615686" sldId="285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218088864" sldId="286"/>
        </pc:sldMkLst>
      </pc:sldChg>
      <pc:sldChg chg="addSp delSp modSp mod">
        <pc:chgData name="Weifeng Xu" userId="e7aed605-a3dd-4d5a-a692-a87037af107b" providerId="ADAL" clId="{F99F8FFF-BA20-43EA-924B-4DF5D2A785F3}" dt="2026-09-11T03:15:47.586" v="2008" actId="108"/>
        <pc:sldMkLst>
          <pc:docMk/>
          <pc:sldMk cId="124034966" sldId="288"/>
        </pc:sldMkLst>
        <pc:spChg chg="add mod">
          <ac:chgData name="Weifeng Xu" userId="e7aed605-a3dd-4d5a-a692-a87037af107b" providerId="ADAL" clId="{F99F8FFF-BA20-43EA-924B-4DF5D2A785F3}" dt="2026-09-11T03:15:47.586" v="2008" actId="108"/>
          <ac:spMkLst>
            <pc:docMk/>
            <pc:sldMk cId="124034966" sldId="288"/>
            <ac:spMk id="5" creationId="{2D40A8C3-B4F4-D308-2898-4179B2304357}"/>
          </ac:spMkLst>
        </pc:spChg>
        <pc:spChg chg="del mod">
          <ac:chgData name="Weifeng Xu" userId="e7aed605-a3dd-4d5a-a692-a87037af107b" providerId="ADAL" clId="{F99F8FFF-BA20-43EA-924B-4DF5D2A785F3}" dt="2026-09-11T03:11:45.333" v="1997" actId="478"/>
          <ac:spMkLst>
            <pc:docMk/>
            <pc:sldMk cId="124034966" sldId="288"/>
            <ac:spMk id="8" creationId="{703E91E1-51DA-42B5-B159-B7F38750B6F7}"/>
          </ac:spMkLst>
        </pc:spChg>
        <pc:picChg chg="del">
          <ac:chgData name="Weifeng Xu" userId="e7aed605-a3dd-4d5a-a692-a87037af107b" providerId="ADAL" clId="{F99F8FFF-BA20-43EA-924B-4DF5D2A785F3}" dt="2026-09-11T03:11:42.023" v="1995" actId="478"/>
          <ac:picMkLst>
            <pc:docMk/>
            <pc:sldMk cId="124034966" sldId="288"/>
            <ac:picMk id="10" creationId="{53772374-1872-4D23-97AF-1A12C760A2CB}"/>
          </ac:picMkLst>
        </pc:picChg>
        <pc:cxnChg chg="del">
          <ac:chgData name="Weifeng Xu" userId="e7aed605-a3dd-4d5a-a692-a87037af107b" providerId="ADAL" clId="{F99F8FFF-BA20-43EA-924B-4DF5D2A785F3}" dt="2026-09-11T03:11:38.743" v="1993" actId="478"/>
          <ac:cxnSpMkLst>
            <pc:docMk/>
            <pc:sldMk cId="124034966" sldId="288"/>
            <ac:cxnSpMk id="12" creationId="{E927EFD8-F0E9-40D7-ADA1-97C596B8099D}"/>
          </ac:cxnSpMkLst>
        </pc:cxnChg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487606806" sldId="294"/>
        </pc:sldMkLst>
      </pc:sldChg>
      <pc:sldChg chg="modSp mod ord">
        <pc:chgData name="Weifeng Xu" userId="e7aed605-a3dd-4d5a-a692-a87037af107b" providerId="ADAL" clId="{F99F8FFF-BA20-43EA-924B-4DF5D2A785F3}" dt="2026-09-11T02:48:18.008" v="1896" actId="20577"/>
        <pc:sldMkLst>
          <pc:docMk/>
          <pc:sldMk cId="3440924285" sldId="295"/>
        </pc:sldMkLst>
        <pc:spChg chg="mod">
          <ac:chgData name="Weifeng Xu" userId="e7aed605-a3dd-4d5a-a692-a87037af107b" providerId="ADAL" clId="{F99F8FFF-BA20-43EA-924B-4DF5D2A785F3}" dt="2026-09-11T02:48:18.008" v="1896" actId="20577"/>
          <ac:spMkLst>
            <pc:docMk/>
            <pc:sldMk cId="3440924285" sldId="295"/>
            <ac:spMk id="2" creationId="{BCDEDB9A-01A4-4B6B-B904-303FD3394D4F}"/>
          </ac:spMkLst>
        </pc:spChg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1494604329" sldId="296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3270382550" sldId="297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790591655" sldId="298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21390998" sldId="299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1138979085" sldId="300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2250649236" sldId="301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3209152045" sldId="302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3439482671" sldId="303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1193768337" sldId="304"/>
        </pc:sldMkLst>
      </pc:sldChg>
      <pc:sldChg chg="ord">
        <pc:chgData name="Weifeng Xu" userId="e7aed605-a3dd-4d5a-a692-a87037af107b" providerId="ADAL" clId="{F99F8FFF-BA20-43EA-924B-4DF5D2A785F3}" dt="2026-09-11T01:54:43.098" v="1656"/>
        <pc:sldMkLst>
          <pc:docMk/>
          <pc:sldMk cId="64038938" sldId="306"/>
        </pc:sldMkLst>
      </pc:sldChg>
      <pc:sldChg chg="addSp delSp modSp mod modClrScheme chgLayout">
        <pc:chgData name="Weifeng Xu" userId="e7aed605-a3dd-4d5a-a692-a87037af107b" providerId="ADAL" clId="{F99F8FFF-BA20-43EA-924B-4DF5D2A785F3}" dt="2026-09-11T03:36:04.910" v="2182" actId="20577"/>
        <pc:sldMkLst>
          <pc:docMk/>
          <pc:sldMk cId="9539454" sldId="307"/>
        </pc:sldMkLst>
        <pc:spChg chg="del mod">
          <ac:chgData name="Weifeng Xu" userId="e7aed605-a3dd-4d5a-a692-a87037af107b" providerId="ADAL" clId="{F99F8FFF-BA20-43EA-924B-4DF5D2A785F3}" dt="2026-09-11T02:59:57.700" v="1912" actId="478"/>
          <ac:spMkLst>
            <pc:docMk/>
            <pc:sldMk cId="9539454" sldId="307"/>
            <ac:spMk id="3" creationId="{88408C67-69F0-C411-F8A7-1A9556A1A0EC}"/>
          </ac:spMkLst>
        </pc:spChg>
        <pc:spChg chg="add del mod">
          <ac:chgData name="Weifeng Xu" userId="e7aed605-a3dd-4d5a-a692-a87037af107b" providerId="ADAL" clId="{F99F8FFF-BA20-43EA-924B-4DF5D2A785F3}" dt="2026-09-11T03:12:30.429" v="1999" actId="478"/>
          <ac:spMkLst>
            <pc:docMk/>
            <pc:sldMk cId="9539454" sldId="307"/>
            <ac:spMk id="4" creationId="{8428A04A-D0BE-9CF0-F4E2-67E44C45B8DB}"/>
          </ac:spMkLst>
        </pc:spChg>
        <pc:spChg chg="del mod">
          <ac:chgData name="Weifeng Xu" userId="e7aed605-a3dd-4d5a-a692-a87037af107b" providerId="ADAL" clId="{F99F8FFF-BA20-43EA-924B-4DF5D2A785F3}" dt="2026-09-11T03:01:48.504" v="1926" actId="478"/>
          <ac:spMkLst>
            <pc:docMk/>
            <pc:sldMk cId="9539454" sldId="307"/>
            <ac:spMk id="5" creationId="{631FED1B-EAD4-A309-51C4-139460F475CB}"/>
          </ac:spMkLst>
        </pc:spChg>
        <pc:spChg chg="del mod">
          <ac:chgData name="Weifeng Xu" userId="e7aed605-a3dd-4d5a-a692-a87037af107b" providerId="ADAL" clId="{F99F8FFF-BA20-43EA-924B-4DF5D2A785F3}" dt="2026-09-11T03:04:20.604" v="1942" actId="478"/>
          <ac:spMkLst>
            <pc:docMk/>
            <pc:sldMk cId="9539454" sldId="307"/>
            <ac:spMk id="6" creationId="{6248A996-0E6B-93B1-2C6D-6D0B30827656}"/>
          </ac:spMkLst>
        </pc:spChg>
        <pc:spChg chg="add mod ord">
          <ac:chgData name="Weifeng Xu" userId="e7aed605-a3dd-4d5a-a692-a87037af107b" providerId="ADAL" clId="{F99F8FFF-BA20-43EA-924B-4DF5D2A785F3}" dt="2026-09-11T03:36:04.910" v="2182" actId="20577"/>
          <ac:spMkLst>
            <pc:docMk/>
            <pc:sldMk cId="9539454" sldId="307"/>
            <ac:spMk id="7" creationId="{8771EA89-E9DA-69FF-CA82-F831CA2918B1}"/>
          </ac:spMkLst>
        </pc:spChg>
        <pc:spChg chg="mod ord">
          <ac:chgData name="Weifeng Xu" userId="e7aed605-a3dd-4d5a-a692-a87037af107b" providerId="ADAL" clId="{F99F8FFF-BA20-43EA-924B-4DF5D2A785F3}" dt="2026-09-11T03:27:20.451" v="2112"/>
          <ac:spMkLst>
            <pc:docMk/>
            <pc:sldMk cId="9539454" sldId="307"/>
            <ac:spMk id="10" creationId="{EFCA6C89-4570-86E8-42F3-E3A57463E73F}"/>
          </ac:spMkLst>
        </pc:spChg>
      </pc:sldChg>
      <pc:sldChg chg="del ord">
        <pc:chgData name="Weifeng Xu" userId="e7aed605-a3dd-4d5a-a692-a87037af107b" providerId="ADAL" clId="{F99F8FFF-BA20-43EA-924B-4DF5D2A785F3}" dt="2026-09-11T02:37:41.731" v="1878" actId="47"/>
        <pc:sldMkLst>
          <pc:docMk/>
          <pc:sldMk cId="4093693342" sldId="308"/>
        </pc:sldMkLst>
      </pc:sldChg>
      <pc:sldChg chg="modSp mod">
        <pc:chgData name="Weifeng Xu" userId="e7aed605-a3dd-4d5a-a692-a87037af107b" providerId="ADAL" clId="{F99F8FFF-BA20-43EA-924B-4DF5D2A785F3}" dt="2026-09-11T02:06:17.909" v="1774" actId="20577"/>
        <pc:sldMkLst>
          <pc:docMk/>
          <pc:sldMk cId="1719353275" sldId="309"/>
        </pc:sldMkLst>
        <pc:spChg chg="mod">
          <ac:chgData name="Weifeng Xu" userId="e7aed605-a3dd-4d5a-a692-a87037af107b" providerId="ADAL" clId="{F99F8FFF-BA20-43EA-924B-4DF5D2A785F3}" dt="2026-09-11T02:06:17.909" v="1774" actId="20577"/>
          <ac:spMkLst>
            <pc:docMk/>
            <pc:sldMk cId="1719353275" sldId="309"/>
            <ac:spMk id="2" creationId="{59D35B8E-D224-073A-D619-D131B39DEBF2}"/>
          </ac:spMkLst>
        </pc:spChg>
        <pc:spChg chg="mod">
          <ac:chgData name="Weifeng Xu" userId="e7aed605-a3dd-4d5a-a692-a87037af107b" providerId="ADAL" clId="{F99F8FFF-BA20-43EA-924B-4DF5D2A785F3}" dt="2026-09-10T21:42:17.414" v="1118" actId="6549"/>
          <ac:spMkLst>
            <pc:docMk/>
            <pc:sldMk cId="1719353275" sldId="309"/>
            <ac:spMk id="3" creationId="{094513B4-B1A8-4407-970B-AF39DF0A8DC3}"/>
          </ac:spMkLst>
        </pc:spChg>
      </pc:sldChg>
      <pc:sldChg chg="modSp new mod">
        <pc:chgData name="Weifeng Xu" userId="e7aed605-a3dd-4d5a-a692-a87037af107b" providerId="ADAL" clId="{F99F8FFF-BA20-43EA-924B-4DF5D2A785F3}" dt="2026-09-11T02:42:35.310" v="1888"/>
        <pc:sldMkLst>
          <pc:docMk/>
          <pc:sldMk cId="2413465160" sldId="310"/>
        </pc:sldMkLst>
        <pc:spChg chg="mod">
          <ac:chgData name="Weifeng Xu" userId="e7aed605-a3dd-4d5a-a692-a87037af107b" providerId="ADAL" clId="{F99F8FFF-BA20-43EA-924B-4DF5D2A785F3}" dt="2026-09-10T21:35:31.872" v="1098" actId="20577"/>
          <ac:spMkLst>
            <pc:docMk/>
            <pc:sldMk cId="2413465160" sldId="310"/>
            <ac:spMk id="2" creationId="{6A19ECD2-A3E7-B22E-DEBB-CDAAD651D2A6}"/>
          </ac:spMkLst>
        </pc:spChg>
        <pc:spChg chg="mod">
          <ac:chgData name="Weifeng Xu" userId="e7aed605-a3dd-4d5a-a692-a87037af107b" providerId="ADAL" clId="{F99F8FFF-BA20-43EA-924B-4DF5D2A785F3}" dt="2026-09-11T02:42:35.310" v="1888"/>
          <ac:spMkLst>
            <pc:docMk/>
            <pc:sldMk cId="2413465160" sldId="310"/>
            <ac:spMk id="3" creationId="{37871C27-D875-6D92-FDE4-C8AEF3E3C00C}"/>
          </ac:spMkLst>
        </pc:spChg>
      </pc:sldChg>
      <pc:sldChg chg="addSp delSp modSp new mod ord modClrScheme chgLayout">
        <pc:chgData name="Weifeng Xu" userId="e7aed605-a3dd-4d5a-a692-a87037af107b" providerId="ADAL" clId="{F99F8FFF-BA20-43EA-924B-4DF5D2A785F3}" dt="2026-09-11T02:08:33.568" v="1778"/>
        <pc:sldMkLst>
          <pc:docMk/>
          <pc:sldMk cId="2872115924" sldId="311"/>
        </pc:sldMkLst>
        <pc:spChg chg="del mod ord">
          <ac:chgData name="Weifeng Xu" userId="e7aed605-a3dd-4d5a-a692-a87037af107b" providerId="ADAL" clId="{F99F8FFF-BA20-43EA-924B-4DF5D2A785F3}" dt="2026-09-10T21:44:45.045" v="1121" actId="700"/>
          <ac:spMkLst>
            <pc:docMk/>
            <pc:sldMk cId="2872115924" sldId="311"/>
            <ac:spMk id="2" creationId="{EF5AE1B0-28EE-6F7D-BDF8-8F6F6F38CFD5}"/>
          </ac:spMkLst>
        </pc:spChg>
        <pc:spChg chg="add mod ord">
          <ac:chgData name="Weifeng Xu" userId="e7aed605-a3dd-4d5a-a692-a87037af107b" providerId="ADAL" clId="{F99F8FFF-BA20-43EA-924B-4DF5D2A785F3}" dt="2026-09-10T21:44:49.320" v="1122"/>
          <ac:spMkLst>
            <pc:docMk/>
            <pc:sldMk cId="2872115924" sldId="311"/>
            <ac:spMk id="3" creationId="{51870B13-62FA-5677-B5A3-9DF335C8ADF8}"/>
          </ac:spMkLst>
        </pc:spChg>
        <pc:spChg chg="add mod ord">
          <ac:chgData name="Weifeng Xu" userId="e7aed605-a3dd-4d5a-a692-a87037af107b" providerId="ADAL" clId="{F99F8FFF-BA20-43EA-924B-4DF5D2A785F3}" dt="2026-09-10T21:44:55.511" v="1124" actId="27636"/>
          <ac:spMkLst>
            <pc:docMk/>
            <pc:sldMk cId="2872115924" sldId="311"/>
            <ac:spMk id="4" creationId="{709261A6-8AA8-9106-2AEF-CCB8015AE748}"/>
          </ac:spMkLst>
        </pc:spChg>
      </pc:sldChg>
      <pc:sldChg chg="addSp delSp modSp new mod ord modClrScheme chgLayout">
        <pc:chgData name="Weifeng Xu" userId="e7aed605-a3dd-4d5a-a692-a87037af107b" providerId="ADAL" clId="{F99F8FFF-BA20-43EA-924B-4DF5D2A785F3}" dt="2026-09-11T02:29:10.444" v="1788"/>
        <pc:sldMkLst>
          <pc:docMk/>
          <pc:sldMk cId="2494404210" sldId="312"/>
        </pc:sldMkLst>
        <pc:spChg chg="del mod ord">
          <ac:chgData name="Weifeng Xu" userId="e7aed605-a3dd-4d5a-a692-a87037af107b" providerId="ADAL" clId="{F99F8FFF-BA20-43EA-924B-4DF5D2A785F3}" dt="2026-09-10T22:05:29.146" v="1180" actId="700"/>
          <ac:spMkLst>
            <pc:docMk/>
            <pc:sldMk cId="2494404210" sldId="312"/>
            <ac:spMk id="2" creationId="{5A29BD4E-74CA-104A-444A-B0DD89BA563C}"/>
          </ac:spMkLst>
        </pc:spChg>
        <pc:spChg chg="add del mod">
          <ac:chgData name="Weifeng Xu" userId="e7aed605-a3dd-4d5a-a692-a87037af107b" providerId="ADAL" clId="{F99F8FFF-BA20-43EA-924B-4DF5D2A785F3}" dt="2026-09-10T21:51:47.657" v="1167" actId="700"/>
          <ac:spMkLst>
            <pc:docMk/>
            <pc:sldMk cId="2494404210" sldId="312"/>
            <ac:spMk id="3" creationId="{EBF54E5A-F9D0-475D-9A67-2EC72177F5A3}"/>
          </ac:spMkLst>
        </pc:spChg>
        <pc:spChg chg="add del mod">
          <ac:chgData name="Weifeng Xu" userId="e7aed605-a3dd-4d5a-a692-a87037af107b" providerId="ADAL" clId="{F99F8FFF-BA20-43EA-924B-4DF5D2A785F3}" dt="2026-09-10T21:51:33.490" v="1164" actId="478"/>
          <ac:spMkLst>
            <pc:docMk/>
            <pc:sldMk cId="2494404210" sldId="312"/>
            <ac:spMk id="5" creationId="{D04474CB-C46C-ABE9-CE2E-6722ABDEFB04}"/>
          </ac:spMkLst>
        </pc:spChg>
        <pc:picChg chg="add del mod">
          <ac:chgData name="Weifeng Xu" userId="e7aed605-a3dd-4d5a-a692-a87037af107b" providerId="ADAL" clId="{F99F8FFF-BA20-43EA-924B-4DF5D2A785F3}" dt="2026-09-10T21:55:32.416" v="1172" actId="478"/>
          <ac:picMkLst>
            <pc:docMk/>
            <pc:sldMk cId="2494404210" sldId="312"/>
            <ac:picMk id="7" creationId="{844D9E45-71F3-5998-64D3-60D51B917A15}"/>
          </ac:picMkLst>
        </pc:picChg>
        <pc:picChg chg="add del mod">
          <ac:chgData name="Weifeng Xu" userId="e7aed605-a3dd-4d5a-a692-a87037af107b" providerId="ADAL" clId="{F99F8FFF-BA20-43EA-924B-4DF5D2A785F3}" dt="2026-09-10T22:05:04.542" v="1178" actId="478"/>
          <ac:picMkLst>
            <pc:docMk/>
            <pc:sldMk cId="2494404210" sldId="312"/>
            <ac:picMk id="9" creationId="{B6ED122D-352B-B567-1641-B38DA3B1CD46}"/>
          </ac:picMkLst>
        </pc:picChg>
        <pc:picChg chg="add del mod">
          <ac:chgData name="Weifeng Xu" userId="e7aed605-a3dd-4d5a-a692-a87037af107b" providerId="ADAL" clId="{F99F8FFF-BA20-43EA-924B-4DF5D2A785F3}" dt="2026-09-11T02:27:09.342" v="1781" actId="478"/>
          <ac:picMkLst>
            <pc:docMk/>
            <pc:sldMk cId="2494404210" sldId="312"/>
            <ac:picMk id="11" creationId="{AB6F58B7-C4E8-D427-A785-0E98763DEF66}"/>
          </ac:picMkLst>
        </pc:picChg>
        <pc:picChg chg="add mod">
          <ac:chgData name="Weifeng Xu" userId="e7aed605-a3dd-4d5a-a692-a87037af107b" providerId="ADAL" clId="{F99F8FFF-BA20-43EA-924B-4DF5D2A785F3}" dt="2026-09-11T02:27:21.374" v="1786" actId="1076"/>
          <ac:picMkLst>
            <pc:docMk/>
            <pc:sldMk cId="2494404210" sldId="312"/>
            <ac:picMk id="13" creationId="{4E452BF0-BB56-E7DC-EF40-1E5E45615CA2}"/>
          </ac:picMkLst>
        </pc:picChg>
      </pc:sldChg>
      <pc:sldChg chg="modSp new mod ord">
        <pc:chgData name="Weifeng Xu" userId="e7aed605-a3dd-4d5a-a692-a87037af107b" providerId="ADAL" clId="{F99F8FFF-BA20-43EA-924B-4DF5D2A785F3}" dt="2026-09-11T02:08:13.410" v="1776"/>
        <pc:sldMkLst>
          <pc:docMk/>
          <pc:sldMk cId="1385743373" sldId="313"/>
        </pc:sldMkLst>
        <pc:spChg chg="mod">
          <ac:chgData name="Weifeng Xu" userId="e7aed605-a3dd-4d5a-a692-a87037af107b" providerId="ADAL" clId="{F99F8FFF-BA20-43EA-924B-4DF5D2A785F3}" dt="2026-09-10T21:46:44.962" v="1137"/>
          <ac:spMkLst>
            <pc:docMk/>
            <pc:sldMk cId="1385743373" sldId="313"/>
            <ac:spMk id="2" creationId="{6AADC895-EA84-EE5A-AF45-51B69BC49AD3}"/>
          </ac:spMkLst>
        </pc:spChg>
        <pc:spChg chg="mod">
          <ac:chgData name="Weifeng Xu" userId="e7aed605-a3dd-4d5a-a692-a87037af107b" providerId="ADAL" clId="{F99F8FFF-BA20-43EA-924B-4DF5D2A785F3}" dt="2026-09-10T21:47:40.711" v="1146" actId="2711"/>
          <ac:spMkLst>
            <pc:docMk/>
            <pc:sldMk cId="1385743373" sldId="313"/>
            <ac:spMk id="3" creationId="{E52D6425-2837-51E9-7747-60B96F9ED25E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9-10T22:10:38.136" v="1194" actId="1076"/>
        <pc:sldMkLst>
          <pc:docMk/>
          <pc:sldMk cId="116946253" sldId="314"/>
        </pc:sldMkLst>
        <pc:spChg chg="del mod">
          <ac:chgData name="Weifeng Xu" userId="e7aed605-a3dd-4d5a-a692-a87037af107b" providerId="ADAL" clId="{F99F8FFF-BA20-43EA-924B-4DF5D2A785F3}" dt="2026-09-10T22:10:27.444" v="1189" actId="700"/>
          <ac:spMkLst>
            <pc:docMk/>
            <pc:sldMk cId="116946253" sldId="314"/>
            <ac:spMk id="2" creationId="{598FA712-AE14-CB6F-872F-86C59D323DD4}"/>
          </ac:spMkLst>
        </pc:spChg>
        <pc:spChg chg="del mod">
          <ac:chgData name="Weifeng Xu" userId="e7aed605-a3dd-4d5a-a692-a87037af107b" providerId="ADAL" clId="{F99F8FFF-BA20-43EA-924B-4DF5D2A785F3}" dt="2026-09-10T22:10:27.444" v="1189" actId="700"/>
          <ac:spMkLst>
            <pc:docMk/>
            <pc:sldMk cId="116946253" sldId="314"/>
            <ac:spMk id="3" creationId="{735B728B-D9DF-E6F2-AF28-82AB4194CF8E}"/>
          </ac:spMkLst>
        </pc:spChg>
        <pc:picChg chg="add mod">
          <ac:chgData name="Weifeng Xu" userId="e7aed605-a3dd-4d5a-a692-a87037af107b" providerId="ADAL" clId="{F99F8FFF-BA20-43EA-924B-4DF5D2A785F3}" dt="2026-09-10T22:10:38.136" v="1194" actId="1076"/>
          <ac:picMkLst>
            <pc:docMk/>
            <pc:sldMk cId="116946253" sldId="314"/>
            <ac:picMk id="5" creationId="{5CAE4373-F078-711E-B232-D97088ECC0FD}"/>
          </ac:picMkLst>
        </pc:picChg>
      </pc:sldChg>
      <pc:sldChg chg="addSp delSp modSp new mod ord modClrScheme chgLayout">
        <pc:chgData name="Weifeng Xu" userId="e7aed605-a3dd-4d5a-a692-a87037af107b" providerId="ADAL" clId="{F99F8FFF-BA20-43EA-924B-4DF5D2A785F3}" dt="2026-09-11T02:42:42.392" v="1892" actId="20577"/>
        <pc:sldMkLst>
          <pc:docMk/>
          <pc:sldMk cId="1827185502" sldId="315"/>
        </pc:sldMkLst>
        <pc:spChg chg="del mod ord">
          <ac:chgData name="Weifeng Xu" userId="e7aed605-a3dd-4d5a-a692-a87037af107b" providerId="ADAL" clId="{F99F8FFF-BA20-43EA-924B-4DF5D2A785F3}" dt="2026-09-10T23:19:44.739" v="1198" actId="700"/>
          <ac:spMkLst>
            <pc:docMk/>
            <pc:sldMk cId="1827185502" sldId="315"/>
            <ac:spMk id="2" creationId="{F1BC9AD9-7F96-2ADB-52BF-B58D6775349C}"/>
          </ac:spMkLst>
        </pc:spChg>
        <pc:spChg chg="del mod ord">
          <ac:chgData name="Weifeng Xu" userId="e7aed605-a3dd-4d5a-a692-a87037af107b" providerId="ADAL" clId="{F99F8FFF-BA20-43EA-924B-4DF5D2A785F3}" dt="2026-09-10T23:19:44.739" v="1198" actId="700"/>
          <ac:spMkLst>
            <pc:docMk/>
            <pc:sldMk cId="1827185502" sldId="315"/>
            <ac:spMk id="3" creationId="{5480C9FD-6B19-1279-0167-DAD30735FB94}"/>
          </ac:spMkLst>
        </pc:spChg>
        <pc:spChg chg="add mod ord">
          <ac:chgData name="Weifeng Xu" userId="e7aed605-a3dd-4d5a-a692-a87037af107b" providerId="ADAL" clId="{F99F8FFF-BA20-43EA-924B-4DF5D2A785F3}" dt="2026-09-11T02:42:42.392" v="1892" actId="20577"/>
          <ac:spMkLst>
            <pc:docMk/>
            <pc:sldMk cId="1827185502" sldId="315"/>
            <ac:spMk id="4" creationId="{1EBB49AD-28ED-B536-BBA9-0FCA2141EF1F}"/>
          </ac:spMkLst>
        </pc:spChg>
        <pc:spChg chg="add mod ord">
          <ac:chgData name="Weifeng Xu" userId="e7aed605-a3dd-4d5a-a692-a87037af107b" providerId="ADAL" clId="{F99F8FFF-BA20-43EA-924B-4DF5D2A785F3}" dt="2026-09-10T23:19:44.739" v="1198" actId="700"/>
          <ac:spMkLst>
            <pc:docMk/>
            <pc:sldMk cId="1827185502" sldId="315"/>
            <ac:spMk id="5" creationId="{247AFFB4-5B28-FF8B-B074-F71E18B673E5}"/>
          </ac:spMkLst>
        </pc:spChg>
      </pc:sldChg>
      <pc:sldChg chg="addSp delSp modSp new del mod modClrScheme chgLayout">
        <pc:chgData name="Weifeng Xu" userId="e7aed605-a3dd-4d5a-a692-a87037af107b" providerId="ADAL" clId="{F99F8FFF-BA20-43EA-924B-4DF5D2A785F3}" dt="2026-09-10T21:52:41.642" v="1171" actId="2696"/>
        <pc:sldMkLst>
          <pc:docMk/>
          <pc:sldMk cId="2123786657" sldId="315"/>
        </pc:sldMkLst>
        <pc:spChg chg="del mod ord">
          <ac:chgData name="Weifeng Xu" userId="e7aed605-a3dd-4d5a-a692-a87037af107b" providerId="ADAL" clId="{F99F8FFF-BA20-43EA-924B-4DF5D2A785F3}" dt="2026-09-10T21:51:04.247" v="1160" actId="700"/>
          <ac:spMkLst>
            <pc:docMk/>
            <pc:sldMk cId="2123786657" sldId="315"/>
            <ac:spMk id="2" creationId="{7D925A4D-6722-4985-553F-C323B5D8DA53}"/>
          </ac:spMkLst>
        </pc:spChg>
        <pc:spChg chg="del">
          <ac:chgData name="Weifeng Xu" userId="e7aed605-a3dd-4d5a-a692-a87037af107b" providerId="ADAL" clId="{F99F8FFF-BA20-43EA-924B-4DF5D2A785F3}" dt="2026-09-10T21:51:04.247" v="1160" actId="700"/>
          <ac:spMkLst>
            <pc:docMk/>
            <pc:sldMk cId="2123786657" sldId="315"/>
            <ac:spMk id="3" creationId="{91B7C67F-F663-16F2-7B77-B1E1876816D3}"/>
          </ac:spMkLst>
        </pc:spChg>
        <pc:spChg chg="add mod ord">
          <ac:chgData name="Weifeng Xu" userId="e7aed605-a3dd-4d5a-a692-a87037af107b" providerId="ADAL" clId="{F99F8FFF-BA20-43EA-924B-4DF5D2A785F3}" dt="2026-09-10T21:51:04.247" v="1160" actId="700"/>
          <ac:spMkLst>
            <pc:docMk/>
            <pc:sldMk cId="2123786657" sldId="315"/>
            <ac:spMk id="4" creationId="{2F581010-B177-244A-0263-B59239D20F7B}"/>
          </ac:spMkLst>
        </pc:spChg>
        <pc:spChg chg="add del">
          <ac:chgData name="Weifeng Xu" userId="e7aed605-a3dd-4d5a-a692-a87037af107b" providerId="ADAL" clId="{F99F8FFF-BA20-43EA-924B-4DF5D2A785F3}" dt="2026-09-10T21:51:13.461" v="1162" actId="22"/>
          <ac:spMkLst>
            <pc:docMk/>
            <pc:sldMk cId="2123786657" sldId="315"/>
            <ac:spMk id="6" creationId="{EEA820C6-53B8-D2A8-5901-C518A97A395B}"/>
          </ac:spMkLst>
        </pc:spChg>
      </pc:sldChg>
      <pc:sldChg chg="addSp delSp modSp new mod ord modClrScheme chgLayout">
        <pc:chgData name="Weifeng Xu" userId="e7aed605-a3dd-4d5a-a692-a87037af107b" providerId="ADAL" clId="{F99F8FFF-BA20-43EA-924B-4DF5D2A785F3}" dt="2026-09-11T02:01:09.265" v="1713"/>
        <pc:sldMkLst>
          <pc:docMk/>
          <pc:sldMk cId="1874254665" sldId="316"/>
        </pc:sldMkLst>
        <pc:spChg chg="del mod ord">
          <ac:chgData name="Weifeng Xu" userId="e7aed605-a3dd-4d5a-a692-a87037af107b" providerId="ADAL" clId="{F99F8FFF-BA20-43EA-924B-4DF5D2A785F3}" dt="2026-09-10T23:21:08.277" v="1204" actId="700"/>
          <ac:spMkLst>
            <pc:docMk/>
            <pc:sldMk cId="1874254665" sldId="316"/>
            <ac:spMk id="2" creationId="{F74DD797-0945-0400-4DD2-EDE90EA26CA6}"/>
          </ac:spMkLst>
        </pc:spChg>
        <pc:spChg chg="del mod ord">
          <ac:chgData name="Weifeng Xu" userId="e7aed605-a3dd-4d5a-a692-a87037af107b" providerId="ADAL" clId="{F99F8FFF-BA20-43EA-924B-4DF5D2A785F3}" dt="2026-09-10T23:21:08.277" v="1204" actId="700"/>
          <ac:spMkLst>
            <pc:docMk/>
            <pc:sldMk cId="1874254665" sldId="316"/>
            <ac:spMk id="3" creationId="{A71D6A7A-A795-DE77-319A-8FD9EEF1778D}"/>
          </ac:spMkLst>
        </pc:spChg>
        <pc:spChg chg="add mod ord">
          <ac:chgData name="Weifeng Xu" userId="e7aed605-a3dd-4d5a-a692-a87037af107b" providerId="ADAL" clId="{F99F8FFF-BA20-43EA-924B-4DF5D2A785F3}" dt="2026-09-11T00:58:05.459" v="1469"/>
          <ac:spMkLst>
            <pc:docMk/>
            <pc:sldMk cId="1874254665" sldId="316"/>
            <ac:spMk id="4" creationId="{8F1076C1-C6ED-7E1E-FF09-87E46FD399B0}"/>
          </ac:spMkLst>
        </pc:spChg>
        <pc:spChg chg="add mod ord">
          <ac:chgData name="Weifeng Xu" userId="e7aed605-a3dd-4d5a-a692-a87037af107b" providerId="ADAL" clId="{F99F8FFF-BA20-43EA-924B-4DF5D2A785F3}" dt="2026-09-11T00:59:35.537" v="1505" actId="108"/>
          <ac:spMkLst>
            <pc:docMk/>
            <pc:sldMk cId="1874254665" sldId="316"/>
            <ac:spMk id="5" creationId="{141FB1D8-1A2E-F601-9538-C97FE4C7B9DD}"/>
          </ac:spMkLst>
        </pc:spChg>
        <pc:picChg chg="add del mod">
          <ac:chgData name="Weifeng Xu" userId="e7aed605-a3dd-4d5a-a692-a87037af107b" providerId="ADAL" clId="{F99F8FFF-BA20-43EA-924B-4DF5D2A785F3}" dt="2026-09-10T23:25:27.561" v="1223" actId="478"/>
          <ac:picMkLst>
            <pc:docMk/>
            <pc:sldMk cId="1874254665" sldId="316"/>
            <ac:picMk id="7" creationId="{CE9C0613-DA21-34ED-661C-C70F09A8CD4E}"/>
          </ac:picMkLst>
        </pc:picChg>
        <pc:picChg chg="add del mod">
          <ac:chgData name="Weifeng Xu" userId="e7aed605-a3dd-4d5a-a692-a87037af107b" providerId="ADAL" clId="{F99F8FFF-BA20-43EA-924B-4DF5D2A785F3}" dt="2026-09-11T00:32:17.956" v="1272" actId="478"/>
          <ac:picMkLst>
            <pc:docMk/>
            <pc:sldMk cId="1874254665" sldId="316"/>
            <ac:picMk id="9" creationId="{10C4CC3B-AE5D-90FC-DCD0-8E0E12B4C221}"/>
          </ac:picMkLst>
        </pc:picChg>
      </pc:sldChg>
      <pc:sldChg chg="addSp delSp modSp new del mod modClrScheme chgLayout">
        <pc:chgData name="Weifeng Xu" userId="e7aed605-a3dd-4d5a-a692-a87037af107b" providerId="ADAL" clId="{F99F8FFF-BA20-43EA-924B-4DF5D2A785F3}" dt="2026-09-11T00:46:42.196" v="1338" actId="47"/>
        <pc:sldMkLst>
          <pc:docMk/>
          <pc:sldMk cId="4106552640" sldId="317"/>
        </pc:sldMkLst>
        <pc:spChg chg="add del mod">
          <ac:chgData name="Weifeng Xu" userId="e7aed605-a3dd-4d5a-a692-a87037af107b" providerId="ADAL" clId="{F99F8FFF-BA20-43EA-924B-4DF5D2A785F3}" dt="2026-09-11T00:20:36.164" v="1260" actId="6549"/>
          <ac:spMkLst>
            <pc:docMk/>
            <pc:sldMk cId="4106552640" sldId="317"/>
            <ac:spMk id="2" creationId="{83C57B77-3AF5-3D7C-3D24-DCB7DB81D9E6}"/>
          </ac:spMkLst>
        </pc:spChg>
        <pc:spChg chg="add del mod">
          <ac:chgData name="Weifeng Xu" userId="e7aed605-a3dd-4d5a-a692-a87037af107b" providerId="ADAL" clId="{F99F8FFF-BA20-43EA-924B-4DF5D2A785F3}" dt="2026-09-11T00:21:28.233" v="1271" actId="14100"/>
          <ac:spMkLst>
            <pc:docMk/>
            <pc:sldMk cId="4106552640" sldId="317"/>
            <ac:spMk id="3" creationId="{A800581A-5CD0-EE78-82D0-DD0BCA449DBA}"/>
          </ac:spMkLst>
        </pc:spChg>
        <pc:picChg chg="add del mod">
          <ac:chgData name="Weifeng Xu" userId="e7aed605-a3dd-4d5a-a692-a87037af107b" providerId="ADAL" clId="{F99F8FFF-BA20-43EA-924B-4DF5D2A785F3}" dt="2026-09-11T00:18:44.804" v="1248" actId="22"/>
          <ac:picMkLst>
            <pc:docMk/>
            <pc:sldMk cId="4106552640" sldId="317"/>
            <ac:picMk id="5" creationId="{F8C82276-0F15-EFFC-AFFC-E8368FB15AB4}"/>
          </ac:picMkLst>
        </pc:picChg>
        <pc:picChg chg="add del mod">
          <ac:chgData name="Weifeng Xu" userId="e7aed605-a3dd-4d5a-a692-a87037af107b" providerId="ADAL" clId="{F99F8FFF-BA20-43EA-924B-4DF5D2A785F3}" dt="2026-09-11T00:20:35.464" v="1258" actId="22"/>
          <ac:picMkLst>
            <pc:docMk/>
            <pc:sldMk cId="4106552640" sldId="317"/>
            <ac:picMk id="7" creationId="{5ABBE6F9-C832-2ED2-693E-706A59B097E9}"/>
          </ac:picMkLst>
        </pc:picChg>
        <pc:picChg chg="add mod modCrop">
          <ac:chgData name="Weifeng Xu" userId="e7aed605-a3dd-4d5a-a692-a87037af107b" providerId="ADAL" clId="{F99F8FFF-BA20-43EA-924B-4DF5D2A785F3}" dt="2026-09-11T00:21:08.252" v="1270" actId="14100"/>
          <ac:picMkLst>
            <pc:docMk/>
            <pc:sldMk cId="4106552640" sldId="317"/>
            <ac:picMk id="9" creationId="{4D70113D-5533-56D8-42D9-0AE0D55756F8}"/>
          </ac:picMkLst>
        </pc:picChg>
      </pc:sldChg>
      <pc:sldChg chg="modSp new del mod">
        <pc:chgData name="Weifeng Xu" userId="e7aed605-a3dd-4d5a-a692-a87037af107b" providerId="ADAL" clId="{F99F8FFF-BA20-43EA-924B-4DF5D2A785F3}" dt="2026-09-11T00:46:28.876" v="1337" actId="47"/>
        <pc:sldMkLst>
          <pc:docMk/>
          <pc:sldMk cId="2507632508" sldId="318"/>
        </pc:sldMkLst>
        <pc:spChg chg="mod">
          <ac:chgData name="Weifeng Xu" userId="e7aed605-a3dd-4d5a-a692-a87037af107b" providerId="ADAL" clId="{F99F8FFF-BA20-43EA-924B-4DF5D2A785F3}" dt="2026-09-11T00:35:41.187" v="1312"/>
          <ac:spMkLst>
            <pc:docMk/>
            <pc:sldMk cId="2507632508" sldId="318"/>
            <ac:spMk id="2" creationId="{7FE9BC3F-0492-ADA1-426D-8236141BB3EA}"/>
          </ac:spMkLst>
        </pc:spChg>
        <pc:spChg chg="mod">
          <ac:chgData name="Weifeng Xu" userId="e7aed605-a3dd-4d5a-a692-a87037af107b" providerId="ADAL" clId="{F99F8FFF-BA20-43EA-924B-4DF5D2A785F3}" dt="2026-09-11T00:45:05.898" v="1331" actId="27636"/>
          <ac:spMkLst>
            <pc:docMk/>
            <pc:sldMk cId="2507632508" sldId="318"/>
            <ac:spMk id="3" creationId="{BDF3B361-E030-0343-8DF7-2B57A81AF475}"/>
          </ac:spMkLst>
        </pc:spChg>
      </pc:sldChg>
      <pc:sldChg chg="addSp delSp modSp new mod ord modClrScheme chgLayout">
        <pc:chgData name="Weifeng Xu" userId="e7aed605-a3dd-4d5a-a692-a87037af107b" providerId="ADAL" clId="{F99F8FFF-BA20-43EA-924B-4DF5D2A785F3}" dt="2026-09-11T02:01:09.265" v="1713"/>
        <pc:sldMkLst>
          <pc:docMk/>
          <pc:sldMk cId="2086858970" sldId="319"/>
        </pc:sldMkLst>
        <pc:spChg chg="del">
          <ac:chgData name="Weifeng Xu" userId="e7aed605-a3dd-4d5a-a692-a87037af107b" providerId="ADAL" clId="{F99F8FFF-BA20-43EA-924B-4DF5D2A785F3}" dt="2026-09-11T00:43:12.403" v="1326" actId="700"/>
          <ac:spMkLst>
            <pc:docMk/>
            <pc:sldMk cId="2086858970" sldId="319"/>
            <ac:spMk id="2" creationId="{8C9B652E-E704-3680-D42B-F311DE4227FC}"/>
          </ac:spMkLst>
        </pc:spChg>
        <pc:spChg chg="del">
          <ac:chgData name="Weifeng Xu" userId="e7aed605-a3dd-4d5a-a692-a87037af107b" providerId="ADAL" clId="{F99F8FFF-BA20-43EA-924B-4DF5D2A785F3}" dt="2026-09-11T00:43:12.403" v="1326" actId="700"/>
          <ac:spMkLst>
            <pc:docMk/>
            <pc:sldMk cId="2086858970" sldId="319"/>
            <ac:spMk id="3" creationId="{26698DD5-9BE6-099A-30A7-45E66C384DE4}"/>
          </ac:spMkLst>
        </pc:spChg>
        <pc:picChg chg="add mod">
          <ac:chgData name="Weifeng Xu" userId="e7aed605-a3dd-4d5a-a692-a87037af107b" providerId="ADAL" clId="{F99F8FFF-BA20-43EA-924B-4DF5D2A785F3}" dt="2026-09-11T00:43:22.480" v="1329" actId="1076"/>
          <ac:picMkLst>
            <pc:docMk/>
            <pc:sldMk cId="2086858970" sldId="319"/>
            <ac:picMk id="5" creationId="{69FBC9F0-AD6C-3234-7EE1-21AFF408B37D}"/>
          </ac:picMkLst>
        </pc:picChg>
      </pc:sldChg>
      <pc:sldChg chg="addSp delSp modSp new mod ord modClrScheme chgLayout">
        <pc:chgData name="Weifeng Xu" userId="e7aed605-a3dd-4d5a-a692-a87037af107b" providerId="ADAL" clId="{F99F8FFF-BA20-43EA-924B-4DF5D2A785F3}" dt="2026-09-11T02:01:09.265" v="1713"/>
        <pc:sldMkLst>
          <pc:docMk/>
          <pc:sldMk cId="3411222659" sldId="320"/>
        </pc:sldMkLst>
        <pc:spChg chg="del">
          <ac:chgData name="Weifeng Xu" userId="e7aed605-a3dd-4d5a-a692-a87037af107b" providerId="ADAL" clId="{F99F8FFF-BA20-43EA-924B-4DF5D2A785F3}" dt="2026-09-11T00:45:12.209" v="1333" actId="700"/>
          <ac:spMkLst>
            <pc:docMk/>
            <pc:sldMk cId="3411222659" sldId="320"/>
            <ac:spMk id="2" creationId="{ECE5978A-F489-95CA-0BC3-F2D1F2AFBDAF}"/>
          </ac:spMkLst>
        </pc:spChg>
        <pc:spChg chg="del">
          <ac:chgData name="Weifeng Xu" userId="e7aed605-a3dd-4d5a-a692-a87037af107b" providerId="ADAL" clId="{F99F8FFF-BA20-43EA-924B-4DF5D2A785F3}" dt="2026-09-11T00:45:12.209" v="1333" actId="700"/>
          <ac:spMkLst>
            <pc:docMk/>
            <pc:sldMk cId="3411222659" sldId="320"/>
            <ac:spMk id="3" creationId="{0DBFD2F0-352C-626F-4B42-E5C2FB5B01D5}"/>
          </ac:spMkLst>
        </pc:spChg>
        <pc:picChg chg="add mod">
          <ac:chgData name="Weifeng Xu" userId="e7aed605-a3dd-4d5a-a692-a87037af107b" providerId="ADAL" clId="{F99F8FFF-BA20-43EA-924B-4DF5D2A785F3}" dt="2026-09-11T00:45:19.486" v="1336" actId="1076"/>
          <ac:picMkLst>
            <pc:docMk/>
            <pc:sldMk cId="3411222659" sldId="320"/>
            <ac:picMk id="5" creationId="{AA814BE3-055E-2AB1-3323-E00FE33DAE48}"/>
          </ac:picMkLst>
        </pc:picChg>
      </pc:sldChg>
      <pc:sldChg chg="modSp new mod ord">
        <pc:chgData name="Weifeng Xu" userId="e7aed605-a3dd-4d5a-a692-a87037af107b" providerId="ADAL" clId="{F99F8FFF-BA20-43EA-924B-4DF5D2A785F3}" dt="2026-09-11T02:01:09.265" v="1713"/>
        <pc:sldMkLst>
          <pc:docMk/>
          <pc:sldMk cId="3051233951" sldId="321"/>
        </pc:sldMkLst>
        <pc:spChg chg="mod">
          <ac:chgData name="Weifeng Xu" userId="e7aed605-a3dd-4d5a-a692-a87037af107b" providerId="ADAL" clId="{F99F8FFF-BA20-43EA-924B-4DF5D2A785F3}" dt="2026-09-11T01:00:16.812" v="1507"/>
          <ac:spMkLst>
            <pc:docMk/>
            <pc:sldMk cId="3051233951" sldId="321"/>
            <ac:spMk id="2" creationId="{C9D11E7F-70B9-7E47-2C90-F5B07EFA5629}"/>
          </ac:spMkLst>
        </pc:spChg>
        <pc:spChg chg="mod">
          <ac:chgData name="Weifeng Xu" userId="e7aed605-a3dd-4d5a-a692-a87037af107b" providerId="ADAL" clId="{F99F8FFF-BA20-43EA-924B-4DF5D2A785F3}" dt="2026-09-11T01:00:38.326" v="1522" actId="113"/>
          <ac:spMkLst>
            <pc:docMk/>
            <pc:sldMk cId="3051233951" sldId="321"/>
            <ac:spMk id="3" creationId="{3332D67C-8EBF-9C66-A885-A4EA2976B9D5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9-11T01:03:04.505" v="1531" actId="20577"/>
        <pc:sldMkLst>
          <pc:docMk/>
          <pc:sldMk cId="3056439707" sldId="322"/>
        </pc:sldMkLst>
        <pc:spChg chg="del mod ord">
          <ac:chgData name="Weifeng Xu" userId="e7aed605-a3dd-4d5a-a692-a87037af107b" providerId="ADAL" clId="{F99F8FFF-BA20-43EA-924B-4DF5D2A785F3}" dt="2026-09-11T01:02:46.632" v="1525" actId="700"/>
          <ac:spMkLst>
            <pc:docMk/>
            <pc:sldMk cId="3056439707" sldId="322"/>
            <ac:spMk id="2" creationId="{1C04590E-678B-8D92-5631-56D21E655749}"/>
          </ac:spMkLst>
        </pc:spChg>
        <pc:spChg chg="del mod ord">
          <ac:chgData name="Weifeng Xu" userId="e7aed605-a3dd-4d5a-a692-a87037af107b" providerId="ADAL" clId="{F99F8FFF-BA20-43EA-924B-4DF5D2A785F3}" dt="2026-09-11T01:02:46.632" v="1525" actId="700"/>
          <ac:spMkLst>
            <pc:docMk/>
            <pc:sldMk cId="3056439707" sldId="322"/>
            <ac:spMk id="3" creationId="{6DE6347D-BFDC-F54A-FC68-1924DDB0623D}"/>
          </ac:spMkLst>
        </pc:spChg>
        <pc:spChg chg="add mod ord">
          <ac:chgData name="Weifeng Xu" userId="e7aed605-a3dd-4d5a-a692-a87037af107b" providerId="ADAL" clId="{F99F8FFF-BA20-43EA-924B-4DF5D2A785F3}" dt="2026-09-11T01:03:04.505" v="1531" actId="20577"/>
          <ac:spMkLst>
            <pc:docMk/>
            <pc:sldMk cId="3056439707" sldId="322"/>
            <ac:spMk id="4" creationId="{EB7B917B-0F9D-98A3-DC8E-33673FE408B1}"/>
          </ac:spMkLst>
        </pc:spChg>
        <pc:spChg chg="add mod ord">
          <ac:chgData name="Weifeng Xu" userId="e7aed605-a3dd-4d5a-a692-a87037af107b" providerId="ADAL" clId="{F99F8FFF-BA20-43EA-924B-4DF5D2A785F3}" dt="2026-09-11T01:02:46.632" v="1525" actId="700"/>
          <ac:spMkLst>
            <pc:docMk/>
            <pc:sldMk cId="3056439707" sldId="322"/>
            <ac:spMk id="5" creationId="{843D0F19-05F8-33FE-6920-3A1E0B71FC6C}"/>
          </ac:spMkLst>
        </pc:spChg>
      </pc:sldChg>
      <pc:sldChg chg="delSp modSp add mod">
        <pc:chgData name="Weifeng Xu" userId="e7aed605-a3dd-4d5a-a692-a87037af107b" providerId="ADAL" clId="{F99F8FFF-BA20-43EA-924B-4DF5D2A785F3}" dt="2026-09-11T01:47:21.621" v="1647" actId="20577"/>
        <pc:sldMkLst>
          <pc:docMk/>
          <pc:sldMk cId="2983621992" sldId="323"/>
        </pc:sldMkLst>
        <pc:spChg chg="mod">
          <ac:chgData name="Weifeng Xu" userId="e7aed605-a3dd-4d5a-a692-a87037af107b" providerId="ADAL" clId="{F99F8FFF-BA20-43EA-924B-4DF5D2A785F3}" dt="2026-09-11T01:45:41.164" v="1626" actId="6549"/>
          <ac:spMkLst>
            <pc:docMk/>
            <pc:sldMk cId="2983621992" sldId="323"/>
            <ac:spMk id="4" creationId="{C845486D-8703-C21B-EAA1-E9F4E7779A1C}"/>
          </ac:spMkLst>
        </pc:spChg>
        <pc:spChg chg="mod">
          <ac:chgData name="Weifeng Xu" userId="e7aed605-a3dd-4d5a-a692-a87037af107b" providerId="ADAL" clId="{F99F8FFF-BA20-43EA-924B-4DF5D2A785F3}" dt="2026-09-11T01:47:21.621" v="1647" actId="20577"/>
          <ac:spMkLst>
            <pc:docMk/>
            <pc:sldMk cId="2983621992" sldId="323"/>
            <ac:spMk id="5" creationId="{7D769B1E-B048-B435-1437-4FA262005497}"/>
          </ac:spMkLst>
        </pc:spChg>
        <pc:picChg chg="del">
          <ac:chgData name="Weifeng Xu" userId="e7aed605-a3dd-4d5a-a692-a87037af107b" providerId="ADAL" clId="{F99F8FFF-BA20-43EA-924B-4DF5D2A785F3}" dt="2026-09-11T01:45:21.219" v="1619" actId="478"/>
          <ac:picMkLst>
            <pc:docMk/>
            <pc:sldMk cId="2983621992" sldId="323"/>
            <ac:picMk id="1026" creationId="{523DCC93-A75E-1261-22CE-D272B7DD3899}"/>
          </ac:picMkLst>
        </pc:picChg>
        <pc:picChg chg="del">
          <ac:chgData name="Weifeng Xu" userId="e7aed605-a3dd-4d5a-a692-a87037af107b" providerId="ADAL" clId="{F99F8FFF-BA20-43EA-924B-4DF5D2A785F3}" dt="2026-09-11T01:45:21.803" v="1620" actId="478"/>
          <ac:picMkLst>
            <pc:docMk/>
            <pc:sldMk cId="2983621992" sldId="323"/>
            <ac:picMk id="1028" creationId="{501811C6-EFCD-B53B-58CA-0B617C95D102}"/>
          </ac:picMkLst>
        </pc:picChg>
        <pc:picChg chg="del">
          <ac:chgData name="Weifeng Xu" userId="e7aed605-a3dd-4d5a-a692-a87037af107b" providerId="ADAL" clId="{F99F8FFF-BA20-43EA-924B-4DF5D2A785F3}" dt="2026-09-11T01:45:22.311" v="1621" actId="478"/>
          <ac:picMkLst>
            <pc:docMk/>
            <pc:sldMk cId="2983621992" sldId="323"/>
            <ac:picMk id="1030" creationId="{378A1D71-F027-E790-D246-69C008C6500F}"/>
          </ac:picMkLst>
        </pc:picChg>
        <pc:picChg chg="del">
          <ac:chgData name="Weifeng Xu" userId="e7aed605-a3dd-4d5a-a692-a87037af107b" providerId="ADAL" clId="{F99F8FFF-BA20-43EA-924B-4DF5D2A785F3}" dt="2026-09-11T01:45:22.822" v="1622" actId="478"/>
          <ac:picMkLst>
            <pc:docMk/>
            <pc:sldMk cId="2983621992" sldId="323"/>
            <ac:picMk id="1032" creationId="{393643B1-05FE-AF9B-CE1B-D32F23CC08E2}"/>
          </ac:picMkLst>
        </pc:picChg>
      </pc:sldChg>
      <pc:sldChg chg="modSp new del mod">
        <pc:chgData name="Weifeng Xu" userId="e7aed605-a3dd-4d5a-a692-a87037af107b" providerId="ADAL" clId="{F99F8FFF-BA20-43EA-924B-4DF5D2A785F3}" dt="2026-09-11T03:25:14.983" v="2060" actId="47"/>
        <pc:sldMkLst>
          <pc:docMk/>
          <pc:sldMk cId="2131034694" sldId="324"/>
        </pc:sldMkLst>
        <pc:spChg chg="mod">
          <ac:chgData name="Weifeng Xu" userId="e7aed605-a3dd-4d5a-a692-a87037af107b" providerId="ADAL" clId="{F99F8FFF-BA20-43EA-924B-4DF5D2A785F3}" dt="2026-09-11T03:05:44.767" v="1991" actId="20577"/>
          <ac:spMkLst>
            <pc:docMk/>
            <pc:sldMk cId="2131034694" sldId="324"/>
            <ac:spMk id="2" creationId="{34BD605E-94E6-A772-DE4F-1E1329EA0FBB}"/>
          </ac:spMkLst>
        </pc:spChg>
        <pc:spChg chg="mod">
          <ac:chgData name="Weifeng Xu" userId="e7aed605-a3dd-4d5a-a692-a87037af107b" providerId="ADAL" clId="{F99F8FFF-BA20-43EA-924B-4DF5D2A785F3}" dt="2026-09-11T03:05:54.518" v="1992"/>
          <ac:spMkLst>
            <pc:docMk/>
            <pc:sldMk cId="2131034694" sldId="324"/>
            <ac:spMk id="3" creationId="{553A0DD9-0526-88C2-31ED-3A1BA977C11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7:04:53.31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145 1 24575,'14'0'0,"-1"0"0,0 1 0,0 1 0,0 0 0,0 1 0,0 0 0,0 1 0,-1 0 0,0 1 0,0 0 0,0 1 0,0 1 0,-1 0 0,17 13 0,33 19 0,-48-32 0,1 1 0,-2 1 0,1 0 0,15 15 0,-20-18 0,0-1 0,-1 1 0,2-1 0,-1 0 0,16 6 0,7 4 0,-6 0 0,-1 2 0,0 1 0,-1 1 0,-1 1 0,-1 1 0,-1 0 0,-1 2 0,28 43 0,-43-61 0,1 0 0,0 0 0,0-1 0,0 0 0,0 1 0,1-2 0,-1 1 0,8 3 0,-8-4 0,0-1 0,1 2 0,-1-1 0,-1 1 0,1-1 0,0 1 0,-1 1 0,0-1 0,0 1 0,6 8 0,5 10 0,33 42 0,-28-41 0,17 29 0,1 14 0,4-3 0,-34-53 0,0 2 0,-2-1 0,0 1 0,0 0 0,-1 1 0,0-1 0,-2 1 0,4 18 0,-4-17 0,0-1 0,1 1 0,1-1 0,0 0 0,1 0 0,14 25 0,-10-27 0,-2 2 0,0-1 0,0 1 0,-1 0 0,-1 1 0,0 0 0,-1-1 0,-1 2 0,4 20 0,-3-9 0,0 1 0,2-1 0,2 0 0,0-1 0,2 0 0,26 47 0,-33-64 0,0 0 0,-1 0 0,0 1 0,0-1 0,-1 1 0,0 0 0,-1 0 0,0 0 0,-1 0 0,-1 13 0,1-8 0,1 0 0,0-1 0,5 26 0,1-3 0,-2-1 0,-2 1 0,-1 0 0,-5 59 0,1-13 0,2 298 0,-1-366 0,-1 0 0,0-1 0,-1 0 0,-1 1 0,0-1 0,-1-1 0,-8 17 0,4-9 0,-12 42 0,9-17 0,-2 0 0,-1-1 0,-27 53 0,37-88 0,-1 4 0,-1-1 0,0 0 0,-13 17 0,-18 15 0,-45 42 0,83-87 0,-9 10 0,1 0 0,1 0 0,-11 17 0,14-18 0,-1-1 0,-1 0 0,0 0 0,0 0 0,0-1 0,-1 0 0,-14 11 0,14-12 0,0 1 0,0-1 0,1 1 0,-1 0 0,-8 15 0,10-14 0,-1-1 0,1 0 0,-1 0 0,0 0 0,-1-1 0,-10 8 0,5-4 0,0-1 0,0 2 0,1 0 0,-16 20 0,17-18 0,-1-1 0,-1 0 0,-24 20 0,29-26 0,1 0 0,-1 0 0,1 1 0,-8 10 0,11-12 0,0-1 0,0 1 0,-1-1 0,0 0 0,0 0 0,0 0 0,0 0 0,-1-1 0,1 0 0,-1 0 0,0 0 0,0 0 0,-8 2 0,2-1 0,1 0 0,0 0 0,0 1 0,0 0 0,1 1 0,0 0 0,-16 13 0,-26 17 0,37-27 0,5-4 0,0 0 0,0 0 0,0 0 0,-1-1 0,-15 4 0,-13 3 0,1 3 0,-49 23 0,50-21 0,15-7-170,-1 0-1,0-2 0,0 0 1,0-2-1,-1 0 0,0-1 1,-26 0-1,31-4-6655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7:04:54.71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277 0 24575,'0'11'0,"1"-5"0,-1 0 0,0 0 0,0 1 0,0-1 0,-1 0 0,0 0 0,0 0 0,-1 0 0,0 0 0,0 0 0,0 0 0,-1 0 0,-5 9 0,-16 25 0,20-31 0,0-1 0,-1 0 0,0 0 0,-1 0 0,0-1 0,0 0 0,0 0 0,-13 11 0,-2-1 0,1 1 0,-31 34 0,10-8 0,23-30 0,16-13 0,0 0 0,0 1 0,0-1 0,1 0 0,-1 1 0,0-1 0,1 1 0,-1 0 0,-1 3 0,2-5 0,1 1 0,0 0 0,0 0 0,0 0 0,0 0 0,0 0 0,0 0 0,0 0 0,0 0 0,1 0 0,-1-1 0,0 1 0,0 0 0,1 0 0,-1 0 0,1 0 0,-1 0 0,1-1 0,-1 1 0,1 0 0,-1-1 0,1 1 0,0 0 0,-1-1 0,1 1 0,0 0 0,-1-1 0,1 1 0,1 0 0,6 5 0,1 0 0,0 0 0,0 0 0,0-1 0,0-1 0,1 0 0,-1 0 0,1 0 0,0-1 0,1-1 0,-1 0 0,0 0 0,1-1 0,14 0 0,-2 0 0,38 8 0,-39-5 0,42 2 0,21-7-1365,-67 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7:04:56.23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24575,'1'10'0,"1"1"0,0-1 0,0 0 0,1 0 0,0 0 0,1 0 0,0-1 0,6 11 0,-4-9 0,-1 0 0,0 1 0,-1-1 0,0 1 0,-1 0 0,2 12 0,-3 108 31,-4-75-1427,2-39-5430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4T17:04:57.07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2 24575,'50'0'0,"-1"-1"0,0 2 0,80 12 0,-59-4 0,16 4 0,-70-10-455,0-1 0,27 2 0,-25-4-6371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https://digitalcorpora.s3.amazonaws.com/corpora/mobile/android_10/Non-Cellebrite%20Extraction/Pixel%203.zip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55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Identify the exact artifact path, Android user, and application package. </a:t>
            </a:r>
          </a:p>
          <a:p>
            <a:r>
              <a:rPr lang="en-GB" dirty="0"/>
              <a:t>Examine the setting name, stored value, and data type. </a:t>
            </a:r>
          </a:p>
          <a:p>
            <a:r>
              <a:rPr lang="en-GB" dirty="0"/>
              <a:t>Determine whether the value represents a current setting, historical value, default value, or timestamp. </a:t>
            </a:r>
          </a:p>
          <a:p>
            <a:r>
              <a:rPr lang="en-GB" dirty="0"/>
              <a:t>Correlate the setting with application data, system logs, and other artifacts. </a:t>
            </a:r>
          </a:p>
          <a:p>
            <a:r>
              <a:rPr lang="en-GB" dirty="0"/>
              <a:t>Consider the Android version because filenames, locations, and meanings may change. </a:t>
            </a:r>
          </a:p>
          <a:p>
            <a:r>
              <a:rPr lang="en-GB" dirty="0"/>
              <a:t>Do not treat a configuration value alone as proof that the user performed a specific action. </a:t>
            </a:r>
          </a:p>
          <a:p>
            <a:r>
              <a:rPr lang="en-GB" dirty="0"/>
              <a:t>Document the source file, table or XML element, field name, and recovered value.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23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 'Pixel 3/data/system'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13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https://developer.android.com/reference/android/app/admin/DevicePolicyManager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852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https://developer.android.com/guide/topics/ui/notifiers/notifications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Pixel 3/data/system/notification_policy.xml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99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-Pio 'package name=".+?"'  'Pixel 3/data/system/notification_policy.xml'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518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https://android.googlesource.com/platform/frameworks/base/+/master/core/java/android/net/NetworkPolicyManager.java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51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https://android.googlesource.com/platform/frameworks/base/+/master/core/java/android/net/NetworkPolicyManager.java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59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tree 'Pixel 3/data/system/users/0/</a:t>
            </a:r>
            <a:r>
              <a:rPr lang="en-US" err="1"/>
              <a:t>registered_services</a:t>
            </a:r>
            <a:r>
              <a:rPr lang="en-US"/>
              <a:t>/'</a:t>
            </a:r>
          </a:p>
          <a:p>
            <a:endParaRPr lang="en-US"/>
          </a:p>
          <a:p>
            <a:r>
              <a:rPr lang="en-US"/>
              <a:t>https://developer.android.com/training/sync-adapters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25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cat 'Pixel 3/data/system/users/0/</a:t>
            </a:r>
            <a:r>
              <a:rPr lang="en-US" err="1"/>
              <a:t>registered_services</a:t>
            </a:r>
            <a:r>
              <a:rPr lang="en-US"/>
              <a:t>/android.accounts.AccountAuthenticator.xml'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48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cat 'Pixel 3/data/system/users/0/</a:t>
            </a:r>
            <a:r>
              <a:rPr lang="en-US" err="1"/>
              <a:t>registered_services</a:t>
            </a:r>
            <a:r>
              <a:rPr lang="en-US"/>
              <a:t>/android.content.SyncAdapter.xml'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06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Both are preinstalled Google system components, but they serve different purposes. </a:t>
            </a:r>
          </a:p>
          <a:p>
            <a:pPr lvl="1"/>
            <a:r>
              <a:rPr lang="en-US" dirty="0"/>
              <a:t>Google Services Framework </a:t>
            </a:r>
            <a:r>
              <a:rPr lang="en-GB" dirty="0"/>
              <a:t>helps Google recognize and configure the device. </a:t>
            </a:r>
          </a:p>
          <a:p>
            <a:pPr lvl="1"/>
            <a:r>
              <a:rPr lang="en-GB" dirty="0"/>
              <a:t>Google Play services performs Google-related tasks for applications.</a:t>
            </a:r>
          </a:p>
          <a:p>
            <a:pPr lvl="0"/>
            <a:r>
              <a:rPr lang="en-US" dirty="0"/>
              <a:t>Google Services Framework (GSF) </a:t>
            </a:r>
          </a:p>
          <a:p>
            <a:pPr lvl="1"/>
            <a:r>
              <a:rPr lang="en-US" dirty="0"/>
              <a:t>Package: </a:t>
            </a:r>
            <a:r>
              <a:rPr lang="en-US" dirty="0" err="1"/>
              <a:t>com.google.android.gsf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Helps register the Android device with Google services. </a:t>
            </a:r>
          </a:p>
          <a:p>
            <a:pPr lvl="1"/>
            <a:r>
              <a:rPr lang="en-US" dirty="0"/>
              <a:t>Maintains selected Google service settings and device identifiers. </a:t>
            </a:r>
          </a:p>
          <a:p>
            <a:pPr lvl="1"/>
            <a:r>
              <a:rPr lang="en-US" dirty="0"/>
              <a:t>May store the Google Services Framework ID, or GSF ID. </a:t>
            </a:r>
          </a:p>
          <a:p>
            <a:pPr lvl="1"/>
            <a:r>
              <a:rPr lang="en-US" dirty="0"/>
              <a:t>Forensic focus: device registration, identifiers, and Google service configuration. </a:t>
            </a:r>
          </a:p>
          <a:p>
            <a:pPr lvl="0"/>
            <a:r>
              <a:rPr lang="en-US" dirty="0"/>
              <a:t>Google Play services (GMS)</a:t>
            </a:r>
          </a:p>
          <a:p>
            <a:pPr lvl="1"/>
            <a:r>
              <a:rPr lang="en-US" dirty="0"/>
              <a:t>Package: </a:t>
            </a:r>
            <a:r>
              <a:rPr lang="en-US" dirty="0" err="1"/>
              <a:t>com.google.android.gms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Runs shared Google services that applications can request. </a:t>
            </a:r>
          </a:p>
          <a:p>
            <a:pPr lvl="1"/>
            <a:r>
              <a:rPr lang="en-US" dirty="0"/>
              <a:t>Provides functions such as location, authentication, cloud messaging, advertising, and device security. </a:t>
            </a:r>
          </a:p>
          <a:p>
            <a:pPr lvl="1"/>
            <a:r>
              <a:rPr lang="en-US" dirty="0"/>
              <a:t>Forensic focus: service preferences, account-related data, and component timestamps.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59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Applications do not need to build every Google-related function themselves. </a:t>
            </a:r>
          </a:p>
          <a:p>
            <a:pPr lvl="0"/>
            <a:r>
              <a:rPr lang="en-US" dirty="0"/>
              <a:t>They can request a function from Google Play services through an API. </a:t>
            </a:r>
          </a:p>
          <a:p>
            <a:pPr lvl="0"/>
            <a:r>
              <a:rPr lang="en-US" dirty="0"/>
              <a:t>Example: location </a:t>
            </a:r>
          </a:p>
          <a:p>
            <a:pPr lvl="1"/>
            <a:r>
              <a:rPr lang="en-US" dirty="0"/>
              <a:t>An application requests the device’s location. </a:t>
            </a:r>
          </a:p>
          <a:p>
            <a:pPr lvl="1"/>
            <a:r>
              <a:rPr lang="en-US" dirty="0"/>
              <a:t>Google Play services obtains the location through its location service. </a:t>
            </a:r>
          </a:p>
          <a:p>
            <a:pPr lvl="1"/>
            <a:r>
              <a:rPr lang="en-US" dirty="0"/>
              <a:t>Google Play services returns the result to the application. </a:t>
            </a:r>
          </a:p>
          <a:p>
            <a:pPr lvl="0"/>
            <a:r>
              <a:rPr lang="en-US" dirty="0"/>
              <a:t>Example: cloud messaging </a:t>
            </a:r>
          </a:p>
          <a:p>
            <a:pPr lvl="1"/>
            <a:r>
              <a:rPr lang="en-US" dirty="0"/>
              <a:t>A remote server sends a notification through Google’s messaging infrastructure. </a:t>
            </a:r>
          </a:p>
          <a:p>
            <a:pPr lvl="1"/>
            <a:r>
              <a:rPr lang="en-US" dirty="0"/>
              <a:t>Google Play services receives the message on the device. </a:t>
            </a:r>
          </a:p>
          <a:p>
            <a:pPr lvl="1"/>
            <a:r>
              <a:rPr lang="en-US" dirty="0"/>
              <a:t>It delivers the message to the correct application. </a:t>
            </a:r>
          </a:p>
          <a:p>
            <a:pPr lvl="0"/>
            <a:r>
              <a:rPr lang="en-US" dirty="0"/>
              <a:t>Google Play services may therefore run in the background without direct user interaction.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18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tree  'Pixel 3/data/data/</a:t>
            </a:r>
            <a:r>
              <a:rPr lang="en-US" err="1"/>
              <a:t>com.google.android.gsf</a:t>
            </a:r>
            <a:r>
              <a:rPr lang="en-US"/>
              <a:t>/’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https://android.googlesource.com/platform/frameworks/base/+/7bc08e9d51d3142717a94098f897a776f7b7bd71/packages/SubscribedFeedsProvider/src/com/android/providers/subscribedfeeds/SubscribedFeedsProvider.java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939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https://android.stackexchange.com/questions/162448/difference-between-android-id-and-device-id</a:t>
            </a:r>
          </a:p>
          <a:p>
            <a:r>
              <a:rPr lang="en-US"/>
              <a:t>https://raccoon.onyxbits.de/blog/how-to-get-gsf-id-android/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2946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3475010726920713951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38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tree  -L 1 'Pixel 3/data/data/</a:t>
            </a:r>
            <a:r>
              <a:rPr lang="en-US" err="1"/>
              <a:t>com.google.android.gms</a:t>
            </a:r>
            <a:r>
              <a:rPr lang="en-US"/>
              <a:t>/'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54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cat   'Pixel 3/data/data/</a:t>
            </a:r>
            <a:r>
              <a:rPr lang="en-US" err="1"/>
              <a:t>com.google.android.gms</a:t>
            </a:r>
            <a:r>
              <a:rPr lang="en-US"/>
              <a:t>/</a:t>
            </a:r>
            <a:r>
              <a:rPr lang="en-US" err="1"/>
              <a:t>shared_prefs</a:t>
            </a:r>
            <a:r>
              <a:rPr lang="en-US"/>
              <a:t>/com.google.maps.api.android.lib6.drd.PREFERENCES_FILE.xml'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24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cat 'Pixel 3/data/data/</a:t>
            </a:r>
            <a:r>
              <a:rPr lang="en-US" err="1"/>
              <a:t>com.google.android.gms</a:t>
            </a:r>
            <a:r>
              <a:rPr lang="en-US"/>
              <a:t>/</a:t>
            </a:r>
            <a:r>
              <a:rPr lang="en-US" err="1"/>
              <a:t>shared_prefs</a:t>
            </a:r>
            <a:r>
              <a:rPr lang="en-US"/>
              <a:t>/Fingerprintstats.xml'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773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cat 'Pixel 3/data/data/</a:t>
            </a:r>
            <a:r>
              <a:rPr lang="en-US" err="1"/>
              <a:t>com.google.android.gms</a:t>
            </a:r>
            <a:r>
              <a:rPr lang="en-US"/>
              <a:t>/</a:t>
            </a:r>
            <a:r>
              <a:rPr lang="en-US" err="1"/>
              <a:t>shared_prefs</a:t>
            </a:r>
            <a:r>
              <a:rPr lang="en-US"/>
              <a:t>/Launcherstats.xml'</a:t>
            </a:r>
          </a:p>
          <a:p>
            <a:endParaRPr lang="en-US"/>
          </a:p>
          <a:p>
            <a:r>
              <a:rPr lang="en-US"/>
              <a:t>&lt;?xml version='1.0' encoding='utf-8' standalone='yes' ?&gt;</a:t>
            </a:r>
          </a:p>
          <a:p>
            <a:r>
              <a:rPr lang="en-US"/>
              <a:t>&lt;map&gt;</a:t>
            </a:r>
          </a:p>
          <a:p>
            <a:r>
              <a:rPr lang="en-US"/>
              <a:t>    &lt;</a:t>
            </a:r>
            <a:r>
              <a:rPr lang="en-US" err="1"/>
              <a:t>boolean</a:t>
            </a:r>
            <a:r>
              <a:rPr lang="en-US"/>
              <a:t> name=":</a:t>
            </a:r>
            <a:r>
              <a:rPr lang="en-US" err="1"/>
              <a:t>requiresCharging</a:t>
            </a:r>
            <a:r>
              <a:rPr lang="en-US"/>
              <a:t>" value="true" /&gt;</a:t>
            </a:r>
          </a:p>
          <a:p>
            <a:r>
              <a:rPr lang="en-US"/>
              <a:t>    &lt;long name=":</a:t>
            </a:r>
            <a:r>
              <a:rPr lang="en-US" err="1"/>
              <a:t>lastRunMsec</a:t>
            </a:r>
            <a:r>
              <a:rPr lang="en-US"/>
              <a:t>" value="1581560777469" /&gt;</a:t>
            </a:r>
          </a:p>
          <a:p>
            <a:r>
              <a:rPr lang="en-US"/>
              <a:t>    &lt;long name=":</a:t>
            </a:r>
            <a:r>
              <a:rPr lang="en-US" err="1"/>
              <a:t>recordIntervalSecs</a:t>
            </a:r>
            <a:r>
              <a:rPr lang="en-US"/>
              <a:t>" value="-1" /&gt;</a:t>
            </a:r>
          </a:p>
          <a:p>
            <a:r>
              <a:rPr lang="en-US"/>
              <a:t>&lt;/map&gt;</a:t>
            </a:r>
          </a:p>
          <a:p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9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0.png"/><Relationship Id="rId7" Type="http://schemas.openxmlformats.org/officeDocument/2006/relationships/image" Target="../media/image4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ile:Cartoon_cloud.svg" TargetMode="External"/><Relationship Id="rId3" Type="http://schemas.openxmlformats.org/officeDocument/2006/relationships/image" Target="../media/image25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pngall.com/server-png" TargetMode="External"/><Relationship Id="rId5" Type="http://schemas.openxmlformats.org/officeDocument/2006/relationships/image" Target="../media/image26.png"/><Relationship Id="rId4" Type="http://schemas.openxmlformats.org/officeDocument/2006/relationships/hyperlink" Target="https://www.wired.it/mobile/smartphone/2019/05/06/google-i-o-2019-anticipazioni/" TargetMode="External"/><Relationship Id="rId9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BAF9-88AC-4600-B511-347782B9C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Android System Settings as Forensic Evidence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D3106-2EE0-40F4-8C0B-042135FF9F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4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ECD2-A3E7-B22E-DEBB-CDAAD651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71C27-D875-6D92-FDE4-C8AEF3E3C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System Settings </a:t>
            </a:r>
            <a:r>
              <a:rPr lang="en-US" dirty="0"/>
              <a:t>and artifacts</a:t>
            </a:r>
            <a:endParaRPr lang="en-GB" dirty="0"/>
          </a:p>
          <a:p>
            <a:r>
              <a:rPr lang="en-US" dirty="0"/>
              <a:t>Google Service Components Overview</a:t>
            </a:r>
          </a:p>
          <a:p>
            <a:r>
              <a:rPr lang="en-US" dirty="0"/>
              <a:t>Google Service Framework and artifacts</a:t>
            </a:r>
          </a:p>
          <a:p>
            <a:r>
              <a:rPr lang="en-US" dirty="0"/>
              <a:t>Google Play Services and artifacts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465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BB49AD-28ED-B536-BBA9-0FCA2141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Settings </a:t>
            </a:r>
            <a:r>
              <a:rPr lang="en-US" dirty="0"/>
              <a:t>and Artifacts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AFFB4-5B28-FF8B-B074-F71E18B67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8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5B8E-D224-073A-D619-D131B39D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System Settings?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513B4-B1A8-4407-970B-AF39DF0A8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System settings define how the operating system, system services, and applications behave. </a:t>
            </a:r>
          </a:p>
          <a:p>
            <a:pPr lvl="0"/>
            <a:r>
              <a:rPr lang="en-US" dirty="0"/>
              <a:t>They are commonly stored as key-value pairs in XML files, SQLite databases, property files, and other structured formats. </a:t>
            </a:r>
          </a:p>
          <a:p>
            <a:pPr lvl="0"/>
            <a:r>
              <a:rPr lang="en-US" dirty="0"/>
              <a:t>Some settings apply to the entire device, while others apply only to a specific Android user or application. </a:t>
            </a:r>
          </a:p>
          <a:p>
            <a:pPr lvl="0"/>
            <a:r>
              <a:rPr lang="en-US" dirty="0"/>
              <a:t>These artifacts provide context for interpreting other evidence recovered from the device. </a:t>
            </a:r>
          </a:p>
          <a:p>
            <a:pPr lvl="0"/>
            <a:r>
              <a:rPr lang="en-US" dirty="0"/>
              <a:t>A setting usually represents a configured state, not necessarily an action performed by the user.</a:t>
            </a:r>
          </a:p>
        </p:txBody>
      </p:sp>
    </p:spTree>
    <p:extLst>
      <p:ext uri="{BB962C8B-B14F-4D97-AF65-F5344CB8AC3E}">
        <p14:creationId xmlns:p14="http://schemas.microsoft.com/office/powerpoint/2010/main" val="171935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9BC113-D5D7-3FA8-62E5-B556319F7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49" y="112528"/>
            <a:ext cx="9637528" cy="642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4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BE21F1-0971-F3F0-AE7F-DFF04B28F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91" y="439111"/>
            <a:ext cx="10636370" cy="597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8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C895-EA84-EE5A-AF45-51B69BC49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Settings 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D6425-2837-51E9-7747-60B96F9ED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XML files store many device-wide and per-user settings.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latin typeface="Arial Narrow" panose="020B0606020202030204" pitchFamily="34" charset="0"/>
              </a:rPr>
              <a:t>settings_secure.xml</a:t>
            </a:r>
            <a:r>
              <a:rPr lang="en-US" dirty="0"/>
              <a:t>, </a:t>
            </a:r>
            <a:r>
              <a:rPr lang="en-US" dirty="0">
                <a:latin typeface="Arial Narrow" panose="020B0606020202030204" pitchFamily="34" charset="0"/>
              </a:rPr>
              <a:t>settings_global.xml</a:t>
            </a:r>
            <a:r>
              <a:rPr lang="en-US" dirty="0"/>
              <a:t>, and </a:t>
            </a:r>
            <a:r>
              <a:rPr lang="en-US" dirty="0">
                <a:latin typeface="Arial Narrow" panose="020B0606020202030204" pitchFamily="34" charset="0"/>
              </a:rPr>
              <a:t>settings_system.xml </a:t>
            </a:r>
          </a:p>
          <a:p>
            <a:pPr lvl="0"/>
            <a:r>
              <a:rPr lang="en-US" dirty="0"/>
              <a:t>SQLite databases store structured settings and associated metadata. </a:t>
            </a:r>
          </a:p>
          <a:p>
            <a:pPr lvl="1"/>
            <a:r>
              <a:rPr lang="en-US" dirty="0"/>
              <a:t>Example: </a:t>
            </a:r>
            <a:r>
              <a:rPr lang="en-US" dirty="0" err="1">
                <a:latin typeface="Arial Narrow" panose="020B0606020202030204" pitchFamily="34" charset="0"/>
              </a:rPr>
              <a:t>locksettings.d</a:t>
            </a:r>
            <a:r>
              <a:rPr lang="en-US" dirty="0" err="1"/>
              <a:t>b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Shared-preference XML files store application-specific configuration values. </a:t>
            </a:r>
          </a:p>
          <a:p>
            <a:pPr lvl="1"/>
            <a:r>
              <a:rPr lang="en-US" dirty="0"/>
              <a:t>Example: </a:t>
            </a:r>
            <a:r>
              <a:rPr lang="en-US" dirty="0">
                <a:latin typeface="Arial Narrow" panose="020B0606020202030204" pitchFamily="34" charset="0"/>
              </a:rPr>
              <a:t>/data/user/0/&lt;</a:t>
            </a:r>
            <a:r>
              <a:rPr lang="en-US" dirty="0" err="1">
                <a:latin typeface="Arial Narrow" panose="020B0606020202030204" pitchFamily="34" charset="0"/>
              </a:rPr>
              <a:t>packageName</a:t>
            </a:r>
            <a:r>
              <a:rPr lang="en-US" dirty="0">
                <a:latin typeface="Arial Narrow" panose="020B0606020202030204" pitchFamily="34" charset="0"/>
              </a:rPr>
              <a:t>&gt;/</a:t>
            </a:r>
            <a:r>
              <a:rPr lang="en-US" dirty="0" err="1">
                <a:latin typeface="Arial Narrow" panose="020B0606020202030204" pitchFamily="34" charset="0"/>
              </a:rPr>
              <a:t>shared_prefs</a:t>
            </a:r>
            <a:r>
              <a:rPr lang="en-US" dirty="0"/>
              <a:t>/ </a:t>
            </a:r>
          </a:p>
          <a:p>
            <a:pPr lvl="0"/>
            <a:r>
              <a:rPr lang="en-US" dirty="0"/>
              <a:t>System files may connect package names with UIDs, permissions, and network policies. </a:t>
            </a:r>
          </a:p>
          <a:p>
            <a:pPr lvl="1"/>
            <a:r>
              <a:rPr lang="en-US" dirty="0"/>
              <a:t>Examples: </a:t>
            </a:r>
            <a:r>
              <a:rPr lang="en-US" dirty="0" err="1">
                <a:latin typeface="Arial Narrow" panose="020B0606020202030204" pitchFamily="34" charset="0"/>
              </a:rPr>
              <a:t>packages.list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/>
              <a:t>and </a:t>
            </a:r>
            <a:r>
              <a:rPr lang="en-US" dirty="0">
                <a:latin typeface="Arial Narrow" panose="020B0606020202030204" pitchFamily="34" charset="0"/>
              </a:rPr>
              <a:t>netpolicy.xml </a:t>
            </a:r>
          </a:p>
          <a:p>
            <a:pPr lvl="0"/>
            <a:r>
              <a:rPr lang="en-US" dirty="0"/>
              <a:t>Write-ahead log (-</a:t>
            </a:r>
            <a:r>
              <a:rPr lang="en-US" dirty="0" err="1"/>
              <a:t>wal</a:t>
            </a:r>
            <a:r>
              <a:rPr lang="en-US" dirty="0"/>
              <a:t>) files may contain database changes that have not yet been written to the main database.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43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0D4BA4-C6AE-455E-A458-59CCC26B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System Settings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418CA68-875C-4219-A54D-045820EE6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980999"/>
              </p:ext>
            </p:extLst>
          </p:nvPr>
        </p:nvGraphicFramePr>
        <p:xfrm>
          <a:off x="838200" y="1849315"/>
          <a:ext cx="8629459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2368">
                  <a:extLst>
                    <a:ext uri="{9D8B030D-6E8A-4147-A177-3AD203B41FA5}">
                      <a16:colId xmlns:a16="http://schemas.microsoft.com/office/drawing/2014/main" val="965178358"/>
                    </a:ext>
                  </a:extLst>
                </a:gridCol>
                <a:gridCol w="5367091">
                  <a:extLst>
                    <a:ext uri="{9D8B030D-6E8A-4147-A177-3AD203B41FA5}">
                      <a16:colId xmlns:a16="http://schemas.microsoft.com/office/drawing/2014/main" val="3919426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55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Google Services Framework (GSF)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3/data/data/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com.google.android.gsf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shared_prefs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/*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3/data/data/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com.google.android.gsf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/database/*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3401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600" dirty="0"/>
                        <a:t>Google Play services (GMS)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3/data/data/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com.google.android.gms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shared_prefs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/*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3/data/data/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com.google.android.gms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/database/*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55939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600" dirty="0"/>
                        <a:t>System settings for all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3/data/system/</a:t>
                      </a:r>
                      <a:r>
                        <a:rPr lang="en-US" sz="1600" kern="120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locksettings.db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3/data/system/notification_policy.xml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775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Separate system settings for each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3/data/system/users/0/settings_secure.xml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3/data/system/users/0/settings_global.xml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3/data/system/users/0/settgins_system.xml</a:t>
                      </a: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Pixel 3/data/system/users/0/registered services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64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Default file-saving locations for different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latin typeface="Arial Narrow" panose="020B0606020202030204" pitchFamily="34" charset="0"/>
                        </a:rPr>
                        <a:t>Pixel 3/data/system_ce/0/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recent_images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/*.</a:t>
                      </a:r>
                      <a:r>
                        <a:rPr lang="en-US" sz="1600" dirty="0" err="1">
                          <a:latin typeface="Arial Narrow" panose="020B0606020202030204" pitchFamily="34" charset="0"/>
                        </a:rPr>
                        <a:t>png</a:t>
                      </a:r>
                      <a:endParaRPr lang="en-US" sz="1600" dirty="0">
                        <a:latin typeface="Arial Narrow" panose="020B0606020202030204" pitchFamily="34" charset="0"/>
                      </a:endParaRPr>
                    </a:p>
                    <a:p>
                      <a:r>
                        <a:rPr lang="nn-NO" sz="1600" dirty="0">
                          <a:latin typeface="Arial Narrow" panose="020B0606020202030204" pitchFamily="34" charset="0"/>
                        </a:rPr>
                        <a:t>Pixel 3/data/system_ce/0/snapshots</a:t>
                      </a:r>
                      <a:r>
                        <a:rPr lang="en-US" sz="1600" dirty="0">
                          <a:latin typeface="Arial Narrow" panose="020B0606020202030204" pitchFamily="34" charset="0"/>
                        </a:rPr>
                        <a:t>/*.jpg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7352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308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AE4373-F078-711E-B232-D97088ECC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290" y="820314"/>
            <a:ext cx="9843420" cy="553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6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870B13-62FA-5677-B5A3-9DF335C8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Forensic Value of System Settings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261A6-8AA8-9106-2AEF-CCB8015AE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710394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Identify device and user configurations. </a:t>
            </a:r>
          </a:p>
          <a:p>
            <a:pPr lvl="0"/>
            <a:r>
              <a:rPr lang="en-US" dirty="0"/>
              <a:t>Determine whether security features were enabled or disabled. </a:t>
            </a:r>
          </a:p>
          <a:p>
            <a:pPr lvl="0"/>
            <a:r>
              <a:rPr lang="en-US" dirty="0"/>
              <a:t>Reveal password type, network restrictions, notification rules, and application permissions. </a:t>
            </a:r>
          </a:p>
          <a:p>
            <a:pPr lvl="0"/>
            <a:r>
              <a:rPr lang="en-US" dirty="0"/>
              <a:t>Identify installed packages and their assigned user IDs (UIDs). </a:t>
            </a:r>
          </a:p>
          <a:p>
            <a:pPr lvl="0"/>
            <a:r>
              <a:rPr lang="en-US" dirty="0"/>
              <a:t>Show which accounts, authenticators, and synchronization services were registered. </a:t>
            </a:r>
          </a:p>
          <a:p>
            <a:pPr lvl="0"/>
            <a:r>
              <a:rPr lang="en-US" dirty="0"/>
              <a:t>Provide timestamps indicating when some system components or services ran. </a:t>
            </a:r>
          </a:p>
          <a:p>
            <a:pPr lvl="0"/>
            <a:r>
              <a:rPr lang="en-US" dirty="0"/>
              <a:t>Help explain why other forensic artifacts were created, stored, restricted, or unavailable.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115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DB9A-01A4-4B6B-B904-303FD339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System settings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FBCA1-58B5-4ECA-88D7-0B16B49DB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user settings: at the device level</a:t>
            </a:r>
          </a:p>
        </p:txBody>
      </p:sp>
    </p:spTree>
    <p:extLst>
      <p:ext uri="{BB962C8B-B14F-4D97-AF65-F5344CB8AC3E}">
        <p14:creationId xmlns:p14="http://schemas.microsoft.com/office/powerpoint/2010/main" val="3440924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D57651-088A-4455-9997-5ABE6CB80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files on </a:t>
            </a:r>
            <a:r>
              <a:rPr lang="en-US" i="1" dirty="0">
                <a:solidFill>
                  <a:srgbClr val="C00000"/>
                </a:solidFill>
              </a:rPr>
              <a:t>/data/system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49AAD-D0B6-49B4-932B-A02CAE052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33993"/>
            <a:ext cx="9533809" cy="29866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90BFEB-C3B6-4734-8504-5C912EBAC088}"/>
              </a:ext>
            </a:extLst>
          </p:cNvPr>
          <p:cNvSpPr txBox="1"/>
          <p:nvPr/>
        </p:nvSpPr>
        <p:spPr>
          <a:xfrm>
            <a:off x="838200" y="1864661"/>
            <a:ext cx="3905738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List files may contain settings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94ADF-90A9-7B65-A819-3B72EDDE7A90}"/>
              </a:ext>
            </a:extLst>
          </p:cNvPr>
          <p:cNvSpPr txBox="1"/>
          <p:nvPr/>
        </p:nvSpPr>
        <p:spPr>
          <a:xfrm>
            <a:off x="889363" y="5348483"/>
            <a:ext cx="91128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 err="1">
                <a:solidFill>
                  <a:srgbClr val="FF0000"/>
                </a:solidFill>
              </a:rPr>
              <a:t>wal</a:t>
            </a:r>
            <a:r>
              <a:rPr lang="en-GB" sz="1600" dirty="0">
                <a:solidFill>
                  <a:srgbClr val="FF0000"/>
                </a:solidFill>
              </a:rPr>
              <a:t>: </a:t>
            </a:r>
            <a:r>
              <a:rPr lang="en-GB" sz="1600" dirty="0"/>
              <a:t>"write-ahead log." It contains the changes that have been made to the database but not yet written to the main .</a:t>
            </a:r>
            <a:r>
              <a:rPr lang="en-GB" sz="1600" dirty="0" err="1"/>
              <a:t>db</a:t>
            </a:r>
            <a:r>
              <a:rPr lang="en-GB" sz="1600" dirty="0"/>
              <a:t> file.</a:t>
            </a:r>
          </a:p>
          <a:p>
            <a:r>
              <a:rPr lang="en-US" sz="1600" dirty="0" err="1">
                <a:solidFill>
                  <a:srgbClr val="FF0000"/>
                </a:solidFill>
              </a:rPr>
              <a:t>shm</a:t>
            </a:r>
            <a:r>
              <a:rPr lang="en-US" sz="1600" dirty="0"/>
              <a:t>: "shared memory</a:t>
            </a:r>
            <a:r>
              <a:rPr lang="en-GB" sz="1600" dirty="0"/>
              <a:t>”: an index for the WAL file, improving the performance of read operations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94604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1958-7C2C-415D-AAA7-68FF445D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Pixel lock screen disabled? </a:t>
            </a:r>
            <a:r>
              <a:rPr lang="en-US" sz="3200" dirty="0"/>
              <a:t>(</a:t>
            </a:r>
            <a:r>
              <a:rPr lang="en-US" sz="3200" dirty="0" err="1">
                <a:solidFill>
                  <a:srgbClr val="C00000"/>
                </a:solidFill>
              </a:rPr>
              <a:t>locksettings.db</a:t>
            </a:r>
            <a:r>
              <a:rPr lang="en-US" sz="3200" dirty="0"/>
              <a:t>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6A07F-140E-4407-8D61-FC6903B7A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785" y="0"/>
            <a:ext cx="1718215" cy="35286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605C8A-F10D-44E4-93FE-D4B821C79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37" y="1622658"/>
            <a:ext cx="6531521" cy="48094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50086F-3115-48BD-828F-07D02FC01C41}"/>
              </a:ext>
            </a:extLst>
          </p:cNvPr>
          <p:cNvSpPr txBox="1"/>
          <p:nvPr/>
        </p:nvSpPr>
        <p:spPr>
          <a:xfrm>
            <a:off x="7417789" y="1622658"/>
            <a:ext cx="2690758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/>
              <a:t>You can disable the lock screen if don’t want to waste precious seconds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6249376-995D-4132-8D10-F26984C64883}"/>
              </a:ext>
            </a:extLst>
          </p:cNvPr>
          <p:cNvSpPr/>
          <p:nvPr/>
        </p:nvSpPr>
        <p:spPr>
          <a:xfrm>
            <a:off x="10108547" y="2000738"/>
            <a:ext cx="365237" cy="16412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79FA85-88E6-47F9-907F-7D00C3E32C57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4603262" y="2084323"/>
            <a:ext cx="2814527" cy="987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606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2ACF9-D1E7-4485-8FBA-B3504176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7104"/>
            <a:ext cx="10515600" cy="1325563"/>
          </a:xfrm>
        </p:spPr>
        <p:txBody>
          <a:bodyPr/>
          <a:lstStyle/>
          <a:p>
            <a:r>
              <a:rPr lang="en-US" dirty="0"/>
              <a:t>What type of password does the device have? </a:t>
            </a:r>
            <a:r>
              <a:rPr lang="en-US" sz="4400" dirty="0"/>
              <a:t>(</a:t>
            </a:r>
            <a:r>
              <a:rPr lang="en-US" sz="4400" dirty="0" err="1">
                <a:solidFill>
                  <a:srgbClr val="C00000"/>
                </a:solidFill>
              </a:rPr>
              <a:t>locksettings.db</a:t>
            </a:r>
            <a:r>
              <a:rPr lang="en-US" sz="4400" dirty="0"/>
              <a:t>)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37EC7B3-6331-44CF-8576-66CC078FC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529470"/>
              </p:ext>
            </p:extLst>
          </p:nvPr>
        </p:nvGraphicFramePr>
        <p:xfrm>
          <a:off x="838200" y="2091006"/>
          <a:ext cx="10290908" cy="389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3862">
                  <a:extLst>
                    <a:ext uri="{9D8B030D-6E8A-4147-A177-3AD203B41FA5}">
                      <a16:colId xmlns:a16="http://schemas.microsoft.com/office/drawing/2014/main" val="3982649050"/>
                    </a:ext>
                  </a:extLst>
                </a:gridCol>
                <a:gridCol w="5447323">
                  <a:extLst>
                    <a:ext uri="{9D8B030D-6E8A-4147-A177-3AD203B41FA5}">
                      <a16:colId xmlns:a16="http://schemas.microsoft.com/office/drawing/2014/main" val="225839234"/>
                    </a:ext>
                  </a:extLst>
                </a:gridCol>
                <a:gridCol w="1789723">
                  <a:extLst>
                    <a:ext uri="{9D8B030D-6E8A-4147-A177-3AD203B41FA5}">
                      <a16:colId xmlns:a16="http://schemas.microsoft.com/office/drawing/2014/main" val="2529909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Password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 (one of conditions)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9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PASSWORD_COMPLEXITY_HIGH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400" dirty="0"/>
                        <a:t>PIN with no repeating (4444) or ordered (1234, 4321, 2468) sequences, length at least 8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400" dirty="0"/>
                        <a:t>alphabetic, length at least 6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400" dirty="0"/>
                        <a:t>alphanumeric, length at least 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327680 (0x00050000)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519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PASSWORD_COMPLEXITY_LOW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400" dirty="0"/>
                        <a:t>Pattern PIN with repeating (4444) or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400" dirty="0"/>
                        <a:t>ordered (1234, 4321, 2468) sequences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65536 (0x00010000)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94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PASSWORD_COMPLEXITY_MEDIUM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400" dirty="0"/>
                        <a:t>PIN with no repeating (4444) or ordered (1234, 4321, 2468) sequences, length at least 4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400" dirty="0"/>
                        <a:t>alphabetic, length at least 4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GB" sz="1400" dirty="0"/>
                        <a:t>alphanumeric, length at least 4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196608 (0x00030000)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30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PASSWORD_COMPLEXITY_NONE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 (0x00000000)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855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PASSWORD_QUALITY_ALPHABETIC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262144 (0x00040000)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5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PASSWORD_QUALITY_ALPHANUMERIC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327680 (0x00050000)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416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382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3EEDFAAC-96FA-4499-B52C-7EEC83C95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395438"/>
              </p:ext>
            </p:extLst>
          </p:nvPr>
        </p:nvGraphicFramePr>
        <p:xfrm>
          <a:off x="791308" y="925587"/>
          <a:ext cx="10290908" cy="524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7646">
                  <a:extLst>
                    <a:ext uri="{9D8B030D-6E8A-4147-A177-3AD203B41FA5}">
                      <a16:colId xmlns:a16="http://schemas.microsoft.com/office/drawing/2014/main" val="3982649050"/>
                    </a:ext>
                  </a:extLst>
                </a:gridCol>
                <a:gridCol w="5353539">
                  <a:extLst>
                    <a:ext uri="{9D8B030D-6E8A-4147-A177-3AD203B41FA5}">
                      <a16:colId xmlns:a16="http://schemas.microsoft.com/office/drawing/2014/main" val="225839234"/>
                    </a:ext>
                  </a:extLst>
                </a:gridCol>
                <a:gridCol w="1789723">
                  <a:extLst>
                    <a:ext uri="{9D8B030D-6E8A-4147-A177-3AD203B41FA5}">
                      <a16:colId xmlns:a16="http://schemas.microsoft.com/office/drawing/2014/main" val="2529909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Password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 (one of conditions)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0955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PASSWORD_QUALITY_BIOMETRIC_WEAK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This implies technologies that can recognize the identity of an individual to about a 3 digit PIN (false detection is less than 1 in 1,000)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32768 (0x00008000)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51919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PASSWORD_QUALITY_COMPLEX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GB" sz="1600" dirty="0"/>
                        <a:t>allows the admin to set precisely how many characters of various types the password should contain to satisfy the policy.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393216 (0x00060000)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837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C00000"/>
                          </a:solidFill>
                        </a:rPr>
                        <a:t>PASSWORD_QUALITY_NUMERIC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GB" sz="1600" dirty="0"/>
                        <a:t>the user must have entered a password containing at least numeric characters. Note that quality constants are ordered so that higher values are more restrictive.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131072 (0x00020000)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94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PASSWORD_QUALITY_NUMERIC_COMPLEX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GB" sz="1600" dirty="0"/>
                        <a:t>he user must have entered a password containing at least numeric characters with no repeating (4444) or ordered (1234, 4321, 2468) sequences. Note that quality constants are ordered so that higher values are more restrictive.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196608 (0x00030000)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30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PASSWORD_QUALITY_SOMETHING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the policy requires some kind of password or pattern, but doesn't care what it is. Note that quality constants are ordered so that higher values are more restrictive.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65536 (0x00010000)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855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PASSWORD_QUALITY_UNSPECIFIED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the policy has no requirements for the password. Note that quality constants are ordered so that higher values are more restrictive.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 (0x00000000)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5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591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CD8B8-63A4-4972-9381-8C8BF4877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186" y="536959"/>
            <a:ext cx="7239627" cy="57840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D9DA2C-E719-47EB-9FD1-6CC933D53066}"/>
              </a:ext>
            </a:extLst>
          </p:cNvPr>
          <p:cNvSpPr txBox="1"/>
          <p:nvPr/>
        </p:nvSpPr>
        <p:spPr>
          <a:xfrm>
            <a:off x="6951629" y="3167389"/>
            <a:ext cx="185631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PASSWORD_QUALITY_NUMERIC_COMPLEX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CD633-8509-4762-86AB-06FAAFCFCBF7}"/>
              </a:ext>
            </a:extLst>
          </p:cNvPr>
          <p:cNvSpPr txBox="1"/>
          <p:nvPr/>
        </p:nvSpPr>
        <p:spPr>
          <a:xfrm>
            <a:off x="6951630" y="4451826"/>
            <a:ext cx="1856310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PASSWORD_QUALITY_NUMERIC</a:t>
            </a:r>
          </a:p>
        </p:txBody>
      </p:sp>
    </p:spTree>
    <p:extLst>
      <p:ext uri="{BB962C8B-B14F-4D97-AF65-F5344CB8AC3E}">
        <p14:creationId xmlns:p14="http://schemas.microsoft.com/office/powerpoint/2010/main" val="21390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8018D-0A86-4236-91B1-9F8F8EFD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578"/>
            <a:ext cx="4595071" cy="1645501"/>
          </a:xfrm>
        </p:spPr>
        <p:txBody>
          <a:bodyPr>
            <a:normAutofit/>
          </a:bodyPr>
          <a:lstStyle/>
          <a:p>
            <a:r>
              <a:rPr lang="en-US" sz="3100" dirty="0"/>
              <a:t>How many apps/packages have set notification policy? (</a:t>
            </a:r>
            <a:r>
              <a:rPr lang="en-US" sz="3100" i="1" dirty="0">
                <a:solidFill>
                  <a:srgbClr val="C00000"/>
                </a:solidFill>
              </a:rPr>
              <a:t>notification_policy.xml</a:t>
            </a:r>
            <a:r>
              <a:rPr lang="en-US" sz="31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329C-63A2-4037-A844-D0A69377F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48467"/>
            <a:ext cx="4595071" cy="3628495"/>
          </a:xfrm>
        </p:spPr>
        <p:txBody>
          <a:bodyPr>
            <a:normAutofit/>
          </a:bodyPr>
          <a:lstStyle/>
          <a:p>
            <a:r>
              <a:rPr lang="en-GB" sz="2000"/>
              <a:t>A notification is a message that Android displays outside your app's UI</a:t>
            </a:r>
          </a:p>
          <a:p>
            <a:r>
              <a:rPr lang="en-GB" sz="2000"/>
              <a:t>A notification provides the user with </a:t>
            </a:r>
          </a:p>
          <a:p>
            <a:pPr lvl="1"/>
            <a:r>
              <a:rPr lang="en-GB" sz="2000"/>
              <a:t>reminders, </a:t>
            </a:r>
          </a:p>
          <a:p>
            <a:pPr lvl="1"/>
            <a:r>
              <a:rPr lang="en-GB" sz="2000"/>
              <a:t>communication from other people, or </a:t>
            </a:r>
          </a:p>
          <a:p>
            <a:pPr lvl="1"/>
            <a:r>
              <a:rPr lang="en-GB" sz="2000"/>
              <a:t>other timely information from your app. </a:t>
            </a:r>
          </a:p>
          <a:p>
            <a:r>
              <a:rPr lang="en-GB" sz="2000"/>
              <a:t>Users can tap the notification to open your app or take an action directly from the notification.</a:t>
            </a:r>
            <a:endParaRPr lang="en-US" sz="2000"/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003713C1-2FB2-413B-BF91-3AE41726F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0991" y="3474720"/>
            <a:ext cx="6100914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90795B4D-5022-4A7F-A01D-8D880B7CD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9584" y="0"/>
            <a:ext cx="6192415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AFD19018-DE7C-4796-ADF2-AD2EB0FC0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3002281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D97573-CB53-4451-9CF0-E8DFB921E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990" y="321734"/>
            <a:ext cx="2178152" cy="2739814"/>
          </a:xfrm>
          <a:prstGeom prst="rect">
            <a:avLst/>
          </a:prstGeom>
        </p:spPr>
      </p:pic>
      <p:sp>
        <p:nvSpPr>
          <p:cNvPr id="24" name="Rectangle 16">
            <a:extLst>
              <a:ext uri="{FF2B5EF4-FFF2-40B4-BE49-F238E27FC236}">
                <a16:creationId xmlns:a16="http://schemas.microsoft.com/office/drawing/2014/main" id="{B1A0A2C2-4F85-44AF-8708-8DCA4B550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9624" y="0"/>
            <a:ext cx="3002281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EB288-5FBD-4E0B-919A-31CA05F5B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775" y="479171"/>
            <a:ext cx="2364317" cy="24249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C0223F-68D6-4349-A391-DCBDAE966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908" y="4055242"/>
            <a:ext cx="5446184" cy="204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79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ACCE0-0107-4DFC-B47F-D7FA29D9FD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1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49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9C565C-E3E3-4EEC-B921-B64B68655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584" y="1103310"/>
            <a:ext cx="8297847" cy="37361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FB65DE-390F-4EE3-B471-6C51C7FEAB19}"/>
              </a:ext>
            </a:extLst>
          </p:cNvPr>
          <p:cNvSpPr txBox="1"/>
          <p:nvPr/>
        </p:nvSpPr>
        <p:spPr>
          <a:xfrm>
            <a:off x="1166583" y="733977"/>
            <a:ext cx="5499939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Search for packages that have notification settings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B24B1D-D05F-4FB2-A2E5-367A93645CCF}"/>
              </a:ext>
            </a:extLst>
          </p:cNvPr>
          <p:cNvSpPr txBox="1"/>
          <p:nvPr/>
        </p:nvSpPr>
        <p:spPr>
          <a:xfrm>
            <a:off x="1166583" y="5154016"/>
            <a:ext cx="6041614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The total number packages have setup notification policies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35DA1-BC2F-47B1-97B4-597880497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582" y="5523348"/>
            <a:ext cx="8276037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52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C1AD0-DD89-4FE1-9068-8567EB29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metered network (</a:t>
            </a:r>
            <a:r>
              <a:rPr lang="en-US" sz="3600" i="1" dirty="0">
                <a:solidFill>
                  <a:srgbClr val="C00000"/>
                </a:solidFill>
              </a:rPr>
              <a:t>netpolicy.xml, </a:t>
            </a:r>
            <a:r>
              <a:rPr lang="en-US" sz="3600" i="1" dirty="0" err="1">
                <a:solidFill>
                  <a:srgbClr val="C00000"/>
                </a:solidFill>
              </a:rPr>
              <a:t>packages.list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80B67-A57C-45DB-96C8-E304E8B30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5407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You can set your Wi-Fi as metered</a:t>
            </a:r>
          </a:p>
          <a:p>
            <a:pPr lvl="1"/>
            <a:r>
              <a:rPr lang="en-GB" dirty="0"/>
              <a:t>If a network has a data limit</a:t>
            </a:r>
          </a:p>
          <a:p>
            <a:r>
              <a:rPr lang="en-GB" dirty="0"/>
              <a:t>When a network is metered, you have more control over </a:t>
            </a:r>
          </a:p>
          <a:p>
            <a:pPr lvl="1"/>
            <a:r>
              <a:rPr lang="en-GB" dirty="0"/>
              <a:t>how much data your phone uses through downloads and other apps.</a:t>
            </a:r>
          </a:p>
          <a:p>
            <a:r>
              <a:rPr lang="en-US" dirty="0"/>
              <a:t>Network policy </a:t>
            </a:r>
          </a:p>
          <a:p>
            <a:pPr lvl="1"/>
            <a:r>
              <a:rPr lang="en-US" dirty="0"/>
              <a:t>Saved in </a:t>
            </a:r>
            <a:r>
              <a:rPr lang="en-US" i="1" dirty="0">
                <a:solidFill>
                  <a:srgbClr val="C00000"/>
                </a:solidFill>
              </a:rPr>
              <a:t>netpolicy.xml</a:t>
            </a:r>
            <a:endParaRPr lang="en-GB" dirty="0"/>
          </a:p>
          <a:p>
            <a:pPr lvl="1"/>
            <a:r>
              <a:rPr lang="en-GB" dirty="0"/>
              <a:t>Controlled by </a:t>
            </a:r>
            <a:r>
              <a:rPr lang="en-GB" i="1" dirty="0">
                <a:solidFill>
                  <a:srgbClr val="C00000"/>
                </a:solidFill>
              </a:rPr>
              <a:t>ConnectivityManager.java</a:t>
            </a:r>
            <a:r>
              <a:rPr lang="en-GB" dirty="0"/>
              <a:t> </a:t>
            </a:r>
          </a:p>
          <a:p>
            <a:pPr lvl="2"/>
            <a:r>
              <a:rPr lang="en-GB" dirty="0"/>
              <a:t>Answers queries about the state of network connectivity. </a:t>
            </a:r>
          </a:p>
          <a:p>
            <a:pPr lvl="2"/>
            <a:r>
              <a:rPr lang="en-GB" dirty="0"/>
              <a:t>It also notifies applications when network connectivity changes.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6746B-0EA5-4F4E-A5E5-4AEDBE6FD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833" y="1325563"/>
            <a:ext cx="3265741" cy="5167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9482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3886C-6AF7-41CB-AFBE-E9B6E032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Policies defined in </a:t>
            </a:r>
            <a:r>
              <a:rPr lang="en-GB" i="1" dirty="0">
                <a:solidFill>
                  <a:srgbClr val="C00000"/>
                </a:solidFill>
              </a:rPr>
              <a:t>ConnectivityManager.java</a:t>
            </a:r>
            <a:r>
              <a:rPr lang="en-US" dirty="0"/>
              <a:t>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612B4C2-8036-41FB-9524-AE859FE5F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576551"/>
              </p:ext>
            </p:extLst>
          </p:nvPr>
        </p:nvGraphicFramePr>
        <p:xfrm>
          <a:off x="838200" y="2102989"/>
          <a:ext cx="10150232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0477">
                  <a:extLst>
                    <a:ext uri="{9D8B030D-6E8A-4147-A177-3AD203B41FA5}">
                      <a16:colId xmlns:a16="http://schemas.microsoft.com/office/drawing/2014/main" val="925891451"/>
                    </a:ext>
                  </a:extLst>
                </a:gridCol>
                <a:gridCol w="4181231">
                  <a:extLst>
                    <a:ext uri="{9D8B030D-6E8A-4147-A177-3AD203B41FA5}">
                      <a16:colId xmlns:a16="http://schemas.microsoft.com/office/drawing/2014/main" val="1425336906"/>
                    </a:ext>
                  </a:extLst>
                </a:gridCol>
                <a:gridCol w="1078524">
                  <a:extLst>
                    <a:ext uri="{9D8B030D-6E8A-4147-A177-3AD203B41FA5}">
                      <a16:colId xmlns:a16="http://schemas.microsoft.com/office/drawing/2014/main" val="1369110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79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No specific network policy, use system default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POLICY_NONE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74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Reject network usage on metered networks when application in background.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POLICY_REJECT_METERED_BACKGROUND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459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 metered network use in the background even when in data usage save mode.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POLICY_ALLOW_METERED_BACKGROUND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375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768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3661E4-A9BA-473C-BCA7-F2FC38606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27" y="1032184"/>
            <a:ext cx="9807790" cy="1379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627C4A-59BF-4486-9503-E483C7AE2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27" y="3032947"/>
            <a:ext cx="7297648" cy="3519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721F81-2502-4277-A000-8C68BF6E3D08}"/>
              </a:ext>
            </a:extLst>
          </p:cNvPr>
          <p:cNvSpPr txBox="1"/>
          <p:nvPr/>
        </p:nvSpPr>
        <p:spPr>
          <a:xfrm>
            <a:off x="4712124" y="4928962"/>
            <a:ext cx="276775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POLICY_ALLOW_METERED_BACKGROUND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D5AF55-DB23-44D7-A9DF-3C4F65C930E2}"/>
              </a:ext>
            </a:extLst>
          </p:cNvPr>
          <p:cNvSpPr txBox="1"/>
          <p:nvPr/>
        </p:nvSpPr>
        <p:spPr>
          <a:xfrm>
            <a:off x="676926" y="378145"/>
            <a:ext cx="9807790" cy="646331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Find </a:t>
            </a:r>
            <a:r>
              <a:rPr lang="en-GB" i="1" dirty="0">
                <a:solidFill>
                  <a:srgbClr val="C00000"/>
                </a:solidFill>
              </a:rPr>
              <a:t>UID (10141)</a:t>
            </a:r>
            <a:r>
              <a:rPr lang="en-GB" dirty="0"/>
              <a:t> of </a:t>
            </a:r>
            <a:r>
              <a:rPr lang="en-GB" i="1" dirty="0" err="1">
                <a:solidFill>
                  <a:srgbClr val="C00000"/>
                </a:solidFill>
              </a:rPr>
              <a:t>gms</a:t>
            </a:r>
            <a:r>
              <a:rPr lang="en-GB" i="1" dirty="0">
                <a:solidFill>
                  <a:srgbClr val="C00000"/>
                </a:solidFill>
              </a:rPr>
              <a:t>:  </a:t>
            </a:r>
            <a:r>
              <a:rPr lang="en-GB" b="1" dirty="0" err="1"/>
              <a:t>packages.list</a:t>
            </a:r>
            <a:r>
              <a:rPr lang="en-GB" b="1" dirty="0"/>
              <a:t>:</a:t>
            </a:r>
            <a:r>
              <a:rPr lang="en-GB" dirty="0"/>
              <a:t> a system file that maps package names to their specific security configurations</a:t>
            </a:r>
            <a:r>
              <a:rPr lang="en-GB" i="1" dirty="0">
                <a:solidFill>
                  <a:srgbClr val="C00000"/>
                </a:solidFill>
              </a:rPr>
              <a:t> 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51ADF-621A-44BF-A044-98E536A30851}"/>
              </a:ext>
            </a:extLst>
          </p:cNvPr>
          <p:cNvSpPr txBox="1"/>
          <p:nvPr/>
        </p:nvSpPr>
        <p:spPr>
          <a:xfrm>
            <a:off x="676926" y="2663615"/>
            <a:ext cx="3363431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 dirty="0"/>
              <a:t>Find policy</a:t>
            </a:r>
            <a:r>
              <a:rPr lang="en-GB" i="1" dirty="0">
                <a:solidFill>
                  <a:srgbClr val="C00000"/>
                </a:solidFill>
              </a:rPr>
              <a:t> ID </a:t>
            </a:r>
            <a:r>
              <a:rPr lang="en-GB" dirty="0"/>
              <a:t>base</a:t>
            </a:r>
            <a:r>
              <a:rPr lang="en-GB" i="1" dirty="0">
                <a:solidFill>
                  <a:srgbClr val="C00000"/>
                </a:solidFill>
              </a:rPr>
              <a:t> </a:t>
            </a:r>
            <a:r>
              <a:rPr lang="en-GB" dirty="0"/>
              <a:t>on</a:t>
            </a:r>
            <a:r>
              <a:rPr lang="en-GB" i="1" dirty="0">
                <a:solidFill>
                  <a:srgbClr val="C00000"/>
                </a:solidFill>
              </a:rPr>
              <a:t> UID</a:t>
            </a:r>
            <a:endParaRPr lang="en-US" i="1" dirty="0">
              <a:solidFill>
                <a:srgbClr val="C0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6D70FE0-13CC-5471-53F4-87F54FE523E0}"/>
              </a:ext>
            </a:extLst>
          </p:cNvPr>
          <p:cNvGrpSpPr/>
          <p:nvPr/>
        </p:nvGrpSpPr>
        <p:grpSpPr>
          <a:xfrm>
            <a:off x="8007960" y="2392740"/>
            <a:ext cx="604800" cy="1478880"/>
            <a:chOff x="8007960" y="2392740"/>
            <a:chExt cx="604800" cy="147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714349A-EDC6-7980-A176-191159542249}"/>
                    </a:ext>
                  </a:extLst>
                </p14:cNvPr>
                <p14:cNvContentPartPr/>
                <p14:nvPr/>
              </p14:nvContentPartPr>
              <p14:xfrm>
                <a:off x="8101200" y="2415060"/>
                <a:ext cx="511560" cy="1364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714349A-EDC6-7980-A176-1911595422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95080" y="2408940"/>
                  <a:ext cx="523800" cy="13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50C9309-F669-F5EC-9451-CA07F73EBBBA}"/>
                    </a:ext>
                  </a:extLst>
                </p14:cNvPr>
                <p14:cNvContentPartPr/>
                <p14:nvPr/>
              </p14:nvContentPartPr>
              <p14:xfrm>
                <a:off x="8007960" y="3695580"/>
                <a:ext cx="160200" cy="176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50C9309-F669-F5EC-9451-CA07F73EBBB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01840" y="3689100"/>
                  <a:ext cx="172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BEB217-B92A-B5AB-9F93-991491F86CDB}"/>
                    </a:ext>
                  </a:extLst>
                </p14:cNvPr>
                <p14:cNvContentPartPr/>
                <p14:nvPr/>
              </p14:nvContentPartPr>
              <p14:xfrm>
                <a:off x="8145840" y="2392740"/>
                <a:ext cx="23400" cy="144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BEB217-B92A-B5AB-9F93-991491F86C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39720" y="2386260"/>
                  <a:ext cx="35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234B273-DBCD-8E12-F194-34A1BACAD9BE}"/>
                    </a:ext>
                  </a:extLst>
                </p14:cNvPr>
                <p14:cNvContentPartPr/>
                <p14:nvPr/>
              </p14:nvContentPartPr>
              <p14:xfrm>
                <a:off x="8191560" y="2407140"/>
                <a:ext cx="189720" cy="16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234B273-DBCD-8E12-F194-34A1BACAD9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85440" y="2401020"/>
                  <a:ext cx="201960" cy="288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FBBD1F5-04CF-3508-F97F-3F31D167EA07}"/>
              </a:ext>
            </a:extLst>
          </p:cNvPr>
          <p:cNvSpPr txBox="1"/>
          <p:nvPr/>
        </p:nvSpPr>
        <p:spPr>
          <a:xfrm>
            <a:off x="8511540" y="2537100"/>
            <a:ext cx="266353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Android treats each app as a user </a:t>
            </a:r>
            <a:r>
              <a:rPr lang="en-GB" sz="1600" dirty="0"/>
              <a:t>to isolate its data from other apps.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system uses this UID to create a "sandbox." The app can only access files and resources tagged with its specific UID.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/>
              <a:t>gms’s</a:t>
            </a:r>
            <a:r>
              <a:rPr lang="en-GB" sz="1600" dirty="0"/>
              <a:t> (UID) network policy is defined in netpolicy.xml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4038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1E37-A3D0-4814-A249-06401F1A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settings for each user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9CE7F-7390-4343-9228-5A1AD78C89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598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D46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BB015E-4087-4C8A-ACD7-D5A1B3378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Settings in XML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C5570-CF54-4859-B322-C1AC564FC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33" y="720083"/>
            <a:ext cx="7347537" cy="541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34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219C-A4FE-4F8D-B711-0BBF26E17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the device allow to install non-market apps ? </a:t>
            </a:r>
            <a:r>
              <a:rPr lang="en-US" sz="3200" dirty="0"/>
              <a:t>(</a:t>
            </a:r>
            <a:r>
              <a:rPr lang="en-US" sz="3200" i="1" dirty="0">
                <a:solidFill>
                  <a:srgbClr val="C00000"/>
                </a:solidFill>
              </a:rPr>
              <a:t>settings_secure.xml</a:t>
            </a:r>
            <a:r>
              <a:rPr lang="en-US" sz="3200" dirty="0"/>
              <a:t>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19F9D-98D8-4000-B3BE-D29E0433B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42" y="1779831"/>
            <a:ext cx="9411516" cy="46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75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BAD0-4268-4610-9972-25815224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Bluetooth default on? </a:t>
            </a:r>
            <a:r>
              <a:rPr lang="en-US" sz="3600" dirty="0"/>
              <a:t>(</a:t>
            </a:r>
            <a:r>
              <a:rPr lang="en-US" sz="3600" i="1" dirty="0">
                <a:solidFill>
                  <a:srgbClr val="C00000"/>
                </a:solidFill>
              </a:rPr>
              <a:t>settings_global.xml</a:t>
            </a:r>
            <a:r>
              <a:rPr lang="en-US" sz="3600" dirty="0"/>
              <a:t>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EBC63-E069-4E9F-9E45-4C18B4F90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0753"/>
            <a:ext cx="9312447" cy="438188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ECD3D3-E83A-43A8-91FB-A88925228036}"/>
              </a:ext>
            </a:extLst>
          </p:cNvPr>
          <p:cNvCxnSpPr/>
          <p:nvPr/>
        </p:nvCxnSpPr>
        <p:spPr>
          <a:xfrm>
            <a:off x="4519961" y="3085171"/>
            <a:ext cx="341971" cy="3438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88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59742-484E-4A15-B9D2-3E57E5FBA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What is locale of the Pixel 3 ? </a:t>
            </a:r>
            <a:r>
              <a:rPr lang="en-US" sz="2400" dirty="0"/>
              <a:t>(</a:t>
            </a:r>
            <a:r>
              <a:rPr lang="en-US" sz="2400" i="1" dirty="0">
                <a:solidFill>
                  <a:srgbClr val="C00000"/>
                </a:solidFill>
              </a:rPr>
              <a:t>settgins_system.xml</a:t>
            </a:r>
            <a:r>
              <a:rPr lang="en-US" sz="2400" dirty="0"/>
              <a:t>)</a:t>
            </a:r>
            <a:endParaRPr lang="en-US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DD51FF-C6BE-4914-849F-908A8901D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75493"/>
            <a:ext cx="9519367" cy="445030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831E9D5-F70F-4A13-8E5F-B287F0045FF1}"/>
              </a:ext>
            </a:extLst>
          </p:cNvPr>
          <p:cNvCxnSpPr/>
          <p:nvPr/>
        </p:nvCxnSpPr>
        <p:spPr>
          <a:xfrm>
            <a:off x="3427142" y="4906537"/>
            <a:ext cx="341971" cy="3438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6156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E65B8-F7FF-4E97-8238-6BAF9C32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registered services via sync adapters</a:t>
            </a:r>
            <a:endParaRPr lang="en-US" dirty="0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02523DBC-18D2-46C5-A4E3-F469B482D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5128" cy="4351338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Synchronizing data between an Android device and web servers can make your application significantly more useful.</a:t>
            </a:r>
          </a:p>
          <a:p>
            <a:r>
              <a:rPr lang="en-US" dirty="0"/>
              <a:t>Android's sync adapter framework automates the </a:t>
            </a:r>
            <a:r>
              <a:rPr lang="en-GB" dirty="0"/>
              <a:t>Synchronization.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Account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Authenticator: prove who you are </a:t>
            </a:r>
          </a:p>
          <a:p>
            <a:pPr lvl="1"/>
            <a:r>
              <a:rPr lang="en-GB" dirty="0">
                <a:solidFill>
                  <a:srgbClr val="7030A0"/>
                </a:solidFill>
              </a:rPr>
              <a:t>Sync Adapter: Delivery Truck" that moves your data back and forth</a:t>
            </a:r>
          </a:p>
          <a:p>
            <a:r>
              <a:rPr lang="en-GB" dirty="0"/>
              <a:t>One </a:t>
            </a:r>
            <a:r>
              <a:rPr lang="en-US" dirty="0">
                <a:solidFill>
                  <a:srgbClr val="FF0000"/>
                </a:solidFill>
              </a:rPr>
              <a:t>Authenticator</a:t>
            </a:r>
            <a:r>
              <a:rPr lang="en-GB" dirty="0"/>
              <a:t> may authenticate multiple services through </a:t>
            </a:r>
            <a:r>
              <a:rPr lang="en-GB" dirty="0">
                <a:solidFill>
                  <a:srgbClr val="7030A0"/>
                </a:solidFill>
              </a:rPr>
              <a:t>Sync Adapter“</a:t>
            </a:r>
          </a:p>
        </p:txBody>
      </p:sp>
      <p:pic>
        <p:nvPicPr>
          <p:cNvPr id="9" name="Picture 8" descr="A picture containing text, electronics, cellphone&#10;&#10;Description automatically generated">
            <a:extLst>
              <a:ext uri="{FF2B5EF4-FFF2-40B4-BE49-F238E27FC236}">
                <a16:creationId xmlns:a16="http://schemas.microsoft.com/office/drawing/2014/main" id="{A5FB7346-F6AE-4F0A-953C-1C21670053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69389" t="11670" r="6513"/>
          <a:stretch/>
        </p:blipFill>
        <p:spPr>
          <a:xfrm>
            <a:off x="5771373" y="2992942"/>
            <a:ext cx="1347301" cy="27312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8051ED8-9567-44BE-97CB-FE3113F61388}"/>
              </a:ext>
            </a:extLst>
          </p:cNvPr>
          <p:cNvSpPr/>
          <p:nvPr/>
        </p:nvSpPr>
        <p:spPr>
          <a:xfrm>
            <a:off x="7612193" y="4037501"/>
            <a:ext cx="1546674" cy="40233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7030A0"/>
                </a:solidFill>
              </a:rPr>
              <a:t>Sync Adapter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10A770-AC05-4EA1-8F44-54F9AEE24D2F}"/>
              </a:ext>
            </a:extLst>
          </p:cNvPr>
          <p:cNvSpPr/>
          <p:nvPr/>
        </p:nvSpPr>
        <p:spPr>
          <a:xfrm>
            <a:off x="9779247" y="4037501"/>
            <a:ext cx="1546674" cy="4023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Network layer</a:t>
            </a:r>
          </a:p>
        </p:txBody>
      </p:sp>
      <p:pic>
        <p:nvPicPr>
          <p:cNvPr id="16" name="Picture 15" descr="A picture containing text, indoor, electronics, computer&#10;&#10;Description automatically generated">
            <a:extLst>
              <a:ext uri="{FF2B5EF4-FFF2-40B4-BE49-F238E27FC236}">
                <a16:creationId xmlns:a16="http://schemas.microsoft.com/office/drawing/2014/main" id="{C0D58B2D-6DBB-4259-B9FE-A36274A99A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678066" y="5263918"/>
            <a:ext cx="1602344" cy="1735873"/>
          </a:xfrm>
          <a:prstGeom prst="rect">
            <a:avLst/>
          </a:prstGeom>
        </p:spPr>
      </p:pic>
      <p:pic>
        <p:nvPicPr>
          <p:cNvPr id="19" name="Picture 18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6AD175ED-7964-4EB6-89D0-CD046A43D72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123965" y="4622454"/>
            <a:ext cx="828566" cy="537877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A0212DF-8D3A-4B6C-BCE7-3BFD2AE5D096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10537716" y="5160331"/>
            <a:ext cx="532" cy="207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EF1FFA-B2F0-4471-A202-C18ED2ED1A7A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0552584" y="4439837"/>
            <a:ext cx="0" cy="478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9D2591E-F8A7-4705-89C1-5514E60EC4D1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9158867" y="4238669"/>
            <a:ext cx="6203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612E53-4481-4308-B755-74A5A79A2436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162791" y="4232812"/>
            <a:ext cx="449402" cy="5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ED7FF09-C5D3-4BED-9DD2-E47C269AE4CD}"/>
              </a:ext>
            </a:extLst>
          </p:cNvPr>
          <p:cNvSpPr txBox="1"/>
          <p:nvPr/>
        </p:nvSpPr>
        <p:spPr>
          <a:xfrm>
            <a:off x="7159553" y="3062525"/>
            <a:ext cx="315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Account/</a:t>
            </a:r>
            <a:r>
              <a:rPr lang="en-US">
                <a:solidFill>
                  <a:srgbClr val="FF0000"/>
                </a:solidFill>
              </a:rPr>
              <a:t>Account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Authenticator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F0F063B-DBB5-44ED-AA60-9F7A41A4CD80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162791" y="3435358"/>
            <a:ext cx="3389793" cy="602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DE64876-1B36-45DA-9C01-D7D512D6AAD4}"/>
              </a:ext>
            </a:extLst>
          </p:cNvPr>
          <p:cNvSpPr txBox="1"/>
          <p:nvPr/>
        </p:nvSpPr>
        <p:spPr>
          <a:xfrm>
            <a:off x="8270115" y="5947188"/>
            <a:ext cx="1595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>
                <a:solidFill>
                  <a:srgbClr val="202124"/>
                </a:solidFill>
                <a:effectLst/>
                <a:latin typeface="Roboto"/>
              </a:rPr>
              <a:t>web servers</a:t>
            </a:r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E6C695B-6F93-4CFB-9BC4-43C30C2440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7312" y="1658584"/>
            <a:ext cx="5997460" cy="1089754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310C66F-18DE-45AB-AF31-C36EE38E12B7}"/>
              </a:ext>
            </a:extLst>
          </p:cNvPr>
          <p:cNvCxnSpPr/>
          <p:nvPr/>
        </p:nvCxnSpPr>
        <p:spPr>
          <a:xfrm>
            <a:off x="8270115" y="2069822"/>
            <a:ext cx="115415" cy="1037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AA2E533-3D55-4647-AC4E-2115C6F12564}"/>
              </a:ext>
            </a:extLst>
          </p:cNvPr>
          <p:cNvCxnSpPr/>
          <p:nvPr/>
        </p:nvCxnSpPr>
        <p:spPr>
          <a:xfrm flipH="1">
            <a:off x="8857687" y="2588475"/>
            <a:ext cx="301180" cy="13887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A0E920E-5DF7-44D9-8A0F-2A688E55141C}"/>
              </a:ext>
            </a:extLst>
          </p:cNvPr>
          <p:cNvSpPr txBox="1"/>
          <p:nvPr/>
        </p:nvSpPr>
        <p:spPr>
          <a:xfrm>
            <a:off x="7643352" y="4494569"/>
            <a:ext cx="1484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transfer data</a:t>
            </a:r>
          </a:p>
        </p:txBody>
      </p:sp>
    </p:spTree>
    <p:extLst>
      <p:ext uri="{BB962C8B-B14F-4D97-AF65-F5344CB8AC3E}">
        <p14:creationId xmlns:p14="http://schemas.microsoft.com/office/powerpoint/2010/main" val="3947350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486B30-747B-4C07-8C62-F14EE0E4C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950" y="1166415"/>
            <a:ext cx="9922100" cy="4762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E8BA0E-4BEC-4EB9-82DF-FA626F5E4173}"/>
              </a:ext>
            </a:extLst>
          </p:cNvPr>
          <p:cNvSpPr txBox="1"/>
          <p:nvPr/>
        </p:nvSpPr>
        <p:spPr>
          <a:xfrm>
            <a:off x="1134950" y="804672"/>
            <a:ext cx="442294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List service </a:t>
            </a:r>
            <a:r>
              <a:rPr lang="en-US" i="1" err="1">
                <a:solidFill>
                  <a:srgbClr val="FF0000"/>
                </a:solidFill>
              </a:rPr>
              <a:t>uid</a:t>
            </a:r>
            <a:r>
              <a:rPr lang="en-US"/>
              <a:t> of each </a:t>
            </a:r>
            <a:r>
              <a:rPr lang="en-US" i="1" err="1">
                <a:solidFill>
                  <a:srgbClr val="FF0000"/>
                </a:solidFill>
              </a:rPr>
              <a:t>AccountAuthenticator</a:t>
            </a:r>
            <a:endParaRPr lang="en-US" i="1">
              <a:solidFill>
                <a:srgbClr val="FF0000"/>
              </a:solidFill>
            </a:endParaRPr>
          </a:p>
        </p:txBody>
      </p:sp>
      <p:sp>
        <p:nvSpPr>
          <p:cNvPr id="2" name="AutoShape 2" descr=", AI generated">
            <a:extLst>
              <a:ext uri="{FF2B5EF4-FFF2-40B4-BE49-F238E27FC236}">
                <a16:creationId xmlns:a16="http://schemas.microsoft.com/office/drawing/2014/main" id="{C07655B1-93DA-15BA-88F1-FF40EB3AA2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151E74-2BAA-B793-A46D-7C7C10567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460" y="2705100"/>
            <a:ext cx="2720340" cy="2720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3073F1-F52C-89BB-0A07-2EDA2F671AC0}"/>
              </a:ext>
            </a:extLst>
          </p:cNvPr>
          <p:cNvSpPr txBox="1"/>
          <p:nvPr/>
        </p:nvSpPr>
        <p:spPr>
          <a:xfrm>
            <a:off x="5676900" y="481506"/>
            <a:ext cx="600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Sync Control: It's where you decide if you want your phone to automatically download new emails or sync your contacts.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085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034E11-0CFE-4683-A5AB-4CAD5E79E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079" y="0"/>
            <a:ext cx="888927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5090BF-3498-413F-9F53-E24E6AEC6B07}"/>
              </a:ext>
            </a:extLst>
          </p:cNvPr>
          <p:cNvSpPr txBox="1"/>
          <p:nvPr/>
        </p:nvSpPr>
        <p:spPr>
          <a:xfrm>
            <a:off x="310741" y="492438"/>
            <a:ext cx="2106338" cy="1477328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/>
              <a:t>One service </a:t>
            </a:r>
            <a:r>
              <a:rPr lang="en-US" i="1" err="1">
                <a:solidFill>
                  <a:srgbClr val="FF0000"/>
                </a:solidFill>
              </a:rPr>
              <a:t>uid</a:t>
            </a:r>
            <a:r>
              <a:rPr lang="en-US"/>
              <a:t> may use multiple </a:t>
            </a:r>
            <a:r>
              <a:rPr lang="en-US" i="1">
                <a:solidFill>
                  <a:srgbClr val="FF0000"/>
                </a:solidFill>
              </a:rPr>
              <a:t>Sync Adapters </a:t>
            </a:r>
            <a:r>
              <a:rPr lang="en-US"/>
              <a:t>to sync Pixel 3 and web server</a:t>
            </a:r>
          </a:p>
        </p:txBody>
      </p:sp>
    </p:spTree>
    <p:extLst>
      <p:ext uri="{BB962C8B-B14F-4D97-AF65-F5344CB8AC3E}">
        <p14:creationId xmlns:p14="http://schemas.microsoft.com/office/powerpoint/2010/main" val="2717797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4533EE-554E-4360-9966-F2615CA4AEB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rmAutofit fontScale="90000"/>
          </a:bodyPr>
          <a:lstStyle/>
          <a:p>
            <a:r>
              <a:rPr lang="en-US" sz="4800"/>
              <a:t>Find cached </a:t>
            </a:r>
            <a:r>
              <a:rPr lang="en-US" sz="4800" dirty="0"/>
              <a:t>Images and snapshots for User 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678943-EE50-4EC2-B2EB-EC6290111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76" y="2178794"/>
            <a:ext cx="4548307" cy="23331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572607D-CB2A-F691-D446-B02F98AD8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293" y="2178794"/>
            <a:ext cx="5685731" cy="413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395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B3BF32-46DC-44D1-9D08-9EA249245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Service Components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703171-0163-46F3-B97A-E93584943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Google Services Framework &amp; Google Play services = System App </a:t>
            </a:r>
          </a:p>
          <a:p>
            <a:r>
              <a:rPr lang="en-GB" dirty="0"/>
              <a:t>User-CE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738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FBC9F0-AD6C-3234-7EE1-21AFF408B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758" y="539108"/>
            <a:ext cx="10472256" cy="589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58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814BE3-055E-2AB1-3323-E00FE33DA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1" y="477598"/>
            <a:ext cx="10488298" cy="590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226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1076C1-C6ED-7E1E-FF09-87E46FD39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Forensic Value of Google Component Artifacts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1FB1D8-1A2E-F601-9538-C97FE4C7B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02516" cy="435133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Evidence artifacts</a:t>
            </a:r>
          </a:p>
          <a:p>
            <a:pPr lvl="1"/>
            <a:r>
              <a:rPr lang="en-US" dirty="0"/>
              <a:t>Google-related device and service configurations </a:t>
            </a:r>
          </a:p>
          <a:p>
            <a:pPr lvl="1"/>
            <a:r>
              <a:rPr lang="en-US" dirty="0"/>
              <a:t>Device or service identifiers </a:t>
            </a:r>
          </a:p>
          <a:p>
            <a:pPr lvl="1"/>
            <a:r>
              <a:rPr lang="en-US" dirty="0"/>
              <a:t>Synchronization and account-related settings </a:t>
            </a:r>
          </a:p>
          <a:p>
            <a:pPr lvl="1"/>
            <a:r>
              <a:rPr lang="en-US" dirty="0"/>
              <a:t>Timestamps showing when a component or scheduled task ran </a:t>
            </a:r>
          </a:p>
          <a:p>
            <a:pPr lvl="1"/>
            <a:r>
              <a:rPr lang="en-US" dirty="0"/>
              <a:t>Relationships between Google services, applications, and system activity </a:t>
            </a:r>
          </a:p>
          <a:p>
            <a:r>
              <a:rPr lang="en-US" dirty="0"/>
              <a:t>Example interpretations</a:t>
            </a:r>
          </a:p>
          <a:p>
            <a:pPr lvl="1"/>
            <a:r>
              <a:rPr lang="en-US" dirty="0"/>
              <a:t>A stored identifier may help associate artifacts with a particular device or service installation. </a:t>
            </a:r>
          </a:p>
          <a:p>
            <a:pPr lvl="1"/>
            <a:r>
              <a:rPr lang="en-US" dirty="0"/>
              <a:t>A configuration value may explain how a Google service was set up. </a:t>
            </a:r>
          </a:p>
          <a:p>
            <a:pPr lvl="1"/>
            <a:r>
              <a:rPr lang="en-US" dirty="0"/>
              <a:t>A timestamp may establish that a component ran at a particular time. </a:t>
            </a:r>
          </a:p>
          <a:p>
            <a:pPr lvl="1"/>
            <a:r>
              <a:rPr lang="en-US" dirty="0"/>
              <a:t>Related artifacts may help connect Google service activity with an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254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1E7F-70B9-7E47-2C90-F5B07EFA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Limitations and Corroboration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2D67C-8EBF-9C66-A885-A4EA2976B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A stored configuration does not prove that the user actively used the service. </a:t>
            </a:r>
          </a:p>
          <a:p>
            <a:pPr lvl="1"/>
            <a:r>
              <a:rPr lang="en-US" dirty="0"/>
              <a:t>A component timestamp may result from automatic background execution. </a:t>
            </a:r>
          </a:p>
          <a:p>
            <a:pPr lvl="1"/>
            <a:r>
              <a:rPr lang="en-US" dirty="0"/>
              <a:t>A synchronized value may originate from another device or a remote Google service. </a:t>
            </a:r>
          </a:p>
          <a:p>
            <a:pPr lvl="1"/>
            <a:r>
              <a:rPr lang="en-US" dirty="0"/>
              <a:t>Artifact names, locations, and meanings may change between software versions. </a:t>
            </a:r>
          </a:p>
          <a:p>
            <a:r>
              <a:rPr lang="en-US" dirty="0"/>
              <a:t>Corroboration</a:t>
            </a:r>
          </a:p>
          <a:p>
            <a:pPr lvl="1"/>
            <a:r>
              <a:rPr lang="en-US" dirty="0"/>
              <a:t>Identify the source package, file, field, and Android user. </a:t>
            </a:r>
          </a:p>
          <a:p>
            <a:pPr lvl="1"/>
            <a:r>
              <a:rPr lang="en-US" dirty="0"/>
              <a:t>Verify the artifact’s meaning for the relevant Android and Google Play services versions. </a:t>
            </a:r>
          </a:p>
          <a:p>
            <a:pPr lvl="1"/>
            <a:r>
              <a:rPr lang="en-US" dirty="0"/>
              <a:t>Compare the finding with application data, system logs, account records, and related timestamps. </a:t>
            </a:r>
          </a:p>
          <a:p>
            <a:pPr lvl="1"/>
            <a:r>
              <a:rPr lang="en-US" dirty="0"/>
              <a:t>Report what the evidence establishes and what remains uncertain.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2339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7B917B-0F9D-98A3-DC8E-33673FE40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Google Services Framework Demo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D0F19-05F8-33FE-6920-3A1E0B71F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User-CE (data/user/0 = data</a:t>
            </a:r>
            <a:r>
              <a:rPr lang="en-US"/>
              <a:t>/data)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4397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3652C5-8BE0-4B42-8F65-56CCEF8AE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977240"/>
            <a:ext cx="6042944" cy="398464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6F29E9-E9B8-40B8-B6E6-B86788C7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GSF folder structure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794608-5A24-4151-BE37-510B1ACFAA5D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3746812" y="3300761"/>
            <a:ext cx="1310266" cy="3567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DAAE72-FD9D-454E-B971-D823DABB7EC1}"/>
              </a:ext>
            </a:extLst>
          </p:cNvPr>
          <p:cNvSpPr txBox="1"/>
          <p:nvPr/>
        </p:nvSpPr>
        <p:spPr>
          <a:xfrm>
            <a:off x="5057078" y="2780370"/>
            <a:ext cx="6101576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i="1" err="1">
                <a:solidFill>
                  <a:srgbClr val="C00000"/>
                </a:solidFill>
              </a:rPr>
              <a:t>googlesettings.db</a:t>
            </a:r>
            <a:r>
              <a:rPr lang="en-US">
                <a:solidFill>
                  <a:srgbClr val="C00000"/>
                </a:solidFill>
              </a:rPr>
              <a:t>: </a:t>
            </a:r>
            <a:r>
              <a:rPr lang="en-US"/>
              <a:t>Google preferences, Google uses preference name and value to identify which device (phone or PC) uses Google's apps/service (location, maps, chrome, YouTube)</a:t>
            </a:r>
          </a:p>
          <a:p>
            <a:r>
              <a:rPr lang="en-US" i="1" err="1">
                <a:solidFill>
                  <a:srgbClr val="C00000"/>
                </a:solidFill>
              </a:rPr>
              <a:t>gservices.db</a:t>
            </a:r>
            <a:r>
              <a:rPr lang="en-US"/>
              <a:t>: Fitness settings, network settings, other settings</a:t>
            </a:r>
          </a:p>
          <a:p>
            <a:r>
              <a:rPr lang="en-US" i="1" err="1">
                <a:solidFill>
                  <a:srgbClr val="C00000"/>
                </a:solidFill>
              </a:rPr>
              <a:t>subscribedfeeds.db</a:t>
            </a:r>
            <a:r>
              <a:rPr lang="en-US"/>
              <a:t>: </a:t>
            </a:r>
            <a:r>
              <a:rPr lang="en-GB"/>
              <a:t> Manages a list of feeds for which this client is interested in receiving change notifications.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91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8CBB-84AC-4948-B8A0-6EEB7AF2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search client id sent to google search? (</a:t>
            </a:r>
            <a:r>
              <a:rPr lang="en-US" i="1" dirty="0" err="1">
                <a:solidFill>
                  <a:srgbClr val="C00000"/>
                </a:solidFill>
              </a:rPr>
              <a:t>googlesettings.db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FA0F16-3863-4937-A24D-1C2ABADE8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46" y="1940694"/>
            <a:ext cx="6965362" cy="39755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40A8C3-B4F4-D308-2898-4179B2304357}"/>
              </a:ext>
            </a:extLst>
          </p:cNvPr>
          <p:cNvSpPr txBox="1"/>
          <p:nvPr/>
        </p:nvSpPr>
        <p:spPr>
          <a:xfrm>
            <a:off x="7718502" y="3519320"/>
            <a:ext cx="33583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FF0000"/>
                </a:solidFill>
                <a:latin typeface="Arial Narrow" panose="020B0606020202030204" pitchFamily="34" charset="0"/>
              </a:rPr>
              <a:t>search_client_id</a:t>
            </a:r>
            <a:r>
              <a:rPr lang="en-GB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GB" dirty="0"/>
              <a:t>identifies a search-client configuration.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FF0000"/>
                </a:solidFill>
                <a:latin typeface="Arial Narrow" panose="020B0606020202030204" pitchFamily="34" charset="0"/>
              </a:rPr>
              <a:t>ms</a:t>
            </a:r>
            <a:r>
              <a:rPr lang="en-GB" dirty="0">
                <a:solidFill>
                  <a:srgbClr val="FF0000"/>
                </a:solidFill>
                <a:latin typeface="Arial Narrow" panose="020B0606020202030204" pitchFamily="34" charset="0"/>
              </a:rPr>
              <a:t>-android-google</a:t>
            </a:r>
            <a:r>
              <a:rPr lang="en-GB" dirty="0"/>
              <a:t> appears to identify a Google search client for Android.</a:t>
            </a:r>
          </a:p>
        </p:txBody>
      </p:sp>
    </p:spTree>
    <p:extLst>
      <p:ext uri="{BB962C8B-B14F-4D97-AF65-F5344CB8AC3E}">
        <p14:creationId xmlns:p14="http://schemas.microsoft.com/office/powerpoint/2010/main" val="1240349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FCA6C89-4570-86E8-42F3-E3A57463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Client Setting in a Search Request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71EA89-E9DA-69FF-CA82-F831CA291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9786"/>
            <a:ext cx="10515600" cy="41482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Conceptual example: </a:t>
            </a:r>
            <a:r>
              <a:rPr lang="en-US" sz="2400" dirty="0"/>
              <a:t>https://www.google.com/search?</a:t>
            </a:r>
            <a:r>
              <a:rPr lang="en-US" sz="2400" dirty="0">
                <a:highlight>
                  <a:srgbClr val="00FF00"/>
                </a:highlight>
              </a:rPr>
              <a:t>q=digital+forensics</a:t>
            </a:r>
            <a:r>
              <a:rPr lang="en-US" sz="2400" dirty="0"/>
              <a:t>&amp;</a:t>
            </a:r>
            <a:r>
              <a:rPr lang="en-US" sz="2400" dirty="0">
                <a:highlight>
                  <a:srgbClr val="FFFF00"/>
                </a:highlight>
              </a:rPr>
              <a:t>search_client_id=ms-android-google</a:t>
            </a:r>
          </a:p>
          <a:p>
            <a:r>
              <a:rPr lang="en-US" dirty="0"/>
              <a:t>Search term</a:t>
            </a:r>
          </a:p>
          <a:p>
            <a:pPr lvl="1"/>
            <a:r>
              <a:rPr lang="en-US" dirty="0">
                <a:highlight>
                  <a:srgbClr val="00FF00"/>
                </a:highlight>
                <a:latin typeface="Arial Narrow" panose="020B0606020202030204" pitchFamily="34" charset="0"/>
              </a:rPr>
              <a:t>q=</a:t>
            </a:r>
            <a:r>
              <a:rPr lang="en-US" dirty="0" err="1">
                <a:highlight>
                  <a:srgbClr val="00FF00"/>
                </a:highlight>
                <a:latin typeface="Arial Narrow" panose="020B0606020202030204" pitchFamily="34" charset="0"/>
              </a:rPr>
              <a:t>digital+forensics</a:t>
            </a:r>
            <a:r>
              <a:rPr lang="en-US" dirty="0">
                <a:highlight>
                  <a:srgbClr val="00FF00"/>
                </a:highlight>
                <a:latin typeface="Arial Narrow" panose="020B0606020202030204" pitchFamily="34" charset="0"/>
              </a:rPr>
              <a:t> </a:t>
            </a:r>
          </a:p>
          <a:p>
            <a:pPr lvl="1"/>
            <a:r>
              <a:rPr lang="en-US" dirty="0"/>
              <a:t>Contains the search terms submitted in the request. </a:t>
            </a:r>
          </a:p>
          <a:p>
            <a:r>
              <a:rPr lang="en-US" dirty="0"/>
              <a:t>Client context</a:t>
            </a:r>
          </a:p>
          <a:p>
            <a:pPr lvl="1"/>
            <a:r>
              <a:rPr lang="en-US" dirty="0" err="1">
                <a:highlight>
                  <a:srgbClr val="FFFF00"/>
                </a:highlight>
                <a:latin typeface="Arial Narrow" panose="020B0606020202030204" pitchFamily="34" charset="0"/>
              </a:rPr>
              <a:t>search_client_id</a:t>
            </a:r>
            <a:r>
              <a:rPr lang="en-US" dirty="0">
                <a:highlight>
                  <a:srgbClr val="FFFF00"/>
                </a:highlight>
                <a:latin typeface="Arial Narrow" panose="020B0606020202030204" pitchFamily="34" charset="0"/>
              </a:rPr>
              <a:t>=</a:t>
            </a:r>
            <a:r>
              <a:rPr lang="en-US" dirty="0" err="1">
                <a:highlight>
                  <a:srgbClr val="FFFF00"/>
                </a:highlight>
                <a:latin typeface="Arial Narrow" panose="020B0606020202030204" pitchFamily="34" charset="0"/>
              </a:rPr>
              <a:t>ms</a:t>
            </a:r>
            <a:r>
              <a:rPr lang="en-US" dirty="0">
                <a:highlight>
                  <a:srgbClr val="FFFF00"/>
                </a:highlight>
                <a:latin typeface="Arial Narrow" panose="020B0606020202030204" pitchFamily="34" charset="0"/>
              </a:rPr>
              <a:t>-android-google </a:t>
            </a:r>
          </a:p>
          <a:p>
            <a:pPr lvl="1"/>
            <a:r>
              <a:rPr lang="en-US" dirty="0"/>
              <a:t>Identifies the configured Android search client. </a:t>
            </a:r>
          </a:p>
          <a:p>
            <a:pPr lvl="1"/>
            <a:r>
              <a:rPr lang="en-GB" dirty="0"/>
              <a:t>This setting may be included in requests made by a Google search-related component.</a:t>
            </a:r>
          </a:p>
          <a:p>
            <a:r>
              <a:rPr lang="en-US" dirty="0"/>
              <a:t>Forensic interpretation</a:t>
            </a:r>
          </a:p>
          <a:p>
            <a:pPr lvl="1"/>
            <a:r>
              <a:rPr lang="en-US" dirty="0"/>
              <a:t>The client identifier is consistent with an Android Google search environment. </a:t>
            </a:r>
          </a:p>
          <a:p>
            <a:pPr lvl="1"/>
            <a:r>
              <a:rPr lang="en-US" dirty="0"/>
              <a:t>Possible sent from </a:t>
            </a:r>
            <a:r>
              <a:rPr lang="en-US"/>
              <a:t>a mobile device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9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9921-8642-4DAB-B018-69C684984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Google Fit’s heart rate function enabled? (</a:t>
            </a:r>
            <a:r>
              <a:rPr lang="en-US" i="1" dirty="0" err="1">
                <a:solidFill>
                  <a:srgbClr val="C00000"/>
                </a:solidFill>
              </a:rPr>
              <a:t>gservices.db</a:t>
            </a:r>
            <a:r>
              <a:rPr lang="en-US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3C2F6D-67C7-46B2-A684-577F41111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" y="1690688"/>
            <a:ext cx="6698560" cy="46257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2C2A01-9109-4A44-A112-264A1AF34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761" y="1385862"/>
            <a:ext cx="4061812" cy="17451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931380-8970-4B95-A1B4-EF377CAF07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8750"/>
          <a:stretch/>
        </p:blipFill>
        <p:spPr>
          <a:xfrm>
            <a:off x="7536761" y="3141285"/>
            <a:ext cx="4061812" cy="1310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0F80B6-71D3-4440-8E47-CFF6F17EC1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7747"/>
          <a:stretch/>
        </p:blipFill>
        <p:spPr>
          <a:xfrm>
            <a:off x="7536761" y="4452039"/>
            <a:ext cx="4061812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709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A5F580-8F44-4754-AC1A-C6540EBDD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Understand Google Fit 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3274AC-30EF-4EEB-AE1A-BF965A493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Tell Google Fit a little about yourself (gender, date of birth, weight, and height), </a:t>
            </a:r>
          </a:p>
          <a:p>
            <a:r>
              <a:rPr lang="en-GB" dirty="0"/>
              <a:t>App keeps </a:t>
            </a:r>
            <a:r>
              <a:rPr lang="en-US" dirty="0">
                <a:solidFill>
                  <a:srgbClr val="C00000"/>
                </a:solidFill>
              </a:rPr>
              <a:t>Journals</a:t>
            </a:r>
            <a:r>
              <a:rPr lang="en-US" dirty="0"/>
              <a:t> of </a:t>
            </a:r>
            <a:r>
              <a:rPr lang="en-GB" dirty="0"/>
              <a:t>two main activity </a:t>
            </a:r>
          </a:p>
          <a:p>
            <a:pPr lvl="1"/>
            <a:r>
              <a:rPr lang="en-GB" dirty="0"/>
              <a:t>Move Minutes:  walks, runs, swims, and yoga.</a:t>
            </a:r>
          </a:p>
          <a:p>
            <a:pPr lvl="1"/>
            <a:r>
              <a:rPr lang="en-GB" dirty="0"/>
              <a:t>Heart Points: </a:t>
            </a:r>
          </a:p>
          <a:p>
            <a:pPr lvl="2"/>
            <a:r>
              <a:rPr lang="en-GB" dirty="0"/>
              <a:t>one Point per minute of moderately intense exercise, like from a swift walk. </a:t>
            </a:r>
          </a:p>
          <a:p>
            <a:pPr lvl="2"/>
            <a:r>
              <a:rPr lang="en-GB" dirty="0"/>
              <a:t>double Points if taking part in more intense activities, like a long run.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824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A39130-B09D-442C-AF24-3531BC77A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378" y="1628225"/>
            <a:ext cx="9785989" cy="42887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3B8654-9100-4A60-8C16-A73398CDA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202" y="390873"/>
            <a:ext cx="1905165" cy="75444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C15C70-C566-4767-B1DE-BE44AC5C10E1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9537193" y="1145318"/>
            <a:ext cx="455592" cy="4829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4787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E86810-EC84-44D9-9F38-B7CBC2085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i="1" dirty="0" err="1">
                <a:solidFill>
                  <a:srgbClr val="C00000"/>
                </a:solidFill>
              </a:rPr>
              <a:t>Android_ID</a:t>
            </a:r>
            <a:r>
              <a:rPr lang="en-US" dirty="0"/>
              <a:t>? (</a:t>
            </a:r>
            <a:r>
              <a:rPr lang="en-US" i="1" dirty="0" err="1">
                <a:solidFill>
                  <a:srgbClr val="C00000"/>
                </a:solidFill>
              </a:rPr>
              <a:t>gservices.db</a:t>
            </a:r>
            <a:r>
              <a:rPr lang="en-US" dirty="0"/>
              <a:t>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4B0386-46F7-46B3-A855-416913C7B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03180" cy="2030095"/>
          </a:xfrm>
        </p:spPr>
        <p:txBody>
          <a:bodyPr>
            <a:normAutofit/>
          </a:bodyPr>
          <a:lstStyle/>
          <a:p>
            <a:r>
              <a:rPr lang="en-US" i="1" dirty="0" err="1">
                <a:solidFill>
                  <a:srgbClr val="C00000"/>
                </a:solidFill>
              </a:rPr>
              <a:t>Android_ID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GB" dirty="0"/>
              <a:t>is generated and used by the Google Services Framework (GSF), and is thus often referenced as "GSF ID”</a:t>
            </a:r>
          </a:p>
          <a:p>
            <a:r>
              <a:rPr lang="en-GB" dirty="0"/>
              <a:t>Can be used for identifying a device</a:t>
            </a:r>
          </a:p>
          <a:p>
            <a:r>
              <a:rPr lang="en-GB" dirty="0"/>
              <a:t>Changed when factory reset and Google Settings app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8B7AAB-A5DD-4A01-9F9E-EC7475BD2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56" y="3977640"/>
            <a:ext cx="5294699" cy="167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489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D7DE2-BC89-4EA8-9C28-99F3777F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776" y="2165482"/>
            <a:ext cx="10184447" cy="3256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68C034-7D46-411F-9B08-02FEE3005FF2}"/>
              </a:ext>
            </a:extLst>
          </p:cNvPr>
          <p:cNvSpPr txBox="1"/>
          <p:nvPr/>
        </p:nvSpPr>
        <p:spPr>
          <a:xfrm>
            <a:off x="1003776" y="1796150"/>
            <a:ext cx="174868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/>
              <a:t>Show </a:t>
            </a:r>
            <a:r>
              <a:rPr lang="en-US" i="1">
                <a:solidFill>
                  <a:srgbClr val="C00000"/>
                </a:solidFill>
              </a:rPr>
              <a:t>main</a:t>
            </a:r>
            <a:r>
              <a:rPr lang="en-US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1280992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CB3ED-A35F-401B-8E19-5A03246B2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842" y="937044"/>
            <a:ext cx="7788315" cy="4983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2C6F7A-6DEA-4642-B566-A22F5B9C0C89}"/>
              </a:ext>
            </a:extLst>
          </p:cNvPr>
          <p:cNvSpPr txBox="1"/>
          <p:nvPr/>
        </p:nvSpPr>
        <p:spPr>
          <a:xfrm>
            <a:off x="7175810" y="4383617"/>
            <a:ext cx="267443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/>
              <a:t>Hex: 3039B7D840C7F6DF (64bits)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FC287-9A24-414C-8D17-BE2BF955196D}"/>
              </a:ext>
            </a:extLst>
          </p:cNvPr>
          <p:cNvSpPr txBox="1"/>
          <p:nvPr/>
        </p:nvSpPr>
        <p:spPr>
          <a:xfrm>
            <a:off x="765717" y="2066693"/>
            <a:ext cx="293234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/>
              <a:t>GSF settings: name and value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74811F-DB70-4EC1-8B46-FB23CFC5076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698058" y="2251359"/>
            <a:ext cx="85922" cy="1870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6368CD-B28B-43A0-91B2-4DD6251A8E8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698058" y="2251359"/>
            <a:ext cx="3869903" cy="152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4113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A88270-109E-4A43-A31C-3F6EEDE89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Google Play services Demo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CD659-1DFD-45B1-BC4F-A81E60549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06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58D9B4-FBFF-4775-A39B-6F85F15F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Play services (GMS)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17E15B-A8E3-4062-81C5-C152D8ABA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486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GMS provides shared APIs and services that Google and third-party applications can use</a:t>
            </a:r>
          </a:p>
          <a:p>
            <a:r>
              <a:rPr lang="en-GB" dirty="0"/>
              <a:t>Google apps that use GMS</a:t>
            </a:r>
          </a:p>
          <a:p>
            <a:pPr lvl="1"/>
            <a:r>
              <a:rPr lang="en-US" b="1" dirty="0"/>
              <a:t>Gmail</a:t>
            </a:r>
            <a:r>
              <a:rPr lang="en-US" dirty="0"/>
              <a:t>: Authentication, notifications, and synchronization support </a:t>
            </a:r>
          </a:p>
          <a:p>
            <a:pPr lvl="1"/>
            <a:r>
              <a:rPr lang="en-US" b="1" dirty="0"/>
              <a:t>Google Chrome</a:t>
            </a:r>
            <a:r>
              <a:rPr lang="en-US" dirty="0"/>
              <a:t>: Account integration and security services </a:t>
            </a:r>
          </a:p>
          <a:p>
            <a:pPr lvl="1"/>
            <a:r>
              <a:rPr lang="en-US" b="1" dirty="0"/>
              <a:t>Google Maps</a:t>
            </a:r>
            <a:r>
              <a:rPr lang="en-US" dirty="0"/>
              <a:t>: Location and authentication services </a:t>
            </a:r>
          </a:p>
          <a:p>
            <a:pPr lvl="1"/>
            <a:r>
              <a:rPr lang="en-US" b="1" dirty="0"/>
              <a:t>YouTube</a:t>
            </a:r>
            <a:r>
              <a:rPr lang="en-US" dirty="0"/>
              <a:t>: Authentication, notifications, and device integration </a:t>
            </a:r>
          </a:p>
          <a:p>
            <a:pPr lvl="1"/>
            <a:r>
              <a:rPr lang="en-US" b="1" dirty="0"/>
              <a:t>Google Play Store</a:t>
            </a:r>
            <a:r>
              <a:rPr lang="en-US" dirty="0"/>
              <a:t>: Authentication, licensing, updates, and security services</a:t>
            </a:r>
          </a:p>
          <a:p>
            <a:r>
              <a:rPr lang="en-US" dirty="0"/>
              <a:t>Applications remain separate packages with their own private data.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4E326E-5CB2-40F7-8685-A12AAC92A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424" y="619093"/>
            <a:ext cx="1827416" cy="262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13D5053-F949-4214-926C-4774E409D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7931" y="512064"/>
            <a:ext cx="1976167" cy="2843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9EB1439-5625-40B3-8F26-832A96D78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362" y="3776472"/>
            <a:ext cx="1785540" cy="256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2B14D6D-CA87-4BCD-B785-C05E1E22C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5955" y="3776472"/>
            <a:ext cx="1785540" cy="256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273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02FAB-DF02-4818-1075-1D1A55A7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45486D-8703-C21B-EAA1-E9F4E777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GMS Forensic Relevance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769B1E-B048-B435-1437-4FA262005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34601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Google Play services may store: </a:t>
            </a:r>
          </a:p>
          <a:p>
            <a:pPr lvl="1"/>
            <a:r>
              <a:rPr lang="en-GB" dirty="0"/>
              <a:t>Service configurations and preferences </a:t>
            </a:r>
          </a:p>
          <a:p>
            <a:pPr lvl="1"/>
            <a:r>
              <a:rPr lang="en-GB" dirty="0"/>
              <a:t>Account- or device-related metadata </a:t>
            </a:r>
          </a:p>
          <a:p>
            <a:pPr lvl="1"/>
            <a:r>
              <a:rPr lang="en-GB" dirty="0"/>
              <a:t>Component or scheduled-task timestamps </a:t>
            </a:r>
          </a:p>
          <a:p>
            <a:r>
              <a:rPr lang="en-GB" dirty="0"/>
              <a:t>GMS artifacts provide context, but they rarely prove a specific user action by themselves.</a:t>
            </a:r>
          </a:p>
          <a:p>
            <a:pPr lvl="1"/>
            <a:r>
              <a:rPr lang="en-GB" dirty="0"/>
              <a:t>An artifact under </a:t>
            </a:r>
            <a:r>
              <a:rPr lang="en-GB" dirty="0" err="1">
                <a:latin typeface="Arial Narrow" panose="020B0606020202030204" pitchFamily="34" charset="0"/>
              </a:rPr>
              <a:t>com.google.android.gms</a:t>
            </a:r>
            <a:r>
              <a:rPr lang="en-GB" dirty="0">
                <a:latin typeface="Arial Narrow" panose="020B0606020202030204" pitchFamily="34" charset="0"/>
              </a:rPr>
              <a:t> </a:t>
            </a:r>
            <a:r>
              <a:rPr lang="en-GB" dirty="0"/>
              <a:t>does not automatically identify the application that requested the service. </a:t>
            </a:r>
          </a:p>
          <a:p>
            <a:pPr lvl="1"/>
            <a:r>
              <a:rPr lang="en-GB" dirty="0"/>
              <a:t>Background execution does not necessarily indicate direct user activity. </a:t>
            </a:r>
          </a:p>
          <a:p>
            <a:pPr lvl="1"/>
            <a:r>
              <a:rPr lang="en-GB" dirty="0"/>
              <a:t>Correlate Google Play services artifacts with the application’s own data and system logs.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36219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1E0F1-4217-41AA-9490-00539C886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GMS folder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9A92DE-DBA5-434A-BD4D-38BE9FFEF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6152409" cy="4536376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C3061A8-54D5-45A7-BF1F-48AD8C245746}"/>
              </a:ext>
            </a:extLst>
          </p:cNvPr>
          <p:cNvCxnSpPr/>
          <p:nvPr/>
        </p:nvCxnSpPr>
        <p:spPr>
          <a:xfrm flipH="1">
            <a:off x="2587083" y="5843239"/>
            <a:ext cx="8549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951299F-0CE1-44A4-BFD0-503559E61156}"/>
              </a:ext>
            </a:extLst>
          </p:cNvPr>
          <p:cNvSpPr txBox="1"/>
          <p:nvPr/>
        </p:nvSpPr>
        <p:spPr>
          <a:xfrm>
            <a:off x="3536639" y="5005621"/>
            <a:ext cx="3354815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System settings we want to investigate.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Settings save here often can be shared by other apps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913967-D3F0-46FF-BE8D-39A8A5EBC4FC}"/>
              </a:ext>
            </a:extLst>
          </p:cNvPr>
          <p:cNvSpPr txBox="1"/>
          <p:nvPr/>
        </p:nvSpPr>
        <p:spPr>
          <a:xfrm>
            <a:off x="4724400" y="3200399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244973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102A-78D2-4DD6-9DE9-17A32C03B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Show GMS shared preferences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5DA0F0-F10F-436D-BD66-703A57358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91371"/>
            <a:ext cx="6046669" cy="4818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8BFB6A-3A77-449B-8008-ADC4EDC5FD67}"/>
              </a:ext>
            </a:extLst>
          </p:cNvPr>
          <p:cNvSpPr txBox="1"/>
          <p:nvPr/>
        </p:nvSpPr>
        <p:spPr>
          <a:xfrm>
            <a:off x="6974466" y="2132856"/>
            <a:ext cx="341103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/>
              <a:t>information save here often can be shared by other apps</a:t>
            </a:r>
          </a:p>
        </p:txBody>
      </p:sp>
    </p:spTree>
    <p:extLst>
      <p:ext uri="{BB962C8B-B14F-4D97-AF65-F5344CB8AC3E}">
        <p14:creationId xmlns:p14="http://schemas.microsoft.com/office/powerpoint/2010/main" val="32060081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4966-5E33-4A82-B275-101E2C5B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GMS shared </a:t>
            </a:r>
            <a:r>
              <a:rPr lang="en-US" err="1"/>
              <a:t>prefs</a:t>
            </a:r>
            <a:r>
              <a:rPr lang="en-US"/>
              <a:t> example: What is the default map country?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30F21-4162-44FA-A50D-1ABE9C5DF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94152"/>
            <a:ext cx="1069918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338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8BC1F1-922C-4E3F-BBA4-F6E93166B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GMS </a:t>
            </a:r>
            <a:r>
              <a:rPr lang="en-US" i="1" dirty="0" err="1">
                <a:solidFill>
                  <a:srgbClr val="C00000"/>
                </a:solidFill>
              </a:rPr>
              <a:t>shared_prefs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dirty="0"/>
              <a:t>also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dirty="0"/>
              <a:t>contains </a:t>
            </a:r>
            <a:r>
              <a:rPr lang="en-US" i="1" dirty="0" err="1">
                <a:solidFill>
                  <a:srgbClr val="C00000"/>
                </a:solidFill>
              </a:rPr>
              <a:t>lastRun</a:t>
            </a:r>
            <a:r>
              <a:rPr lang="en-US" dirty="0"/>
              <a:t> info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BCF0F6-D82D-4ED7-B1DE-6D06C7728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96878"/>
            <a:ext cx="9661180" cy="1981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C17B2E-31CD-4163-8D44-384C41B93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1547" y="5320928"/>
            <a:ext cx="3127833" cy="64586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40CCA8-DCF0-4D51-8881-CBD0FB137C2A}"/>
              </a:ext>
            </a:extLst>
          </p:cNvPr>
          <p:cNvCxnSpPr/>
          <p:nvPr/>
        </p:nvCxnSpPr>
        <p:spPr>
          <a:xfrm>
            <a:off x="6812280" y="4348306"/>
            <a:ext cx="559267" cy="9726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EF50DF1-3162-49FA-9A91-E99BD6846D8E}"/>
              </a:ext>
            </a:extLst>
          </p:cNvPr>
          <p:cNvSpPr txBox="1"/>
          <p:nvPr/>
        </p:nvSpPr>
        <p:spPr>
          <a:xfrm>
            <a:off x="838200" y="2491715"/>
            <a:ext cx="6989956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/>
              <a:t>When did fingerprint API run? (not a system setting, but system info)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EF2593-4AD9-1CD8-05DE-00E2E24C5E2D}"/>
              </a:ext>
            </a:extLst>
          </p:cNvPr>
          <p:cNvSpPr txBox="1"/>
          <p:nvPr/>
        </p:nvSpPr>
        <p:spPr>
          <a:xfrm>
            <a:off x="1940914" y="5320462"/>
            <a:ext cx="4784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-apple-system"/>
              </a:rPr>
              <a:t>the </a:t>
            </a:r>
            <a:r>
              <a:rPr lang="en-GB" b="1" i="0" dirty="0">
                <a:solidFill>
                  <a:srgbClr val="333333"/>
                </a:solidFill>
                <a:effectLst/>
                <a:latin typeface="-apple-system"/>
              </a:rPr>
              <a:t>milliseconds</a:t>
            </a:r>
            <a:r>
              <a:rPr lang="en-GB" b="0" i="0" dirty="0">
                <a:solidFill>
                  <a:srgbClr val="333333"/>
                </a:solidFill>
                <a:effectLst/>
                <a:latin typeface="-apple-system"/>
              </a:rPr>
              <a:t> number value to </a:t>
            </a:r>
            <a:r>
              <a:rPr lang="en-GB" b="1" i="0" dirty="0">
                <a:solidFill>
                  <a:srgbClr val="333333"/>
                </a:solidFill>
                <a:effectLst/>
                <a:latin typeface="-apple-system"/>
              </a:rPr>
              <a:t>convert to date</a:t>
            </a:r>
            <a:r>
              <a:rPr lang="en-GB" b="0" i="0" dirty="0">
                <a:solidFill>
                  <a:srgbClr val="333333"/>
                </a:solidFill>
                <a:effectLst/>
                <a:latin typeface="-apple-system"/>
              </a:rPr>
              <a:t> since timestamp or Unix epoch.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916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953621-52B5-4FD4-B33E-5DE33088F6CA}"/>
              </a:ext>
            </a:extLst>
          </p:cNvPr>
          <p:cNvSpPr txBox="1"/>
          <p:nvPr/>
        </p:nvSpPr>
        <p:spPr>
          <a:xfrm>
            <a:off x="998258" y="1248725"/>
            <a:ext cx="2678150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GB"/>
              <a:t>When did a launcher run? 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E73CB2-4D6A-4963-88D7-BB2BE8491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58" y="1618057"/>
            <a:ext cx="8342975" cy="1810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672CC2-46D9-4E98-909D-E471E0B32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562" y="3860821"/>
            <a:ext cx="3556671" cy="781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D94266-25A4-4731-B8B1-AC128D969DAC}"/>
              </a:ext>
            </a:extLst>
          </p:cNvPr>
          <p:cNvSpPr txBox="1"/>
          <p:nvPr/>
        </p:nvSpPr>
        <p:spPr>
          <a:xfrm>
            <a:off x="923544" y="5660136"/>
            <a:ext cx="841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It seem the user unlocked the device at 2:26:</a:t>
            </a:r>
            <a:r>
              <a:rPr lang="en-US" altLang="zh-CN">
                <a:solidFill>
                  <a:srgbClr val="C00000"/>
                </a:solidFill>
              </a:rPr>
              <a:t>16</a:t>
            </a:r>
            <a:r>
              <a:rPr lang="en-US" altLang="zh-CN"/>
              <a:t> am and open a launcher at 2:26:</a:t>
            </a:r>
            <a:r>
              <a:rPr lang="en-US" altLang="zh-CN">
                <a:solidFill>
                  <a:srgbClr val="C00000"/>
                </a:solidFill>
              </a:rPr>
              <a:t>17</a:t>
            </a:r>
            <a:r>
              <a:rPr lang="en-US" altLang="zh-CN"/>
              <a:t> am  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4E4BE6-4265-4E7B-8D87-6FA8874D5C6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642"/>
          <a:stretch/>
        </p:blipFill>
        <p:spPr>
          <a:xfrm>
            <a:off x="10191948" y="11994"/>
            <a:ext cx="1777028" cy="32159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5461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3252</Words>
  <Application>Microsoft Office PowerPoint</Application>
  <PresentationFormat>Widescreen</PresentationFormat>
  <Paragraphs>341</Paragraphs>
  <Slides>54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-apple-system</vt:lpstr>
      <vt:lpstr>Arial</vt:lpstr>
      <vt:lpstr>Arial Narrow</vt:lpstr>
      <vt:lpstr>Calibri</vt:lpstr>
      <vt:lpstr>Calibri Light</vt:lpstr>
      <vt:lpstr>Roboto</vt:lpstr>
      <vt:lpstr>Office Theme</vt:lpstr>
      <vt:lpstr>Android System Settings as Forensic Evidence</vt:lpstr>
      <vt:lpstr>Overview</vt:lpstr>
      <vt:lpstr>System Settings and Artifacts</vt:lpstr>
      <vt:lpstr>What are System Settings?</vt:lpstr>
      <vt:lpstr>PowerPoint Presentation</vt:lpstr>
      <vt:lpstr>PowerPoint Presentation</vt:lpstr>
      <vt:lpstr>Common Settings Artifacts</vt:lpstr>
      <vt:lpstr>Sample System Settings</vt:lpstr>
      <vt:lpstr>PowerPoint Presentation</vt:lpstr>
      <vt:lpstr>Forensic Value of System Settings</vt:lpstr>
      <vt:lpstr>System settings Demo</vt:lpstr>
      <vt:lpstr>Setting files on /data/system</vt:lpstr>
      <vt:lpstr>Is Pixel lock screen disabled? (locksettings.db)</vt:lpstr>
      <vt:lpstr>What type of password does the device have? (locksettings.db)</vt:lpstr>
      <vt:lpstr>PowerPoint Presentation</vt:lpstr>
      <vt:lpstr>PowerPoint Presentation</vt:lpstr>
      <vt:lpstr>How many apps/packages have set notification policy? (notification_policy.xml)</vt:lpstr>
      <vt:lpstr>PowerPoint Presentation</vt:lpstr>
      <vt:lpstr>PowerPoint Presentation</vt:lpstr>
      <vt:lpstr>Set metered network (netpolicy.xml, packages.list)</vt:lpstr>
      <vt:lpstr>Network Policies defined in ConnectivityManager.java </vt:lpstr>
      <vt:lpstr>PowerPoint Presentation</vt:lpstr>
      <vt:lpstr>System settings for each user</vt:lpstr>
      <vt:lpstr>Settings in XML</vt:lpstr>
      <vt:lpstr>Does the device allow to install non-market apps ? (settings_secure.xml)</vt:lpstr>
      <vt:lpstr>Is Bluetooth default on? (settings_global.xml)</vt:lpstr>
      <vt:lpstr>What is locale of the Pixel 3 ? (settgins_system.xml)</vt:lpstr>
      <vt:lpstr>Find registered services via sync adapters</vt:lpstr>
      <vt:lpstr>PowerPoint Presentation</vt:lpstr>
      <vt:lpstr>PowerPoint Presentation</vt:lpstr>
      <vt:lpstr>Find cached Images and snapshots for User 0</vt:lpstr>
      <vt:lpstr>Google Service Components Overview</vt:lpstr>
      <vt:lpstr>PowerPoint Presentation</vt:lpstr>
      <vt:lpstr>PowerPoint Presentation</vt:lpstr>
      <vt:lpstr>Forensic Value of Google Component Artifacts</vt:lpstr>
      <vt:lpstr>Interpretation Limitations and Corroboration</vt:lpstr>
      <vt:lpstr>Google Services Framework Demo</vt:lpstr>
      <vt:lpstr>GSF folder structure</vt:lpstr>
      <vt:lpstr>What is the search client id sent to google search? (googlesettings.db)</vt:lpstr>
      <vt:lpstr>Search Client Setting in a Search Request</vt:lpstr>
      <vt:lpstr>Is Google Fit’s heart rate function enabled? (gservices.db)</vt:lpstr>
      <vt:lpstr>Understand Google Fit works</vt:lpstr>
      <vt:lpstr>PowerPoint Presentation</vt:lpstr>
      <vt:lpstr>What is Android_ID? (gservices.db)</vt:lpstr>
      <vt:lpstr>PowerPoint Presentation</vt:lpstr>
      <vt:lpstr>PowerPoint Presentation</vt:lpstr>
      <vt:lpstr>Google Play services Demo</vt:lpstr>
      <vt:lpstr>Google Play services (GMS)</vt:lpstr>
      <vt:lpstr>GMS Forensic Relevance</vt:lpstr>
      <vt:lpstr>GMS folder structure</vt:lpstr>
      <vt:lpstr>Show GMS shared preferences</vt:lpstr>
      <vt:lpstr>GMS shared prefs example: What is the default map country?</vt:lpstr>
      <vt:lpstr>GMS shared_prefs also contains lastRun info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Visual Studio Code</dc:title>
  <dc:creator>Weifeng Xu</dc:creator>
  <cp:lastModifiedBy>Weifeng Xu</cp:lastModifiedBy>
  <cp:revision>15</cp:revision>
  <dcterms:created xsi:type="dcterms:W3CDTF">2021-01-18T02:02:41Z</dcterms:created>
  <dcterms:modified xsi:type="dcterms:W3CDTF">2026-10-07T20:41:00Z</dcterms:modified>
</cp:coreProperties>
</file>