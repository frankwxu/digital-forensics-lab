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465" r:id="rId3"/>
    <p:sldId id="357" r:id="rId4"/>
    <p:sldId id="347" r:id="rId5"/>
    <p:sldId id="396" r:id="rId6"/>
    <p:sldId id="449" r:id="rId7"/>
    <p:sldId id="462" r:id="rId8"/>
    <p:sldId id="461" r:id="rId9"/>
    <p:sldId id="484" r:id="rId10"/>
    <p:sldId id="490" r:id="rId11"/>
    <p:sldId id="491" r:id="rId12"/>
    <p:sldId id="492" r:id="rId13"/>
    <p:sldId id="397" r:id="rId14"/>
    <p:sldId id="479" r:id="rId15"/>
    <p:sldId id="403" r:id="rId16"/>
    <p:sldId id="404" r:id="rId17"/>
    <p:sldId id="480" r:id="rId18"/>
    <p:sldId id="486" r:id="rId19"/>
    <p:sldId id="405" r:id="rId20"/>
    <p:sldId id="487" r:id="rId21"/>
    <p:sldId id="474" r:id="rId22"/>
    <p:sldId id="475" r:id="rId23"/>
    <p:sldId id="476" r:id="rId24"/>
    <p:sldId id="481" r:id="rId25"/>
    <p:sldId id="482" r:id="rId26"/>
    <p:sldId id="483" r:id="rId27"/>
    <p:sldId id="439" r:id="rId28"/>
    <p:sldId id="477" r:id="rId29"/>
    <p:sldId id="467" r:id="rId30"/>
    <p:sldId id="470" r:id="rId31"/>
    <p:sldId id="473" r:id="rId32"/>
    <p:sldId id="468" r:id="rId33"/>
    <p:sldId id="478" r:id="rId34"/>
    <p:sldId id="472" r:id="rId35"/>
    <p:sldId id="411" r:id="rId36"/>
    <p:sldId id="49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F"/>
    <a:srgbClr val="AB51D6"/>
    <a:srgbClr val="AEAEAE"/>
    <a:srgbClr val="FF9A00"/>
    <a:srgbClr val="D81E00"/>
    <a:srgbClr val="00AAD6"/>
    <a:srgbClr val="318EFD"/>
    <a:srgbClr val="007DB5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6547A2-CCA0-4341-80AC-B2CD8A282935}" v="93" dt="2025-10-28T20:44:15.41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1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9F114576-92CD-4C75-A1B7-B6A50F0196B5}"/>
    <pc:docChg chg="delSld">
      <pc:chgData name="Weifeng Xu" userId="e7aed605-a3dd-4d5a-a692-a87037af107b" providerId="ADAL" clId="{9F114576-92CD-4C75-A1B7-B6A50F0196B5}" dt="2021-03-20T15:48:05.591" v="41" actId="47"/>
      <pc:docMkLst>
        <pc:docMk/>
      </pc:docMkLst>
      <pc:sldChg chg="del">
        <pc:chgData name="Weifeng Xu" userId="e7aed605-a3dd-4d5a-a692-a87037af107b" providerId="ADAL" clId="{9F114576-92CD-4C75-A1B7-B6A50F0196B5}" dt="2021-03-20T15:48:05.050" v="39" actId="47"/>
        <pc:sldMkLst>
          <pc:docMk/>
          <pc:sldMk cId="3947350244" sldId="257"/>
        </pc:sldMkLst>
      </pc:sldChg>
      <pc:sldChg chg="del">
        <pc:chgData name="Weifeng Xu" userId="e7aed605-a3dd-4d5a-a692-a87037af107b" providerId="ADAL" clId="{9F114576-92CD-4C75-A1B7-B6A50F0196B5}" dt="2021-03-20T15:48:05.233" v="40" actId="47"/>
        <pc:sldMkLst>
          <pc:docMk/>
          <pc:sldMk cId="2813085997" sldId="258"/>
        </pc:sldMkLst>
      </pc:sldChg>
      <pc:sldChg chg="del">
        <pc:chgData name="Weifeng Xu" userId="e7aed605-a3dd-4d5a-a692-a87037af107b" providerId="ADAL" clId="{9F114576-92CD-4C75-A1B7-B6A50F0196B5}" dt="2021-03-20T15:48:05.591" v="41" actId="47"/>
        <pc:sldMkLst>
          <pc:docMk/>
          <pc:sldMk cId="2717797818" sldId="259"/>
        </pc:sldMkLst>
      </pc:sldChg>
      <pc:sldChg chg="del">
        <pc:chgData name="Weifeng Xu" userId="e7aed605-a3dd-4d5a-a692-a87037af107b" providerId="ADAL" clId="{9F114576-92CD-4C75-A1B7-B6A50F0196B5}" dt="2021-03-20T15:47:55.592" v="10" actId="47"/>
        <pc:sldMkLst>
          <pc:docMk/>
          <pc:sldMk cId="1329348953" sldId="262"/>
        </pc:sldMkLst>
      </pc:sldChg>
      <pc:sldChg chg="del">
        <pc:chgData name="Weifeng Xu" userId="e7aed605-a3dd-4d5a-a692-a87037af107b" providerId="ADAL" clId="{9F114576-92CD-4C75-A1B7-B6A50F0196B5}" dt="2021-03-20T15:47:56.523" v="14" actId="47"/>
        <pc:sldMkLst>
          <pc:docMk/>
          <pc:sldMk cId="2002273286" sldId="263"/>
        </pc:sldMkLst>
      </pc:sldChg>
      <pc:sldChg chg="del">
        <pc:chgData name="Weifeng Xu" userId="e7aed605-a3dd-4d5a-a692-a87037af107b" providerId="ADAL" clId="{9F114576-92CD-4C75-A1B7-B6A50F0196B5}" dt="2021-03-20T15:48:00.025" v="34" actId="47"/>
        <pc:sldMkLst>
          <pc:docMk/>
          <pc:sldMk cId="1282228560" sldId="264"/>
        </pc:sldMkLst>
      </pc:sldChg>
      <pc:sldChg chg="del">
        <pc:chgData name="Weifeng Xu" userId="e7aed605-a3dd-4d5a-a692-a87037af107b" providerId="ADAL" clId="{9F114576-92CD-4C75-A1B7-B6A50F0196B5}" dt="2021-03-20T15:47:56.158" v="12" actId="47"/>
        <pc:sldMkLst>
          <pc:docMk/>
          <pc:sldMk cId="1966411301" sldId="265"/>
        </pc:sldMkLst>
      </pc:sldChg>
      <pc:sldChg chg="del">
        <pc:chgData name="Weifeng Xu" userId="e7aed605-a3dd-4d5a-a692-a87037af107b" providerId="ADAL" clId="{9F114576-92CD-4C75-A1B7-B6A50F0196B5}" dt="2021-03-20T15:47:52.672" v="3" actId="47"/>
        <pc:sldMkLst>
          <pc:docMk/>
          <pc:sldMk cId="3968060583" sldId="266"/>
        </pc:sldMkLst>
      </pc:sldChg>
      <pc:sldChg chg="del">
        <pc:chgData name="Weifeng Xu" userId="e7aed605-a3dd-4d5a-a692-a87037af107b" providerId="ADAL" clId="{9F114576-92CD-4C75-A1B7-B6A50F0196B5}" dt="2021-03-20T15:47:51.746" v="1" actId="47"/>
        <pc:sldMkLst>
          <pc:docMk/>
          <pc:sldMk cId="957453442" sldId="267"/>
        </pc:sldMkLst>
      </pc:sldChg>
      <pc:sldChg chg="del">
        <pc:chgData name="Weifeng Xu" userId="e7aed605-a3dd-4d5a-a692-a87037af107b" providerId="ADAL" clId="{9F114576-92CD-4C75-A1B7-B6A50F0196B5}" dt="2021-03-20T15:47:51.351" v="0" actId="47"/>
        <pc:sldMkLst>
          <pc:docMk/>
          <pc:sldMk cId="877308037" sldId="268"/>
        </pc:sldMkLst>
      </pc:sldChg>
      <pc:sldChg chg="del">
        <pc:chgData name="Weifeng Xu" userId="e7aed605-a3dd-4d5a-a692-a87037af107b" providerId="ADAL" clId="{9F114576-92CD-4C75-A1B7-B6A50F0196B5}" dt="2021-03-20T15:47:56.987" v="17" actId="47"/>
        <pc:sldMkLst>
          <pc:docMk/>
          <pc:sldMk cId="1144033824" sldId="269"/>
        </pc:sldMkLst>
      </pc:sldChg>
      <pc:sldChg chg="del">
        <pc:chgData name="Weifeng Xu" userId="e7aed605-a3dd-4d5a-a692-a87037af107b" providerId="ADAL" clId="{9F114576-92CD-4C75-A1B7-B6A50F0196B5}" dt="2021-03-20T15:47:57.187" v="18" actId="47"/>
        <pc:sldMkLst>
          <pc:docMk/>
          <pc:sldMk cId="893191663" sldId="270"/>
        </pc:sldMkLst>
      </pc:sldChg>
      <pc:sldChg chg="del">
        <pc:chgData name="Weifeng Xu" userId="e7aed605-a3dd-4d5a-a692-a87037af107b" providerId="ADAL" clId="{9F114576-92CD-4C75-A1B7-B6A50F0196B5}" dt="2021-03-20T15:47:56.841" v="16" actId="47"/>
        <pc:sldMkLst>
          <pc:docMk/>
          <pc:sldMk cId="3206008134" sldId="271"/>
        </pc:sldMkLst>
      </pc:sldChg>
      <pc:sldChg chg="del">
        <pc:chgData name="Weifeng Xu" userId="e7aed605-a3dd-4d5a-a692-a87037af107b" providerId="ADAL" clId="{9F114576-92CD-4C75-A1B7-B6A50F0196B5}" dt="2021-03-20T15:48:00.202" v="35" actId="47"/>
        <pc:sldMkLst>
          <pc:docMk/>
          <pc:sldMk cId="2993734160" sldId="272"/>
        </pc:sldMkLst>
      </pc:sldChg>
      <pc:sldChg chg="del">
        <pc:chgData name="Weifeng Xu" userId="e7aed605-a3dd-4d5a-a692-a87037af107b" providerId="ADAL" clId="{9F114576-92CD-4C75-A1B7-B6A50F0196B5}" dt="2021-03-20T15:47:51.933" v="2" actId="47"/>
        <pc:sldMkLst>
          <pc:docMk/>
          <pc:sldMk cId="774738833" sldId="275"/>
        </pc:sldMkLst>
      </pc:sldChg>
      <pc:sldChg chg="del">
        <pc:chgData name="Weifeng Xu" userId="e7aed605-a3dd-4d5a-a692-a87037af107b" providerId="ADAL" clId="{9F114576-92CD-4C75-A1B7-B6A50F0196B5}" dt="2021-03-20T15:47:56.373" v="13" actId="47"/>
        <pc:sldMkLst>
          <pc:docMk/>
          <pc:sldMk cId="124320607" sldId="276"/>
        </pc:sldMkLst>
      </pc:sldChg>
      <pc:sldChg chg="del">
        <pc:chgData name="Weifeng Xu" userId="e7aed605-a3dd-4d5a-a692-a87037af107b" providerId="ADAL" clId="{9F114576-92CD-4C75-A1B7-B6A50F0196B5}" dt="2021-03-20T15:47:53.922" v="4" actId="47"/>
        <pc:sldMkLst>
          <pc:docMk/>
          <pc:sldMk cId="347589165" sldId="277"/>
        </pc:sldMkLst>
      </pc:sldChg>
      <pc:sldChg chg="del">
        <pc:chgData name="Weifeng Xu" userId="e7aed605-a3dd-4d5a-a692-a87037af107b" providerId="ADAL" clId="{9F114576-92CD-4C75-A1B7-B6A50F0196B5}" dt="2021-03-20T15:47:56.671" v="15" actId="47"/>
        <pc:sldMkLst>
          <pc:docMk/>
          <pc:sldMk cId="3924497350" sldId="278"/>
        </pc:sldMkLst>
      </pc:sldChg>
      <pc:sldChg chg="del">
        <pc:chgData name="Weifeng Xu" userId="e7aed605-a3dd-4d5a-a692-a87037af107b" providerId="ADAL" clId="{9F114576-92CD-4C75-A1B7-B6A50F0196B5}" dt="2021-03-20T15:47:55.790" v="11" actId="47"/>
        <pc:sldMkLst>
          <pc:docMk/>
          <pc:sldMk cId="128099297" sldId="279"/>
        </pc:sldMkLst>
      </pc:sldChg>
      <pc:sldChg chg="del">
        <pc:chgData name="Weifeng Xu" userId="e7aed605-a3dd-4d5a-a692-a87037af107b" providerId="ADAL" clId="{9F114576-92CD-4C75-A1B7-B6A50F0196B5}" dt="2021-03-20T15:47:57.357" v="19" actId="47"/>
        <pc:sldMkLst>
          <pc:docMk/>
          <pc:sldMk cId="3275461220" sldId="280"/>
        </pc:sldMkLst>
      </pc:sldChg>
      <pc:sldChg chg="del">
        <pc:chgData name="Weifeng Xu" userId="e7aed605-a3dd-4d5a-a692-a87037af107b" providerId="ADAL" clId="{9F114576-92CD-4C75-A1B7-B6A50F0196B5}" dt="2021-03-20T15:47:59.674" v="32" actId="47"/>
        <pc:sldMkLst>
          <pc:docMk/>
          <pc:sldMk cId="2231598685" sldId="281"/>
        </pc:sldMkLst>
      </pc:sldChg>
      <pc:sldChg chg="del">
        <pc:chgData name="Weifeng Xu" userId="e7aed605-a3dd-4d5a-a692-a87037af107b" providerId="ADAL" clId="{9F114576-92CD-4C75-A1B7-B6A50F0196B5}" dt="2021-03-20T15:47:59.849" v="33" actId="47"/>
        <pc:sldMkLst>
          <pc:docMk/>
          <pc:sldMk cId="3211939551" sldId="282"/>
        </pc:sldMkLst>
      </pc:sldChg>
      <pc:sldChg chg="del">
        <pc:chgData name="Weifeng Xu" userId="e7aed605-a3dd-4d5a-a692-a87037af107b" providerId="ADAL" clId="{9F114576-92CD-4C75-A1B7-B6A50F0196B5}" dt="2021-03-20T15:48:00.359" v="36" actId="47"/>
        <pc:sldMkLst>
          <pc:docMk/>
          <pc:sldMk cId="3850375873" sldId="284"/>
        </pc:sldMkLst>
      </pc:sldChg>
      <pc:sldChg chg="del">
        <pc:chgData name="Weifeng Xu" userId="e7aed605-a3dd-4d5a-a692-a87037af107b" providerId="ADAL" clId="{9F114576-92CD-4C75-A1B7-B6A50F0196B5}" dt="2021-03-20T15:48:00.744" v="38" actId="47"/>
        <pc:sldMkLst>
          <pc:docMk/>
          <pc:sldMk cId="2575615686" sldId="285"/>
        </pc:sldMkLst>
      </pc:sldChg>
      <pc:sldChg chg="del">
        <pc:chgData name="Weifeng Xu" userId="e7aed605-a3dd-4d5a-a692-a87037af107b" providerId="ADAL" clId="{9F114576-92CD-4C75-A1B7-B6A50F0196B5}" dt="2021-03-20T15:48:00.502" v="37" actId="47"/>
        <pc:sldMkLst>
          <pc:docMk/>
          <pc:sldMk cId="218088864" sldId="286"/>
        </pc:sldMkLst>
      </pc:sldChg>
      <pc:sldChg chg="del">
        <pc:chgData name="Weifeng Xu" userId="e7aed605-a3dd-4d5a-a692-a87037af107b" providerId="ADAL" clId="{9F114576-92CD-4C75-A1B7-B6A50F0196B5}" dt="2021-03-20T15:47:54.148" v="5" actId="47"/>
        <pc:sldMkLst>
          <pc:docMk/>
          <pc:sldMk cId="124034966" sldId="288"/>
        </pc:sldMkLst>
      </pc:sldChg>
      <pc:sldChg chg="del">
        <pc:chgData name="Weifeng Xu" userId="e7aed605-a3dd-4d5a-a692-a87037af107b" providerId="ADAL" clId="{9F114576-92CD-4C75-A1B7-B6A50F0196B5}" dt="2021-03-20T15:47:54.411" v="6" actId="47"/>
        <pc:sldMkLst>
          <pc:docMk/>
          <pc:sldMk cId="2798164321" sldId="289"/>
        </pc:sldMkLst>
      </pc:sldChg>
      <pc:sldChg chg="del">
        <pc:chgData name="Weifeng Xu" userId="e7aed605-a3dd-4d5a-a692-a87037af107b" providerId="ADAL" clId="{9F114576-92CD-4C75-A1B7-B6A50F0196B5}" dt="2021-03-20T15:47:55.046" v="7" actId="47"/>
        <pc:sldMkLst>
          <pc:docMk/>
          <pc:sldMk cId="3471470978" sldId="290"/>
        </pc:sldMkLst>
      </pc:sldChg>
      <pc:sldChg chg="del">
        <pc:chgData name="Weifeng Xu" userId="e7aed605-a3dd-4d5a-a692-a87037af107b" providerId="ADAL" clId="{9F114576-92CD-4C75-A1B7-B6A50F0196B5}" dt="2021-03-20T15:47:55.241" v="8" actId="47"/>
        <pc:sldMkLst>
          <pc:docMk/>
          <pc:sldMk cId="1201682434" sldId="291"/>
        </pc:sldMkLst>
      </pc:sldChg>
      <pc:sldChg chg="del">
        <pc:chgData name="Weifeng Xu" userId="e7aed605-a3dd-4d5a-a692-a87037af107b" providerId="ADAL" clId="{9F114576-92CD-4C75-A1B7-B6A50F0196B5}" dt="2021-03-20T15:47:55.422" v="9" actId="47"/>
        <pc:sldMkLst>
          <pc:docMk/>
          <pc:sldMk cId="565478715" sldId="293"/>
        </pc:sldMkLst>
      </pc:sldChg>
      <pc:sldChg chg="del">
        <pc:chgData name="Weifeng Xu" userId="e7aed605-a3dd-4d5a-a692-a87037af107b" providerId="ADAL" clId="{9F114576-92CD-4C75-A1B7-B6A50F0196B5}" dt="2021-03-20T15:47:57.926" v="22" actId="47"/>
        <pc:sldMkLst>
          <pc:docMk/>
          <pc:sldMk cId="487606806" sldId="294"/>
        </pc:sldMkLst>
      </pc:sldChg>
      <pc:sldChg chg="del">
        <pc:chgData name="Weifeng Xu" userId="e7aed605-a3dd-4d5a-a692-a87037af107b" providerId="ADAL" clId="{9F114576-92CD-4C75-A1B7-B6A50F0196B5}" dt="2021-03-20T15:47:57.512" v="20" actId="47"/>
        <pc:sldMkLst>
          <pc:docMk/>
          <pc:sldMk cId="3440924285" sldId="295"/>
        </pc:sldMkLst>
      </pc:sldChg>
      <pc:sldChg chg="del">
        <pc:chgData name="Weifeng Xu" userId="e7aed605-a3dd-4d5a-a692-a87037af107b" providerId="ADAL" clId="{9F114576-92CD-4C75-A1B7-B6A50F0196B5}" dt="2021-03-20T15:47:57.707" v="21" actId="47"/>
        <pc:sldMkLst>
          <pc:docMk/>
          <pc:sldMk cId="1494604329" sldId="296"/>
        </pc:sldMkLst>
      </pc:sldChg>
      <pc:sldChg chg="del">
        <pc:chgData name="Weifeng Xu" userId="e7aed605-a3dd-4d5a-a692-a87037af107b" providerId="ADAL" clId="{9F114576-92CD-4C75-A1B7-B6A50F0196B5}" dt="2021-03-20T15:47:58.125" v="23" actId="47"/>
        <pc:sldMkLst>
          <pc:docMk/>
          <pc:sldMk cId="3270382550" sldId="297"/>
        </pc:sldMkLst>
      </pc:sldChg>
      <pc:sldChg chg="del">
        <pc:chgData name="Weifeng Xu" userId="e7aed605-a3dd-4d5a-a692-a87037af107b" providerId="ADAL" clId="{9F114576-92CD-4C75-A1B7-B6A50F0196B5}" dt="2021-03-20T15:47:58.275" v="24" actId="47"/>
        <pc:sldMkLst>
          <pc:docMk/>
          <pc:sldMk cId="790591655" sldId="298"/>
        </pc:sldMkLst>
      </pc:sldChg>
      <pc:sldChg chg="del">
        <pc:chgData name="Weifeng Xu" userId="e7aed605-a3dd-4d5a-a692-a87037af107b" providerId="ADAL" clId="{9F114576-92CD-4C75-A1B7-B6A50F0196B5}" dt="2021-03-20T15:47:58.455" v="25" actId="47"/>
        <pc:sldMkLst>
          <pc:docMk/>
          <pc:sldMk cId="21390998" sldId="299"/>
        </pc:sldMkLst>
      </pc:sldChg>
      <pc:sldChg chg="del">
        <pc:chgData name="Weifeng Xu" userId="e7aed605-a3dd-4d5a-a692-a87037af107b" providerId="ADAL" clId="{9F114576-92CD-4C75-A1B7-B6A50F0196B5}" dt="2021-03-20T15:47:58.651" v="26" actId="47"/>
        <pc:sldMkLst>
          <pc:docMk/>
          <pc:sldMk cId="1138979085" sldId="300"/>
        </pc:sldMkLst>
      </pc:sldChg>
      <pc:sldChg chg="del">
        <pc:chgData name="Weifeng Xu" userId="e7aed605-a3dd-4d5a-a692-a87037af107b" providerId="ADAL" clId="{9F114576-92CD-4C75-A1B7-B6A50F0196B5}" dt="2021-03-20T15:47:58.867" v="27" actId="47"/>
        <pc:sldMkLst>
          <pc:docMk/>
          <pc:sldMk cId="2250649236" sldId="301"/>
        </pc:sldMkLst>
      </pc:sldChg>
      <pc:sldChg chg="del">
        <pc:chgData name="Weifeng Xu" userId="e7aed605-a3dd-4d5a-a692-a87037af107b" providerId="ADAL" clId="{9F114576-92CD-4C75-A1B7-B6A50F0196B5}" dt="2021-03-20T15:47:59.046" v="28" actId="47"/>
        <pc:sldMkLst>
          <pc:docMk/>
          <pc:sldMk cId="3209152045" sldId="302"/>
        </pc:sldMkLst>
      </pc:sldChg>
      <pc:sldChg chg="del">
        <pc:chgData name="Weifeng Xu" userId="e7aed605-a3dd-4d5a-a692-a87037af107b" providerId="ADAL" clId="{9F114576-92CD-4C75-A1B7-B6A50F0196B5}" dt="2021-03-20T15:47:59.198" v="29" actId="47"/>
        <pc:sldMkLst>
          <pc:docMk/>
          <pc:sldMk cId="3439482671" sldId="303"/>
        </pc:sldMkLst>
      </pc:sldChg>
      <pc:sldChg chg="del">
        <pc:chgData name="Weifeng Xu" userId="e7aed605-a3dd-4d5a-a692-a87037af107b" providerId="ADAL" clId="{9F114576-92CD-4C75-A1B7-B6A50F0196B5}" dt="2021-03-20T15:47:59.328" v="30" actId="47"/>
        <pc:sldMkLst>
          <pc:docMk/>
          <pc:sldMk cId="1193768337" sldId="304"/>
        </pc:sldMkLst>
      </pc:sldChg>
      <pc:sldChg chg="del">
        <pc:chgData name="Weifeng Xu" userId="e7aed605-a3dd-4d5a-a692-a87037af107b" providerId="ADAL" clId="{9F114576-92CD-4C75-A1B7-B6A50F0196B5}" dt="2021-03-20T15:47:59.480" v="31" actId="47"/>
        <pc:sldMkLst>
          <pc:docMk/>
          <pc:sldMk cId="64038938" sldId="306"/>
        </pc:sldMkLst>
      </pc:sldChg>
    </pc:docChg>
  </pc:docChgLst>
  <pc:docChgLst>
    <pc:chgData name="Weifeng Xu" userId="e7aed605-a3dd-4d5a-a692-a87037af107b" providerId="ADAL" clId="{38C0388A-6B20-4E10-AB29-C10F85EBBB2E}"/>
    <pc:docChg chg="undo custSel addSld delSld modSld">
      <pc:chgData name="Weifeng Xu" userId="e7aed605-a3dd-4d5a-a692-a87037af107b" providerId="ADAL" clId="{38C0388A-6B20-4E10-AB29-C10F85EBBB2E}" dt="2021-03-19T14:20:41.040" v="375" actId="14734"/>
      <pc:docMkLst>
        <pc:docMk/>
      </pc:docMkLst>
      <pc:sldChg chg="addSp modSp new mod modClrScheme chgLayout modNotesTx">
        <pc:chgData name="Weifeng Xu" userId="e7aed605-a3dd-4d5a-a692-a87037af107b" providerId="ADAL" clId="{38C0388A-6B20-4E10-AB29-C10F85EBBB2E}" dt="2021-03-19T14:20:23.707" v="374" actId="20577"/>
        <pc:sldMkLst>
          <pc:docMk/>
          <pc:sldMk cId="3439482671" sldId="303"/>
        </pc:sldMkLst>
      </pc:sldChg>
      <pc:sldChg chg="addSp delSp modSp new mod modClrScheme chgLayout modNotesTx">
        <pc:chgData name="Weifeng Xu" userId="e7aed605-a3dd-4d5a-a692-a87037af107b" providerId="ADAL" clId="{38C0388A-6B20-4E10-AB29-C10F85EBBB2E}" dt="2021-03-19T14:20:41.040" v="375" actId="14734"/>
        <pc:sldMkLst>
          <pc:docMk/>
          <pc:sldMk cId="1193768337" sldId="304"/>
        </pc:sldMkLst>
      </pc:sldChg>
      <pc:sldChg chg="addSp delSp modSp new del mod setBg modClrScheme setClrOvrMap chgLayout modNotesTx">
        <pc:chgData name="Weifeng Xu" userId="e7aed605-a3dd-4d5a-a692-a87037af107b" providerId="ADAL" clId="{38C0388A-6B20-4E10-AB29-C10F85EBBB2E}" dt="2021-03-19T14:19:05.790" v="367" actId="47"/>
        <pc:sldMkLst>
          <pc:docMk/>
          <pc:sldMk cId="3028288411" sldId="305"/>
        </pc:sldMkLst>
      </pc:sldChg>
      <pc:sldChg chg="addSp delSp modSp new mod modClrScheme chgLayout">
        <pc:chgData name="Weifeng Xu" userId="e7aed605-a3dd-4d5a-a692-a87037af107b" providerId="ADAL" clId="{38C0388A-6B20-4E10-AB29-C10F85EBBB2E}" dt="2021-03-19T14:18:06.887" v="366" actId="108"/>
        <pc:sldMkLst>
          <pc:docMk/>
          <pc:sldMk cId="64038938" sldId="306"/>
        </pc:sldMkLst>
      </pc:sldChg>
    </pc:docChg>
  </pc:docChgLst>
  <pc:docChgLst>
    <pc:chgData name="Weifeng Xu" userId="e7aed605-a3dd-4d5a-a692-a87037af107b" providerId="ADAL" clId="{F99F8FFF-BA20-43EA-924B-4DF5D2A785F3}"/>
    <pc:docChg chg="undo custSel addSld modSld sldOrd">
      <pc:chgData name="Weifeng Xu" userId="e7aed605-a3dd-4d5a-a692-a87037af107b" providerId="ADAL" clId="{F99F8FFF-BA20-43EA-924B-4DF5D2A785F3}" dt="2025-10-28T20:46:06.443" v="172"/>
      <pc:docMkLst>
        <pc:docMk/>
      </pc:docMkLst>
      <pc:sldChg chg="modSp">
        <pc:chgData name="Weifeng Xu" userId="e7aed605-a3dd-4d5a-a692-a87037af107b" providerId="ADAL" clId="{F99F8FFF-BA20-43EA-924B-4DF5D2A785F3}" dt="2025-10-28T19:34:35.518" v="63"/>
        <pc:sldMkLst>
          <pc:docMk/>
          <pc:sldMk cId="1923474763" sldId="480"/>
        </pc:sldMkLst>
        <pc:spChg chg="mod">
          <ac:chgData name="Weifeng Xu" userId="e7aed605-a3dd-4d5a-a692-a87037af107b" providerId="ADAL" clId="{F99F8FFF-BA20-43EA-924B-4DF5D2A785F3}" dt="2025-10-28T19:34:35.518" v="63"/>
          <ac:spMkLst>
            <pc:docMk/>
            <pc:sldMk cId="1923474763" sldId="480"/>
            <ac:spMk id="5" creationId="{841FB8CF-C13B-8325-5F61-370BC605FEF3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5-10-28T19:04:24.451" v="49" actId="207"/>
        <pc:sldMkLst>
          <pc:docMk/>
          <pc:sldMk cId="907312372" sldId="484"/>
        </pc:sldMkLst>
        <pc:spChg chg="del">
          <ac:chgData name="Weifeng Xu" userId="e7aed605-a3dd-4d5a-a692-a87037af107b" providerId="ADAL" clId="{F99F8FFF-BA20-43EA-924B-4DF5D2A785F3}" dt="2025-10-28T13:45:24.378" v="1" actId="700"/>
          <ac:spMkLst>
            <pc:docMk/>
            <pc:sldMk cId="907312372" sldId="484"/>
            <ac:spMk id="2" creationId="{E0FE4042-1E05-EDEE-9E40-58FC807DBBAB}"/>
          </ac:spMkLst>
        </pc:spChg>
        <pc:spChg chg="add mod">
          <ac:chgData name="Weifeng Xu" userId="e7aed605-a3dd-4d5a-a692-a87037af107b" providerId="ADAL" clId="{F99F8FFF-BA20-43EA-924B-4DF5D2A785F3}" dt="2025-10-28T13:48:17.646" v="46" actId="207"/>
          <ac:spMkLst>
            <pc:docMk/>
            <pc:sldMk cId="907312372" sldId="484"/>
            <ac:spMk id="5" creationId="{EBF564AF-5CF1-35B9-84B1-2E9C70AB1B21}"/>
          </ac:spMkLst>
        </pc:spChg>
        <pc:graphicFrameChg chg="add mod modGraphic">
          <ac:chgData name="Weifeng Xu" userId="e7aed605-a3dd-4d5a-a692-a87037af107b" providerId="ADAL" clId="{F99F8FFF-BA20-43EA-924B-4DF5D2A785F3}" dt="2025-10-28T19:04:24.451" v="49" actId="207"/>
          <ac:graphicFrameMkLst>
            <pc:docMk/>
            <pc:sldMk cId="907312372" sldId="484"/>
            <ac:graphicFrameMk id="3" creationId="{F36169B5-F4B3-5EBF-37BD-BC8ECC16F86B}"/>
          </ac:graphicFrameMkLst>
        </pc:graphicFrameChg>
      </pc:sldChg>
      <pc:sldChg chg="addSp modSp new mod">
        <pc:chgData name="Weifeng Xu" userId="e7aed605-a3dd-4d5a-a692-a87037af107b" providerId="ADAL" clId="{F99F8FFF-BA20-43EA-924B-4DF5D2A785F3}" dt="2025-10-28T19:11:37.942" v="58" actId="1076"/>
        <pc:sldMkLst>
          <pc:docMk/>
          <pc:sldMk cId="879504827" sldId="485"/>
        </pc:sldMkLst>
        <pc:spChg chg="add mod">
          <ac:chgData name="Weifeng Xu" userId="e7aed605-a3dd-4d5a-a692-a87037af107b" providerId="ADAL" clId="{F99F8FFF-BA20-43EA-924B-4DF5D2A785F3}" dt="2025-10-28T19:11:37.942" v="58" actId="1076"/>
          <ac:spMkLst>
            <pc:docMk/>
            <pc:sldMk cId="879504827" sldId="485"/>
            <ac:spMk id="3" creationId="{8772FA7B-6C47-AD94-7AF8-DADB95D64BBB}"/>
          </ac:spMkLst>
        </pc:spChg>
        <pc:picChg chg="add mod">
          <ac:chgData name="Weifeng Xu" userId="e7aed605-a3dd-4d5a-a692-a87037af107b" providerId="ADAL" clId="{F99F8FFF-BA20-43EA-924B-4DF5D2A785F3}" dt="2025-10-28T19:11:32.739" v="56" actId="1076"/>
          <ac:picMkLst>
            <pc:docMk/>
            <pc:sldMk cId="879504827" sldId="485"/>
            <ac:picMk id="2050" creationId="{B3E5CAAC-C6D7-5CA9-B720-3070F33F93C2}"/>
          </ac:picMkLst>
        </pc:picChg>
      </pc:sldChg>
      <pc:sldChg chg="addSp delSp modSp new mod modClrScheme chgLayout">
        <pc:chgData name="Weifeng Xu" userId="e7aed605-a3dd-4d5a-a692-a87037af107b" providerId="ADAL" clId="{F99F8FFF-BA20-43EA-924B-4DF5D2A785F3}" dt="2025-10-28T19:44:26.193" v="138" actId="14100"/>
        <pc:sldMkLst>
          <pc:docMk/>
          <pc:sldMk cId="962050735" sldId="486"/>
        </pc:sldMkLst>
        <pc:spChg chg="del mod ord">
          <ac:chgData name="Weifeng Xu" userId="e7aed605-a3dd-4d5a-a692-a87037af107b" providerId="ADAL" clId="{F99F8FFF-BA20-43EA-924B-4DF5D2A785F3}" dt="2025-10-28T19:31:32.209" v="60" actId="700"/>
          <ac:spMkLst>
            <pc:docMk/>
            <pc:sldMk cId="962050735" sldId="486"/>
            <ac:spMk id="2" creationId="{639FAD11-2319-0466-1DFC-C6A9AAE1CCD0}"/>
          </ac:spMkLst>
        </pc:spChg>
        <pc:spChg chg="del mod ord">
          <ac:chgData name="Weifeng Xu" userId="e7aed605-a3dd-4d5a-a692-a87037af107b" providerId="ADAL" clId="{F99F8FFF-BA20-43EA-924B-4DF5D2A785F3}" dt="2025-10-28T19:31:32.209" v="60" actId="700"/>
          <ac:spMkLst>
            <pc:docMk/>
            <pc:sldMk cId="962050735" sldId="486"/>
            <ac:spMk id="3" creationId="{79D46CC3-D933-A998-0EB8-01D68D8CD51C}"/>
          </ac:spMkLst>
        </pc:spChg>
        <pc:spChg chg="add mod ord">
          <ac:chgData name="Weifeng Xu" userId="e7aed605-a3dd-4d5a-a692-a87037af107b" providerId="ADAL" clId="{F99F8FFF-BA20-43EA-924B-4DF5D2A785F3}" dt="2025-10-28T19:31:56.207" v="62" actId="207"/>
          <ac:spMkLst>
            <pc:docMk/>
            <pc:sldMk cId="962050735" sldId="486"/>
            <ac:spMk id="4" creationId="{161D1957-A387-90C5-F7A4-5D7BD6971791}"/>
          </ac:spMkLst>
        </pc:spChg>
        <pc:spChg chg="add mod ord">
          <ac:chgData name="Weifeng Xu" userId="e7aed605-a3dd-4d5a-a692-a87037af107b" providerId="ADAL" clId="{F99F8FFF-BA20-43EA-924B-4DF5D2A785F3}" dt="2025-10-28T19:44:00.821" v="134" actId="20577"/>
          <ac:spMkLst>
            <pc:docMk/>
            <pc:sldMk cId="962050735" sldId="486"/>
            <ac:spMk id="5" creationId="{DAC182E9-222E-5C8D-FFD9-3ECD5D386035}"/>
          </ac:spMkLst>
        </pc:spChg>
        <pc:graphicFrameChg chg="add mod modGraphic">
          <ac:chgData name="Weifeng Xu" userId="e7aed605-a3dd-4d5a-a692-a87037af107b" providerId="ADAL" clId="{F99F8FFF-BA20-43EA-924B-4DF5D2A785F3}" dt="2025-10-28T19:44:26.193" v="138" actId="14100"/>
          <ac:graphicFrameMkLst>
            <pc:docMk/>
            <pc:sldMk cId="962050735" sldId="486"/>
            <ac:graphicFrameMk id="6" creationId="{7A0BB297-0D38-7E41-EC20-A062496912BE}"/>
          </ac:graphicFrameMkLst>
        </pc:graphicFrameChg>
      </pc:sldChg>
      <pc:sldChg chg="addSp delSp modSp new mod modClrScheme chgLayout">
        <pc:chgData name="Weifeng Xu" userId="e7aed605-a3dd-4d5a-a692-a87037af107b" providerId="ADAL" clId="{F99F8FFF-BA20-43EA-924B-4DF5D2A785F3}" dt="2025-10-28T20:15:28.118" v="165" actId="20577"/>
        <pc:sldMkLst>
          <pc:docMk/>
          <pc:sldMk cId="244718935" sldId="487"/>
        </pc:sldMkLst>
        <pc:spChg chg="del">
          <ac:chgData name="Weifeng Xu" userId="e7aed605-a3dd-4d5a-a692-a87037af107b" providerId="ADAL" clId="{F99F8FFF-BA20-43EA-924B-4DF5D2A785F3}" dt="2025-10-28T19:49:52.451" v="140" actId="700"/>
          <ac:spMkLst>
            <pc:docMk/>
            <pc:sldMk cId="244718935" sldId="487"/>
            <ac:spMk id="2" creationId="{2B13F71F-EF38-66A8-D7C7-D2F05ACB4DC2}"/>
          </ac:spMkLst>
        </pc:spChg>
        <pc:spChg chg="add mod">
          <ac:chgData name="Weifeng Xu" userId="e7aed605-a3dd-4d5a-a692-a87037af107b" providerId="ADAL" clId="{F99F8FFF-BA20-43EA-924B-4DF5D2A785F3}" dt="2025-10-28T19:52:15.088" v="161" actId="1076"/>
          <ac:spMkLst>
            <pc:docMk/>
            <pc:sldMk cId="244718935" sldId="487"/>
            <ac:spMk id="5" creationId="{928B6C7D-5597-DF6D-7266-1B82359547B8}"/>
          </ac:spMkLst>
        </pc:spChg>
        <pc:graphicFrameChg chg="add mod modGraphic">
          <ac:chgData name="Weifeng Xu" userId="e7aed605-a3dd-4d5a-a692-a87037af107b" providerId="ADAL" clId="{F99F8FFF-BA20-43EA-924B-4DF5D2A785F3}" dt="2025-10-28T20:15:28.118" v="165" actId="20577"/>
          <ac:graphicFrameMkLst>
            <pc:docMk/>
            <pc:sldMk cId="244718935" sldId="487"/>
            <ac:graphicFrameMk id="3" creationId="{B301C768-35E9-18A1-0B2E-322D4C27A89B}"/>
          </ac:graphicFrameMkLst>
        </pc:graphicFrameChg>
      </pc:sldChg>
      <pc:sldChg chg="addSp delSp new mod ord modClrScheme chgLayout">
        <pc:chgData name="Weifeng Xu" userId="e7aed605-a3dd-4d5a-a692-a87037af107b" providerId="ADAL" clId="{F99F8FFF-BA20-43EA-924B-4DF5D2A785F3}" dt="2025-10-28T20:46:06.443" v="172"/>
        <pc:sldMkLst>
          <pc:docMk/>
          <pc:sldMk cId="196989011" sldId="488"/>
        </pc:sldMkLst>
        <pc:spChg chg="del">
          <ac:chgData name="Weifeng Xu" userId="e7aed605-a3dd-4d5a-a692-a87037af107b" providerId="ADAL" clId="{F99F8FFF-BA20-43EA-924B-4DF5D2A785F3}" dt="2025-10-28T20:43:59.144" v="167" actId="700"/>
          <ac:spMkLst>
            <pc:docMk/>
            <pc:sldMk cId="196989011" sldId="488"/>
            <ac:spMk id="2" creationId="{F764C5A1-ACEE-53FA-DA26-ECFA03920E41}"/>
          </ac:spMkLst>
        </pc:spChg>
        <pc:spChg chg="del">
          <ac:chgData name="Weifeng Xu" userId="e7aed605-a3dd-4d5a-a692-a87037af107b" providerId="ADAL" clId="{F99F8FFF-BA20-43EA-924B-4DF5D2A785F3}" dt="2025-10-28T20:43:59.144" v="167" actId="700"/>
          <ac:spMkLst>
            <pc:docMk/>
            <pc:sldMk cId="196989011" sldId="488"/>
            <ac:spMk id="3" creationId="{7650F2CD-D1C3-8A88-DBF2-82CD18FFF1D7}"/>
          </ac:spMkLst>
        </pc:spChg>
        <pc:picChg chg="add">
          <ac:chgData name="Weifeng Xu" userId="e7aed605-a3dd-4d5a-a692-a87037af107b" providerId="ADAL" clId="{F99F8FFF-BA20-43EA-924B-4DF5D2A785F3}" dt="2025-10-28T20:44:07.666" v="168"/>
          <ac:picMkLst>
            <pc:docMk/>
            <pc:sldMk cId="196989011" sldId="488"/>
            <ac:picMk id="3074" creationId="{A78B72BE-CBE5-1607-F30C-387DB2F03324}"/>
          </ac:picMkLst>
        </pc:picChg>
      </pc:sldChg>
    </pc:docChg>
  </pc:docChgLst>
  <pc:docChgLst>
    <pc:chgData name="Harleen Kaur" userId="S::id65ns02@ubalt.edu::9f7fc1d6-ab67-473f-ba46-e98f6ce2049b" providerId="AD" clId="Web-{C2904352-AA65-68D0-8E04-BC30B02D0E6A}"/>
    <pc:docChg chg="delSld modSld sldOrd">
      <pc:chgData name="Harleen Kaur" userId="S::id65ns02@ubalt.edu::9f7fc1d6-ab67-473f-ba46-e98f6ce2049b" providerId="AD" clId="Web-{C2904352-AA65-68D0-8E04-BC30B02D0E6A}" dt="2021-07-29T02:42:37.748" v="433" actId="1076"/>
      <pc:docMkLst>
        <pc:docMk/>
      </pc:docMkLst>
      <pc:sldChg chg="addSp modSp">
        <pc:chgData name="Harleen Kaur" userId="S::id65ns02@ubalt.edu::9f7fc1d6-ab67-473f-ba46-e98f6ce2049b" providerId="AD" clId="Web-{C2904352-AA65-68D0-8E04-BC30B02D0E6A}" dt="2021-07-29T02:42:02.216" v="431" actId="20577"/>
        <pc:sldMkLst>
          <pc:docMk/>
          <pc:sldMk cId="178630246" sldId="388"/>
        </pc:sldMkLst>
      </pc:sldChg>
      <pc:sldChg chg="ord">
        <pc:chgData name="Harleen Kaur" userId="S::id65ns02@ubalt.edu::9f7fc1d6-ab67-473f-ba46-e98f6ce2049b" providerId="AD" clId="Web-{C2904352-AA65-68D0-8E04-BC30B02D0E6A}" dt="2021-07-29T02:32:13.890" v="153"/>
        <pc:sldMkLst>
          <pc:docMk/>
          <pc:sldMk cId="500013314" sldId="434"/>
        </pc:sldMkLst>
      </pc:sldChg>
      <pc:sldChg chg="del">
        <pc:chgData name="Harleen Kaur" userId="S::id65ns02@ubalt.edu::9f7fc1d6-ab67-473f-ba46-e98f6ce2049b" providerId="AD" clId="Web-{C2904352-AA65-68D0-8E04-BC30B02D0E6A}" dt="2021-07-29T02:34:16.784" v="161"/>
        <pc:sldMkLst>
          <pc:docMk/>
          <pc:sldMk cId="2155079201" sldId="435"/>
        </pc:sldMkLst>
      </pc:sldChg>
      <pc:sldChg chg="addSp delSp modSp">
        <pc:chgData name="Harleen Kaur" userId="S::id65ns02@ubalt.edu::9f7fc1d6-ab67-473f-ba46-e98f6ce2049b" providerId="AD" clId="Web-{C2904352-AA65-68D0-8E04-BC30B02D0E6A}" dt="2021-07-29T02:35:41.645" v="233" actId="20577"/>
        <pc:sldMkLst>
          <pc:docMk/>
          <pc:sldMk cId="2525335445" sldId="436"/>
        </pc:sldMkLst>
      </pc:sldChg>
      <pc:sldChg chg="addSp delSp modSp">
        <pc:chgData name="Harleen Kaur" userId="S::id65ns02@ubalt.edu::9f7fc1d6-ab67-473f-ba46-e98f6ce2049b" providerId="AD" clId="Web-{C2904352-AA65-68D0-8E04-BC30B02D0E6A}" dt="2021-07-29T02:42:37.748" v="433" actId="1076"/>
        <pc:sldMkLst>
          <pc:docMk/>
          <pc:sldMk cId="1854780033" sldId="437"/>
        </pc:sldMkLst>
      </pc:sldChg>
      <pc:sldChg chg="del">
        <pc:chgData name="Harleen Kaur" userId="S::id65ns02@ubalt.edu::9f7fc1d6-ab67-473f-ba46-e98f6ce2049b" providerId="AD" clId="Web-{C2904352-AA65-68D0-8E04-BC30B02D0E6A}" dt="2021-07-29T02:38:14.336" v="305"/>
        <pc:sldMkLst>
          <pc:docMk/>
          <pc:sldMk cId="3780473466" sldId="438"/>
        </pc:sldMkLst>
      </pc:sldChg>
      <pc:sldChg chg="modSp ord">
        <pc:chgData name="Harleen Kaur" userId="S::id65ns02@ubalt.edu::9f7fc1d6-ab67-473f-ba46-e98f6ce2049b" providerId="AD" clId="Web-{C2904352-AA65-68D0-8E04-BC30B02D0E6A}" dt="2021-07-29T02:34:00.283" v="160"/>
        <pc:sldMkLst>
          <pc:docMk/>
          <pc:sldMk cId="3862024830" sldId="455"/>
        </pc:sldMkLst>
      </pc:sldChg>
      <pc:sldChg chg="del">
        <pc:chgData name="Harleen Kaur" userId="S::id65ns02@ubalt.edu::9f7fc1d6-ab67-473f-ba46-e98f6ce2049b" providerId="AD" clId="Web-{C2904352-AA65-68D0-8E04-BC30B02D0E6A}" dt="2021-07-29T02:42:18.482" v="432"/>
        <pc:sldMkLst>
          <pc:docMk/>
          <pc:sldMk cId="4113545877" sldId="459"/>
        </pc:sldMkLst>
      </pc:sldChg>
      <pc:sldChg chg="modSp">
        <pc:chgData name="Harleen Kaur" userId="S::id65ns02@ubalt.edu::9f7fc1d6-ab67-473f-ba46-e98f6ce2049b" providerId="AD" clId="Web-{C2904352-AA65-68D0-8E04-BC30B02D0E6A}" dt="2021-07-29T02:26:17.628" v="3" actId="14100"/>
        <pc:sldMkLst>
          <pc:docMk/>
          <pc:sldMk cId="3747998406" sldId="476"/>
        </pc:sldMkLst>
      </pc:sldChg>
      <pc:sldChg chg="modSp ord">
        <pc:chgData name="Harleen Kaur" userId="S::id65ns02@ubalt.edu::9f7fc1d6-ab67-473f-ba46-e98f6ce2049b" providerId="AD" clId="Web-{C2904352-AA65-68D0-8E04-BC30B02D0E6A}" dt="2021-07-29T02:34:32.878" v="167" actId="20577"/>
        <pc:sldMkLst>
          <pc:docMk/>
          <pc:sldMk cId="470632294" sldId="493"/>
        </pc:sldMkLst>
      </pc:sldChg>
    </pc:docChg>
  </pc:docChgLst>
  <pc:docChgLst>
    <pc:chgData name="Harleen Kaur" userId="S::id65ns02@ubalt.edu::9f7fc1d6-ab67-473f-ba46-e98f6ce2049b" providerId="AD" clId="Web-{625C769A-59BF-6D7F-0980-28C7EEF4A985}"/>
    <pc:docChg chg="addSld delSld modSld sldOrd">
      <pc:chgData name="Harleen Kaur" userId="S::id65ns02@ubalt.edu::9f7fc1d6-ab67-473f-ba46-e98f6ce2049b" providerId="AD" clId="Web-{625C769A-59BF-6D7F-0980-28C7EEF4A985}" dt="2021-07-18T02:22:36.806" v="424" actId="20577"/>
      <pc:docMkLst>
        <pc:docMk/>
      </pc:docMkLst>
      <pc:sldChg chg="ord">
        <pc:chgData name="Harleen Kaur" userId="S::id65ns02@ubalt.edu::9f7fc1d6-ab67-473f-ba46-e98f6ce2049b" providerId="AD" clId="Web-{625C769A-59BF-6D7F-0980-28C7EEF4A985}" dt="2021-07-18T02:06:50.700" v="0"/>
        <pc:sldMkLst>
          <pc:docMk/>
          <pc:sldMk cId="1199149484" sldId="412"/>
        </pc:sldMkLst>
      </pc:sldChg>
      <pc:sldChg chg="modSp">
        <pc:chgData name="Harleen Kaur" userId="S::id65ns02@ubalt.edu::9f7fc1d6-ab67-473f-ba46-e98f6ce2049b" providerId="AD" clId="Web-{625C769A-59BF-6D7F-0980-28C7EEF4A985}" dt="2021-07-18T02:13:09.537" v="92" actId="20577"/>
        <pc:sldMkLst>
          <pc:docMk/>
          <pc:sldMk cId="2128166042" sldId="441"/>
        </pc:sldMkLst>
      </pc:sldChg>
      <pc:sldChg chg="modSp">
        <pc:chgData name="Harleen Kaur" userId="S::id65ns02@ubalt.edu::9f7fc1d6-ab67-473f-ba46-e98f6ce2049b" providerId="AD" clId="Web-{625C769A-59BF-6D7F-0980-28C7EEF4A985}" dt="2021-07-18T02:16:05.885" v="217" actId="20577"/>
        <pc:sldMkLst>
          <pc:docMk/>
          <pc:sldMk cId="1029523982" sldId="442"/>
        </pc:sldMkLst>
      </pc:sldChg>
      <pc:sldChg chg="modSp new">
        <pc:chgData name="Harleen Kaur" userId="S::id65ns02@ubalt.edu::9f7fc1d6-ab67-473f-ba46-e98f6ce2049b" providerId="AD" clId="Web-{625C769A-59BF-6D7F-0980-28C7EEF4A985}" dt="2021-07-18T02:14:19.523" v="140" actId="20577"/>
        <pc:sldMkLst>
          <pc:docMk/>
          <pc:sldMk cId="260036501" sldId="447"/>
        </pc:sldMkLst>
      </pc:sldChg>
      <pc:sldChg chg="modSp new">
        <pc:chgData name="Harleen Kaur" userId="S::id65ns02@ubalt.edu::9f7fc1d6-ab67-473f-ba46-e98f6ce2049b" providerId="AD" clId="Web-{625C769A-59BF-6D7F-0980-28C7EEF4A985}" dt="2021-07-18T02:15:46.525" v="214" actId="20577"/>
        <pc:sldMkLst>
          <pc:docMk/>
          <pc:sldMk cId="1259972498" sldId="448"/>
        </pc:sldMkLst>
      </pc:sldChg>
      <pc:sldChg chg="modSp new del">
        <pc:chgData name="Harleen Kaur" userId="S::id65ns02@ubalt.edu::9f7fc1d6-ab67-473f-ba46-e98f6ce2049b" providerId="AD" clId="Web-{625C769A-59BF-6D7F-0980-28C7EEF4A985}" dt="2021-07-18T02:16:36.699" v="221"/>
        <pc:sldMkLst>
          <pc:docMk/>
          <pc:sldMk cId="1206136821" sldId="449"/>
        </pc:sldMkLst>
      </pc:sldChg>
      <pc:sldChg chg="delSp modSp new">
        <pc:chgData name="Harleen Kaur" userId="S::id65ns02@ubalt.edu::9f7fc1d6-ab67-473f-ba46-e98f6ce2049b" providerId="AD" clId="Web-{625C769A-59BF-6D7F-0980-28C7EEF4A985}" dt="2021-07-18T02:16:56.246" v="228"/>
        <pc:sldMkLst>
          <pc:docMk/>
          <pc:sldMk cId="3186660206" sldId="449"/>
        </pc:sldMkLst>
      </pc:sldChg>
      <pc:sldChg chg="delSp modSp new">
        <pc:chgData name="Harleen Kaur" userId="S::id65ns02@ubalt.edu::9f7fc1d6-ab67-473f-ba46-e98f6ce2049b" providerId="AD" clId="Web-{625C769A-59BF-6D7F-0980-28C7EEF4A985}" dt="2021-07-18T02:17:35.231" v="253"/>
        <pc:sldMkLst>
          <pc:docMk/>
          <pc:sldMk cId="368390487" sldId="450"/>
        </pc:sldMkLst>
      </pc:sldChg>
      <pc:sldChg chg="delSp modSp new">
        <pc:chgData name="Harleen Kaur" userId="S::id65ns02@ubalt.edu::9f7fc1d6-ab67-473f-ba46-e98f6ce2049b" providerId="AD" clId="Web-{625C769A-59BF-6D7F-0980-28C7EEF4A985}" dt="2021-07-18T02:18:01.373" v="266"/>
        <pc:sldMkLst>
          <pc:docMk/>
          <pc:sldMk cId="3021732972" sldId="451"/>
        </pc:sldMkLst>
      </pc:sldChg>
      <pc:sldChg chg="modSp new">
        <pc:chgData name="Harleen Kaur" userId="S::id65ns02@ubalt.edu::9f7fc1d6-ab67-473f-ba46-e98f6ce2049b" providerId="AD" clId="Web-{625C769A-59BF-6D7F-0980-28C7EEF4A985}" dt="2021-07-18T02:20:44.943" v="407" actId="20577"/>
        <pc:sldMkLst>
          <pc:docMk/>
          <pc:sldMk cId="2784708312" sldId="452"/>
        </pc:sldMkLst>
      </pc:sldChg>
      <pc:sldChg chg="modSp new">
        <pc:chgData name="Harleen Kaur" userId="S::id65ns02@ubalt.edu::9f7fc1d6-ab67-473f-ba46-e98f6ce2049b" providerId="AD" clId="Web-{625C769A-59BF-6D7F-0980-28C7EEF4A985}" dt="2021-07-18T02:22:36.806" v="424" actId="20577"/>
        <pc:sldMkLst>
          <pc:docMk/>
          <pc:sldMk cId="2996491619" sldId="453"/>
        </pc:sldMkLst>
      </pc:sldChg>
    </pc:docChg>
  </pc:docChgLst>
  <pc:docChgLst>
    <pc:chgData name="Richard Wheeless" userId="S::id63la41@ubalt.edu::edf7d7f9-5d95-4eec-886d-0f745236a21b" providerId="AD" clId="Web-{EFDB7389-BEFA-A459-AC04-7036D2800BAB}"/>
    <pc:docChg chg="sldOrd">
      <pc:chgData name="Richard Wheeless" userId="S::id63la41@ubalt.edu::edf7d7f9-5d95-4eec-886d-0f745236a21b" providerId="AD" clId="Web-{EFDB7389-BEFA-A459-AC04-7036D2800BAB}" dt="2021-02-05T04:30:08.248" v="0"/>
      <pc:docMkLst>
        <pc:docMk/>
      </pc:docMkLst>
      <pc:sldChg chg="ord">
        <pc:chgData name="Richard Wheeless" userId="S::id63la41@ubalt.edu::edf7d7f9-5d95-4eec-886d-0f745236a21b" providerId="AD" clId="Web-{EFDB7389-BEFA-A459-AC04-7036D2800BAB}" dt="2021-02-05T04:30:08.248" v="0"/>
        <pc:sldMkLst>
          <pc:docMk/>
          <pc:sldMk cId="2219828795" sldId="263"/>
        </pc:sldMkLst>
      </pc:sldChg>
    </pc:docChg>
  </pc:docChgLst>
  <pc:docChgLst>
    <pc:chgData name="Harleen Kaur" userId="S::id65ns02@ubalt.edu::9f7fc1d6-ab67-473f-ba46-e98f6ce2049b" providerId="AD" clId="Web-{3ADB2C58-A844-5E58-5E5C-3CBB6E1BFD57}"/>
    <pc:docChg chg="addSld delSld modSld">
      <pc:chgData name="Harleen Kaur" userId="S::id65ns02@ubalt.edu::9f7fc1d6-ab67-473f-ba46-e98f6ce2049b" providerId="AD" clId="Web-{3ADB2C58-A844-5E58-5E5C-3CBB6E1BFD57}" dt="2021-06-30T19:04:10.642" v="867" actId="14100"/>
      <pc:docMkLst>
        <pc:docMk/>
      </pc:docMkLst>
      <pc:sldChg chg="add del">
        <pc:chgData name="Harleen Kaur" userId="S::id65ns02@ubalt.edu::9f7fc1d6-ab67-473f-ba46-e98f6ce2049b" providerId="AD" clId="Web-{3ADB2C58-A844-5E58-5E5C-3CBB6E1BFD57}" dt="2021-06-30T17:48:47.344" v="201"/>
        <pc:sldMkLst>
          <pc:docMk/>
          <pc:sldMk cId="518853508" sldId="361"/>
        </pc:sldMkLst>
      </pc:sldChg>
      <pc:sldChg chg="del">
        <pc:chgData name="Harleen Kaur" userId="S::id65ns02@ubalt.edu::9f7fc1d6-ab67-473f-ba46-e98f6ce2049b" providerId="AD" clId="Web-{3ADB2C58-A844-5E58-5E5C-3CBB6E1BFD57}" dt="2021-06-30T17:48:48.751" v="202"/>
        <pc:sldMkLst>
          <pc:docMk/>
          <pc:sldMk cId="522743250" sldId="363"/>
        </pc:sldMkLst>
      </pc:sldChg>
      <pc:sldChg chg="del">
        <pc:chgData name="Harleen Kaur" userId="S::id65ns02@ubalt.edu::9f7fc1d6-ab67-473f-ba46-e98f6ce2049b" providerId="AD" clId="Web-{3ADB2C58-A844-5E58-5E5C-3CBB6E1BFD57}" dt="2021-06-30T17:53:41.180" v="261"/>
        <pc:sldMkLst>
          <pc:docMk/>
          <pc:sldMk cId="3162707779" sldId="364"/>
        </pc:sldMkLst>
      </pc:sldChg>
      <pc:sldChg chg="del">
        <pc:chgData name="Harleen Kaur" userId="S::id65ns02@ubalt.edu::9f7fc1d6-ab67-473f-ba46-e98f6ce2049b" providerId="AD" clId="Web-{3ADB2C58-A844-5E58-5E5C-3CBB6E1BFD57}" dt="2021-06-30T18:50:54.446" v="618"/>
        <pc:sldMkLst>
          <pc:docMk/>
          <pc:sldMk cId="463297845" sldId="370"/>
        </pc:sldMkLst>
      </pc:sldChg>
      <pc:sldChg chg="del">
        <pc:chgData name="Harleen Kaur" userId="S::id65ns02@ubalt.edu::9f7fc1d6-ab67-473f-ba46-e98f6ce2049b" providerId="AD" clId="Web-{3ADB2C58-A844-5E58-5E5C-3CBB6E1BFD57}" dt="2021-06-30T18:54:08.922" v="676"/>
        <pc:sldMkLst>
          <pc:docMk/>
          <pc:sldMk cId="957894643" sldId="371"/>
        </pc:sldMkLst>
      </pc:sldChg>
      <pc:sldChg chg="del">
        <pc:chgData name="Harleen Kaur" userId="S::id65ns02@ubalt.edu::9f7fc1d6-ab67-473f-ba46-e98f6ce2049b" providerId="AD" clId="Web-{3ADB2C58-A844-5E58-5E5C-3CBB6E1BFD57}" dt="2021-06-30T18:22:30.899" v="406"/>
        <pc:sldMkLst>
          <pc:docMk/>
          <pc:sldMk cId="3664989842" sldId="391"/>
        </pc:sldMkLst>
      </pc:sldChg>
      <pc:sldChg chg="del">
        <pc:chgData name="Harleen Kaur" userId="S::id65ns02@ubalt.edu::9f7fc1d6-ab67-473f-ba46-e98f6ce2049b" providerId="AD" clId="Web-{3ADB2C58-A844-5E58-5E5C-3CBB6E1BFD57}" dt="2021-06-30T18:50:51.852" v="617"/>
        <pc:sldMkLst>
          <pc:docMk/>
          <pc:sldMk cId="3404756224" sldId="392"/>
        </pc:sldMkLst>
      </pc:sldChg>
      <pc:sldChg chg="del">
        <pc:chgData name="Harleen Kaur" userId="S::id65ns02@ubalt.edu::9f7fc1d6-ab67-473f-ba46-e98f6ce2049b" providerId="AD" clId="Web-{3ADB2C58-A844-5E58-5E5C-3CBB6E1BFD57}" dt="2021-06-30T18:53:44.172" v="663"/>
        <pc:sldMkLst>
          <pc:docMk/>
          <pc:sldMk cId="3289249383" sldId="393"/>
        </pc:sldMkLst>
      </pc:sldChg>
      <pc:sldChg chg="addSp modSp new">
        <pc:chgData name="Harleen Kaur" userId="S::id65ns02@ubalt.edu::9f7fc1d6-ab67-473f-ba46-e98f6ce2049b" providerId="AD" clId="Web-{3ADB2C58-A844-5E58-5E5C-3CBB6E1BFD57}" dt="2021-06-30T17:20:22.188" v="69" actId="1076"/>
        <pc:sldMkLst>
          <pc:docMk/>
          <pc:sldMk cId="2690676310" sldId="396"/>
        </pc:sldMkLst>
      </pc:sldChg>
      <pc:sldChg chg="addSp delSp modSp new">
        <pc:chgData name="Harleen Kaur" userId="S::id65ns02@ubalt.edu::9f7fc1d6-ab67-473f-ba46-e98f6ce2049b" providerId="AD" clId="Web-{3ADB2C58-A844-5E58-5E5C-3CBB6E1BFD57}" dt="2021-06-30T17:48:27.156" v="198" actId="14100"/>
        <pc:sldMkLst>
          <pc:docMk/>
          <pc:sldMk cId="3154763750" sldId="397"/>
        </pc:sldMkLst>
      </pc:sldChg>
      <pc:sldChg chg="modSp new">
        <pc:chgData name="Harleen Kaur" userId="S::id65ns02@ubalt.edu::9f7fc1d6-ab67-473f-ba46-e98f6ce2049b" providerId="AD" clId="Web-{3ADB2C58-A844-5E58-5E5C-3CBB6E1BFD57}" dt="2021-06-30T17:53:08.195" v="260" actId="20577"/>
        <pc:sldMkLst>
          <pc:docMk/>
          <pc:sldMk cId="3381154349" sldId="398"/>
        </pc:sldMkLst>
      </pc:sldChg>
      <pc:sldChg chg="new del">
        <pc:chgData name="Harleen Kaur" userId="S::id65ns02@ubalt.edu::9f7fc1d6-ab67-473f-ba46-e98f6ce2049b" providerId="AD" clId="Web-{3ADB2C58-A844-5E58-5E5C-3CBB6E1BFD57}" dt="2021-06-30T18:11:11.272" v="263"/>
        <pc:sldMkLst>
          <pc:docMk/>
          <pc:sldMk cId="2769327582" sldId="399"/>
        </pc:sldMkLst>
      </pc:sldChg>
      <pc:sldChg chg="delSp modSp new">
        <pc:chgData name="Harleen Kaur" userId="S::id65ns02@ubalt.edu::9f7fc1d6-ab67-473f-ba46-e98f6ce2049b" providerId="AD" clId="Web-{3ADB2C58-A844-5E58-5E5C-3CBB6E1BFD57}" dt="2021-06-30T18:11:24.256" v="271"/>
        <pc:sldMkLst>
          <pc:docMk/>
          <pc:sldMk cId="3472143807" sldId="399"/>
        </pc:sldMkLst>
      </pc:sldChg>
      <pc:sldChg chg="addSp modSp new modNotes">
        <pc:chgData name="Harleen Kaur" userId="S::id65ns02@ubalt.edu::9f7fc1d6-ab67-473f-ba46-e98f6ce2049b" providerId="AD" clId="Web-{3ADB2C58-A844-5E58-5E5C-3CBB6E1BFD57}" dt="2021-06-30T19:04:10.642" v="867" actId="14100"/>
        <pc:sldMkLst>
          <pc:docMk/>
          <pc:sldMk cId="144230432" sldId="400"/>
        </pc:sldMkLst>
      </pc:sldChg>
      <pc:sldChg chg="addSp delSp modSp new">
        <pc:chgData name="Harleen Kaur" userId="S::id65ns02@ubalt.edu::9f7fc1d6-ab67-473f-ba46-e98f6ce2049b" providerId="AD" clId="Web-{3ADB2C58-A844-5E58-5E5C-3CBB6E1BFD57}" dt="2021-06-30T18:22:15.446" v="405" actId="14100"/>
        <pc:sldMkLst>
          <pc:docMk/>
          <pc:sldMk cId="3086783645" sldId="401"/>
        </pc:sldMkLst>
      </pc:sldChg>
      <pc:sldChg chg="new del">
        <pc:chgData name="Harleen Kaur" userId="S::id65ns02@ubalt.edu::9f7fc1d6-ab67-473f-ba46-e98f6ce2049b" providerId="AD" clId="Web-{3ADB2C58-A844-5E58-5E5C-3CBB6E1BFD57}" dt="2021-06-30T18:23:19.182" v="408"/>
        <pc:sldMkLst>
          <pc:docMk/>
          <pc:sldMk cId="827838909" sldId="402"/>
        </pc:sldMkLst>
      </pc:sldChg>
      <pc:sldChg chg="delSp modSp new">
        <pc:chgData name="Harleen Kaur" userId="S::id65ns02@ubalt.edu::9f7fc1d6-ab67-473f-ba46-e98f6ce2049b" providerId="AD" clId="Web-{3ADB2C58-A844-5E58-5E5C-3CBB6E1BFD57}" dt="2021-06-30T18:23:34.761" v="418"/>
        <pc:sldMkLst>
          <pc:docMk/>
          <pc:sldMk cId="4271356633" sldId="402"/>
        </pc:sldMkLst>
      </pc:sldChg>
      <pc:sldChg chg="addSp modSp new modNotes">
        <pc:chgData name="Harleen Kaur" userId="S::id65ns02@ubalt.edu::9f7fc1d6-ab67-473f-ba46-e98f6ce2049b" providerId="AD" clId="Web-{3ADB2C58-A844-5E58-5E5C-3CBB6E1BFD57}" dt="2021-06-30T19:02:29.702" v="823" actId="1076"/>
        <pc:sldMkLst>
          <pc:docMk/>
          <pc:sldMk cId="1091736900" sldId="403"/>
        </pc:sldMkLst>
      </pc:sldChg>
      <pc:sldChg chg="addSp modSp new modNotes">
        <pc:chgData name="Harleen Kaur" userId="S::id65ns02@ubalt.edu::9f7fc1d6-ab67-473f-ba46-e98f6ce2049b" providerId="AD" clId="Web-{3ADB2C58-A844-5E58-5E5C-3CBB6E1BFD57}" dt="2021-06-30T19:00:59.824" v="796" actId="14100"/>
        <pc:sldMkLst>
          <pc:docMk/>
          <pc:sldMk cId="319479736" sldId="404"/>
        </pc:sldMkLst>
      </pc:sldChg>
      <pc:sldChg chg="addSp delSp modSp new modNotes">
        <pc:chgData name="Harleen Kaur" userId="S::id65ns02@ubalt.edu::9f7fc1d6-ab67-473f-ba46-e98f6ce2049b" providerId="AD" clId="Web-{3ADB2C58-A844-5E58-5E5C-3CBB6E1BFD57}" dt="2021-06-30T18:58:58.211" v="758" actId="14100"/>
        <pc:sldMkLst>
          <pc:docMk/>
          <pc:sldMk cId="3986757257" sldId="405"/>
        </pc:sldMkLst>
      </pc:sldChg>
      <pc:sldChg chg="addSp modSp new">
        <pc:chgData name="Harleen Kaur" userId="S::id65ns02@ubalt.edu::9f7fc1d6-ab67-473f-ba46-e98f6ce2049b" providerId="AD" clId="Web-{3ADB2C58-A844-5E58-5E5C-3CBB6E1BFD57}" dt="2021-06-30T18:48:33.583" v="580" actId="14100"/>
        <pc:sldMkLst>
          <pc:docMk/>
          <pc:sldMk cId="2886785931" sldId="406"/>
        </pc:sldMkLst>
      </pc:sldChg>
      <pc:sldChg chg="addSp modSp new">
        <pc:chgData name="Harleen Kaur" userId="S::id65ns02@ubalt.edu::9f7fc1d6-ab67-473f-ba46-e98f6ce2049b" providerId="AD" clId="Web-{3ADB2C58-A844-5E58-5E5C-3CBB6E1BFD57}" dt="2021-06-30T18:56:35.614" v="706" actId="14100"/>
        <pc:sldMkLst>
          <pc:docMk/>
          <pc:sldMk cId="3546637009" sldId="407"/>
        </pc:sldMkLst>
      </pc:sldChg>
      <pc:sldChg chg="modSp new">
        <pc:chgData name="Harleen Kaur" userId="S::id65ns02@ubalt.edu::9f7fc1d6-ab67-473f-ba46-e98f6ce2049b" providerId="AD" clId="Web-{3ADB2C58-A844-5E58-5E5C-3CBB6E1BFD57}" dt="2021-06-30T18:50:47.664" v="616" actId="20577"/>
        <pc:sldMkLst>
          <pc:docMk/>
          <pc:sldMk cId="3271869013" sldId="408"/>
        </pc:sldMkLst>
      </pc:sldChg>
      <pc:sldChg chg="addSp delSp modSp new">
        <pc:chgData name="Harleen Kaur" userId="S::id65ns02@ubalt.edu::9f7fc1d6-ab67-473f-ba46-e98f6ce2049b" providerId="AD" clId="Web-{3ADB2C58-A844-5E58-5E5C-3CBB6E1BFD57}" dt="2021-06-30T18:55:27.096" v="694" actId="14100"/>
        <pc:sldMkLst>
          <pc:docMk/>
          <pc:sldMk cId="3654864925" sldId="409"/>
        </pc:sldMkLst>
      </pc:sldChg>
      <pc:sldChg chg="modSp new">
        <pc:chgData name="Harleen Kaur" userId="S::id65ns02@ubalt.edu::9f7fc1d6-ab67-473f-ba46-e98f6ce2049b" providerId="AD" clId="Web-{3ADB2C58-A844-5E58-5E5C-3CBB6E1BFD57}" dt="2021-06-30T18:53:40.031" v="662" actId="20577"/>
        <pc:sldMkLst>
          <pc:docMk/>
          <pc:sldMk cId="1970903275" sldId="410"/>
        </pc:sldMkLst>
      </pc:sldChg>
      <pc:sldChg chg="modSp new">
        <pc:chgData name="Harleen Kaur" userId="S::id65ns02@ubalt.edu::9f7fc1d6-ab67-473f-ba46-e98f6ce2049b" providerId="AD" clId="Web-{3ADB2C58-A844-5E58-5E5C-3CBB6E1BFD57}" dt="2021-06-30T18:54:07.594" v="675" actId="20577"/>
        <pc:sldMkLst>
          <pc:docMk/>
          <pc:sldMk cId="1673974891" sldId="411"/>
        </pc:sldMkLst>
      </pc:sldChg>
    </pc:docChg>
  </pc:docChgLst>
  <pc:docChgLst>
    <pc:chgData name="Weifeng Xu" userId="e7aed605-a3dd-4d5a-a692-a87037af107b" providerId="ADAL" clId="{27FAE7C2-98C3-4F90-970B-CFC2B878BAA9}"/>
    <pc:docChg chg="undo redo custSel addSld delSld modSld sldOrd">
      <pc:chgData name="Weifeng Xu" userId="e7aed605-a3dd-4d5a-a692-a87037af107b" providerId="ADAL" clId="{27FAE7C2-98C3-4F90-970B-CFC2B878BAA9}" dt="2021-03-19T12:54:44.258" v="5852" actId="14734"/>
      <pc:docMkLst>
        <pc:docMk/>
      </pc:docMkLst>
      <pc:sldChg chg="modSp mod">
        <pc:chgData name="Weifeng Xu" userId="e7aed605-a3dd-4d5a-a692-a87037af107b" providerId="ADAL" clId="{27FAE7C2-98C3-4F90-970B-CFC2B878BAA9}" dt="2021-03-16T20:13:29.722" v="2801"/>
        <pc:sldMkLst>
          <pc:docMk/>
          <pc:sldMk cId="1323245308" sldId="256"/>
        </pc:sldMkLst>
      </pc:sldChg>
      <pc:sldChg chg="del">
        <pc:chgData name="Weifeng Xu" userId="e7aed605-a3dd-4d5a-a692-a87037af107b" providerId="ADAL" clId="{27FAE7C2-98C3-4F90-970B-CFC2B878BAA9}" dt="2021-03-15T12:32:47.985" v="34" actId="47"/>
        <pc:sldMkLst>
          <pc:docMk/>
          <pc:sldMk cId="594714798" sldId="257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6T00:52:46.320" v="721" actId="1076"/>
        <pc:sldMkLst>
          <pc:docMk/>
          <pc:sldMk cId="3947350244" sldId="257"/>
        </pc:sldMkLst>
      </pc:sldChg>
      <pc:sldChg chg="del">
        <pc:chgData name="Weifeng Xu" userId="e7aed605-a3dd-4d5a-a692-a87037af107b" providerId="ADAL" clId="{27FAE7C2-98C3-4F90-970B-CFC2B878BAA9}" dt="2021-03-15T12:32:48.168" v="35" actId="47"/>
        <pc:sldMkLst>
          <pc:docMk/>
          <pc:sldMk cId="824954207" sldId="258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6T00:19:56.726" v="397" actId="114"/>
        <pc:sldMkLst>
          <pc:docMk/>
          <pc:sldMk cId="2813085997" sldId="258"/>
        </pc:sldMkLst>
      </pc:sldChg>
      <pc:sldChg chg="del">
        <pc:chgData name="Weifeng Xu" userId="e7aed605-a3dd-4d5a-a692-a87037af107b" providerId="ADAL" clId="{27FAE7C2-98C3-4F90-970B-CFC2B878BAA9}" dt="2021-03-15T12:32:48.352" v="36" actId="47"/>
        <pc:sldMkLst>
          <pc:docMk/>
          <pc:sldMk cId="357665137" sldId="259"/>
        </pc:sldMkLst>
      </pc:sldChg>
      <pc:sldChg chg="addSp modSp new mod modNotesTx">
        <pc:chgData name="Weifeng Xu" userId="e7aed605-a3dd-4d5a-a692-a87037af107b" providerId="ADAL" clId="{27FAE7C2-98C3-4F90-970B-CFC2B878BAA9}" dt="2021-03-16T00:27:24.398" v="487" actId="20577"/>
        <pc:sldMkLst>
          <pc:docMk/>
          <pc:sldMk cId="2717797818" sldId="259"/>
        </pc:sldMkLst>
      </pc:sldChg>
      <pc:sldChg chg="del">
        <pc:chgData name="Weifeng Xu" userId="e7aed605-a3dd-4d5a-a692-a87037af107b" providerId="ADAL" clId="{27FAE7C2-98C3-4F90-970B-CFC2B878BAA9}" dt="2021-03-15T12:32:47.789" v="33" actId="47"/>
        <pc:sldMkLst>
          <pc:docMk/>
          <pc:sldMk cId="838394385" sldId="260"/>
        </pc:sldMkLst>
      </pc:sldChg>
      <pc:sldChg chg="addSp delSp modSp new del mod modClrScheme chgLayout">
        <pc:chgData name="Weifeng Xu" userId="e7aed605-a3dd-4d5a-a692-a87037af107b" providerId="ADAL" clId="{27FAE7C2-98C3-4F90-970B-CFC2B878BAA9}" dt="2021-03-16T20:13:35.741" v="2802" actId="47"/>
        <pc:sldMkLst>
          <pc:docMk/>
          <pc:sldMk cId="1597817014" sldId="260"/>
        </pc:sldMkLst>
      </pc:sldChg>
      <pc:sldChg chg="del">
        <pc:chgData name="Weifeng Xu" userId="e7aed605-a3dd-4d5a-a692-a87037af107b" providerId="ADAL" clId="{27FAE7C2-98C3-4F90-970B-CFC2B878BAA9}" dt="2021-03-15T12:32:41.977" v="1" actId="47"/>
        <pc:sldMkLst>
          <pc:docMk/>
          <pc:sldMk cId="1539245675" sldId="261"/>
        </pc:sldMkLst>
      </pc:sldChg>
      <pc:sldChg chg="addSp delSp modSp new del mod modClrScheme chgLayout">
        <pc:chgData name="Weifeng Xu" userId="e7aed605-a3dd-4d5a-a692-a87037af107b" providerId="ADAL" clId="{27FAE7C2-98C3-4F90-970B-CFC2B878BAA9}" dt="2021-03-16T13:26:54.392" v="1343" actId="47"/>
        <pc:sldMkLst>
          <pc:docMk/>
          <pc:sldMk cId="3593797545" sldId="261"/>
        </pc:sldMkLst>
      </pc:sldChg>
      <pc:sldChg chg="addSp delSp modSp new mod setBg modClrScheme chgLayout modNotesTx">
        <pc:chgData name="Weifeng Xu" userId="e7aed605-a3dd-4d5a-a692-a87037af107b" providerId="ADAL" clId="{27FAE7C2-98C3-4F90-970B-CFC2B878BAA9}" dt="2021-03-18T20:56:38.612" v="5298" actId="6549"/>
        <pc:sldMkLst>
          <pc:docMk/>
          <pc:sldMk cId="1329348953" sldId="262"/>
        </pc:sldMkLst>
      </pc:sldChg>
      <pc:sldChg chg="del">
        <pc:chgData name="Weifeng Xu" userId="e7aed605-a3dd-4d5a-a692-a87037af107b" providerId="ADAL" clId="{27FAE7C2-98C3-4F90-970B-CFC2B878BAA9}" dt="2021-03-15T12:32:42.961" v="6" actId="47"/>
        <pc:sldMkLst>
          <pc:docMk/>
          <pc:sldMk cId="3347624405" sldId="262"/>
        </pc:sldMkLst>
      </pc:sldChg>
      <pc:sldChg chg="del">
        <pc:chgData name="Weifeng Xu" userId="e7aed605-a3dd-4d5a-a692-a87037af107b" providerId="ADAL" clId="{27FAE7C2-98C3-4F90-970B-CFC2B878BAA9}" dt="2021-03-15T12:32:43.067" v="7" actId="47"/>
        <pc:sldMkLst>
          <pc:docMk/>
          <pc:sldMk cId="523254660" sldId="263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6T21:14:23.178" v="2946" actId="1076"/>
        <pc:sldMkLst>
          <pc:docMk/>
          <pc:sldMk cId="2002273286" sldId="263"/>
        </pc:sldMkLst>
      </pc:sldChg>
      <pc:sldChg chg="addSp delSp modSp new mod setBg modClrScheme chgLayout">
        <pc:chgData name="Weifeng Xu" userId="e7aed605-a3dd-4d5a-a692-a87037af107b" providerId="ADAL" clId="{27FAE7C2-98C3-4F90-970B-CFC2B878BAA9}" dt="2021-03-17T01:28:01.431" v="3394" actId="26606"/>
        <pc:sldMkLst>
          <pc:docMk/>
          <pc:sldMk cId="1282228560" sldId="264"/>
        </pc:sldMkLst>
      </pc:sldChg>
      <pc:sldChg chg="del">
        <pc:chgData name="Weifeng Xu" userId="e7aed605-a3dd-4d5a-a692-a87037af107b" providerId="ADAL" clId="{27FAE7C2-98C3-4F90-970B-CFC2B878BAA9}" dt="2021-03-15T12:32:43.402" v="9" actId="47"/>
        <pc:sldMkLst>
          <pc:docMk/>
          <pc:sldMk cId="1483570226" sldId="264"/>
        </pc:sldMkLst>
      </pc:sldChg>
      <pc:sldChg chg="del">
        <pc:chgData name="Weifeng Xu" userId="e7aed605-a3dd-4d5a-a692-a87037af107b" providerId="ADAL" clId="{27FAE7C2-98C3-4F90-970B-CFC2B878BAA9}" dt="2021-03-15T12:32:44.429" v="15" actId="47"/>
        <pc:sldMkLst>
          <pc:docMk/>
          <pc:sldMk cId="1005714408" sldId="265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6T11:48:15.152" v="1205" actId="20577"/>
        <pc:sldMkLst>
          <pc:docMk/>
          <pc:sldMk cId="1966411301" sldId="265"/>
        </pc:sldMkLst>
      </pc:sldChg>
      <pc:sldChg chg="del">
        <pc:chgData name="Weifeng Xu" userId="e7aed605-a3dd-4d5a-a692-a87037af107b" providerId="ADAL" clId="{27FAE7C2-98C3-4F90-970B-CFC2B878BAA9}" dt="2021-03-15T12:32:45.422" v="19" actId="47"/>
        <pc:sldMkLst>
          <pc:docMk/>
          <pc:sldMk cId="2103126633" sldId="266"/>
        </pc:sldMkLst>
      </pc:sldChg>
      <pc:sldChg chg="addSp modSp new mod ord modClrScheme chgLayout">
        <pc:chgData name="Weifeng Xu" userId="e7aed605-a3dd-4d5a-a692-a87037af107b" providerId="ADAL" clId="{27FAE7C2-98C3-4F90-970B-CFC2B878BAA9}" dt="2021-03-16T13:31:00.337" v="1346" actId="33524"/>
        <pc:sldMkLst>
          <pc:docMk/>
          <pc:sldMk cId="3968060583" sldId="266"/>
        </pc:sldMkLst>
      </pc:sldChg>
      <pc:sldChg chg="addSp delSp modSp new mod ord modClrScheme chgLayout">
        <pc:chgData name="Weifeng Xu" userId="e7aed605-a3dd-4d5a-a692-a87037af107b" providerId="ADAL" clId="{27FAE7C2-98C3-4F90-970B-CFC2B878BAA9}" dt="2021-03-16T14:48:21.958" v="1451" actId="113"/>
        <pc:sldMkLst>
          <pc:docMk/>
          <pc:sldMk cId="957453442" sldId="267"/>
        </pc:sldMkLst>
      </pc:sldChg>
      <pc:sldChg chg="del">
        <pc:chgData name="Weifeng Xu" userId="e7aed605-a3dd-4d5a-a692-a87037af107b" providerId="ADAL" clId="{27FAE7C2-98C3-4F90-970B-CFC2B878BAA9}" dt="2021-03-15T12:32:45.739" v="22" actId="47"/>
        <pc:sldMkLst>
          <pc:docMk/>
          <pc:sldMk cId="2454898931" sldId="267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9T12:54:44.258" v="5852" actId="14734"/>
        <pc:sldMkLst>
          <pc:docMk/>
          <pc:sldMk cId="877308037" sldId="268"/>
        </pc:sldMkLst>
      </pc:sldChg>
      <pc:sldChg chg="del">
        <pc:chgData name="Weifeng Xu" userId="e7aed605-a3dd-4d5a-a692-a87037af107b" providerId="ADAL" clId="{27FAE7C2-98C3-4F90-970B-CFC2B878BAA9}" dt="2021-03-15T12:32:41.611" v="0" actId="47"/>
        <pc:sldMkLst>
          <pc:docMk/>
          <pc:sldMk cId="927007670" sldId="268"/>
        </pc:sldMkLst>
      </pc:sldChg>
      <pc:sldChg chg="addSp delSp modSp new mod ord modClrScheme chgLayout modNotesTx">
        <pc:chgData name="Weifeng Xu" userId="e7aed605-a3dd-4d5a-a692-a87037af107b" providerId="ADAL" clId="{27FAE7C2-98C3-4F90-970B-CFC2B878BAA9}" dt="2021-03-17T00:50:53.031" v="3170"/>
        <pc:sldMkLst>
          <pc:docMk/>
          <pc:sldMk cId="1144033824" sldId="269"/>
        </pc:sldMkLst>
      </pc:sldChg>
      <pc:sldChg chg="del">
        <pc:chgData name="Weifeng Xu" userId="e7aed605-a3dd-4d5a-a692-a87037af107b" providerId="ADAL" clId="{27FAE7C2-98C3-4F90-970B-CFC2B878BAA9}" dt="2021-03-15T12:32:47.082" v="29" actId="47"/>
        <pc:sldMkLst>
          <pc:docMk/>
          <pc:sldMk cId="1151958853" sldId="269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7T00:51:58.508" v="3225" actId="20577"/>
        <pc:sldMkLst>
          <pc:docMk/>
          <pc:sldMk cId="893191663" sldId="270"/>
        </pc:sldMkLst>
      </pc:sldChg>
      <pc:sldChg chg="del">
        <pc:chgData name="Weifeng Xu" userId="e7aed605-a3dd-4d5a-a692-a87037af107b" providerId="ADAL" clId="{27FAE7C2-98C3-4F90-970B-CFC2B878BAA9}" dt="2021-03-15T12:32:47.252" v="30" actId="47"/>
        <pc:sldMkLst>
          <pc:docMk/>
          <pc:sldMk cId="2256375109" sldId="270"/>
        </pc:sldMkLst>
      </pc:sldChg>
      <pc:sldChg chg="del">
        <pc:chgData name="Weifeng Xu" userId="e7aed605-a3dd-4d5a-a692-a87037af107b" providerId="ADAL" clId="{27FAE7C2-98C3-4F90-970B-CFC2B878BAA9}" dt="2021-03-15T12:32:47.432" v="31" actId="47"/>
        <pc:sldMkLst>
          <pc:docMk/>
          <pc:sldMk cId="1000008397" sldId="271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6T15:50:57.464" v="1867" actId="1076"/>
        <pc:sldMkLst>
          <pc:docMk/>
          <pc:sldMk cId="3206008134" sldId="271"/>
        </pc:sldMkLst>
      </pc:sldChg>
      <pc:sldChg chg="addSp delSp modSp new mod setBg modClrScheme delDesignElem chgLayout">
        <pc:chgData name="Weifeng Xu" userId="e7aed605-a3dd-4d5a-a692-a87037af107b" providerId="ADAL" clId="{27FAE7C2-98C3-4F90-970B-CFC2B878BAA9}" dt="2021-03-17T01:46:54.195" v="3473" actId="26606"/>
        <pc:sldMkLst>
          <pc:docMk/>
          <pc:sldMk cId="2993734160" sldId="272"/>
        </pc:sldMkLst>
      </pc:sldChg>
      <pc:sldChg chg="del">
        <pc:chgData name="Weifeng Xu" userId="e7aed605-a3dd-4d5a-a692-a87037af107b" providerId="ADAL" clId="{27FAE7C2-98C3-4F90-970B-CFC2B878BAA9}" dt="2021-03-15T12:32:46.114" v="24" actId="47"/>
        <pc:sldMkLst>
          <pc:docMk/>
          <pc:sldMk cId="3702491373" sldId="272"/>
        </pc:sldMkLst>
      </pc:sldChg>
      <pc:sldChg chg="addSp modSp new del mod modClrScheme chgLayout">
        <pc:chgData name="Weifeng Xu" userId="e7aed605-a3dd-4d5a-a692-a87037af107b" providerId="ADAL" clId="{27FAE7C2-98C3-4F90-970B-CFC2B878BAA9}" dt="2021-03-18T19:36:42.866" v="4802" actId="47"/>
        <pc:sldMkLst>
          <pc:docMk/>
          <pc:sldMk cId="1653422532" sldId="273"/>
        </pc:sldMkLst>
      </pc:sldChg>
      <pc:sldChg chg="del">
        <pc:chgData name="Weifeng Xu" userId="e7aed605-a3dd-4d5a-a692-a87037af107b" providerId="ADAL" clId="{27FAE7C2-98C3-4F90-970B-CFC2B878BAA9}" dt="2021-03-15T12:32:43.608" v="10" actId="47"/>
        <pc:sldMkLst>
          <pc:docMk/>
          <pc:sldMk cId="4260313878" sldId="273"/>
        </pc:sldMkLst>
      </pc:sldChg>
      <pc:sldChg chg="addSp delSp modSp new del mod modClrScheme chgLayout">
        <pc:chgData name="Weifeng Xu" userId="e7aed605-a3dd-4d5a-a692-a87037af107b" providerId="ADAL" clId="{27FAE7C2-98C3-4F90-970B-CFC2B878BAA9}" dt="2021-03-18T19:36:44.449" v="4803" actId="47"/>
        <pc:sldMkLst>
          <pc:docMk/>
          <pc:sldMk cId="2683376326" sldId="274"/>
        </pc:sldMkLst>
      </pc:sldChg>
      <pc:sldChg chg="del">
        <pc:chgData name="Weifeng Xu" userId="e7aed605-a3dd-4d5a-a692-a87037af107b" providerId="ADAL" clId="{27FAE7C2-98C3-4F90-970B-CFC2B878BAA9}" dt="2021-03-15T12:32:42.212" v="2" actId="47"/>
        <pc:sldMkLst>
          <pc:docMk/>
          <pc:sldMk cId="3090718351" sldId="274"/>
        </pc:sldMkLst>
      </pc:sldChg>
      <pc:sldChg chg="addSp delSp modSp new mod ord modClrScheme chgLayout">
        <pc:chgData name="Weifeng Xu" userId="e7aed605-a3dd-4d5a-a692-a87037af107b" providerId="ADAL" clId="{27FAE7C2-98C3-4F90-970B-CFC2B878BAA9}" dt="2021-03-16T20:15:45.897" v="2815"/>
        <pc:sldMkLst>
          <pc:docMk/>
          <pc:sldMk cId="774738833" sldId="275"/>
        </pc:sldMkLst>
      </pc:sldChg>
      <pc:sldChg chg="del">
        <pc:chgData name="Weifeng Xu" userId="e7aed605-a3dd-4d5a-a692-a87037af107b" providerId="ADAL" clId="{27FAE7C2-98C3-4F90-970B-CFC2B878BAA9}" dt="2021-03-15T12:32:42.417" v="3" actId="47"/>
        <pc:sldMkLst>
          <pc:docMk/>
          <pc:sldMk cId="3821000861" sldId="275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6T20:16:26.954" v="2819"/>
        <pc:sldMkLst>
          <pc:docMk/>
          <pc:sldMk cId="124320607" sldId="276"/>
        </pc:sldMkLst>
      </pc:sldChg>
      <pc:sldChg chg="del">
        <pc:chgData name="Weifeng Xu" userId="e7aed605-a3dd-4d5a-a692-a87037af107b" providerId="ADAL" clId="{27FAE7C2-98C3-4F90-970B-CFC2B878BAA9}" dt="2021-03-15T12:32:44.083" v="13" actId="47"/>
        <pc:sldMkLst>
          <pc:docMk/>
          <pc:sldMk cId="1773513139" sldId="276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7T14:26:04.592" v="4477" actId="21"/>
        <pc:sldMkLst>
          <pc:docMk/>
          <pc:sldMk cId="347589165" sldId="277"/>
        </pc:sldMkLst>
      </pc:sldChg>
      <pc:sldChg chg="del">
        <pc:chgData name="Weifeng Xu" userId="e7aed605-a3dd-4d5a-a692-a87037af107b" providerId="ADAL" clId="{27FAE7C2-98C3-4F90-970B-CFC2B878BAA9}" dt="2021-03-15T12:32:46.308" v="25" actId="47"/>
        <pc:sldMkLst>
          <pc:docMk/>
          <pc:sldMk cId="4164042851" sldId="277"/>
        </pc:sldMkLst>
      </pc:sldChg>
      <pc:sldChg chg="del">
        <pc:chgData name="Weifeng Xu" userId="e7aed605-a3dd-4d5a-a692-a87037af107b" providerId="ADAL" clId="{27FAE7C2-98C3-4F90-970B-CFC2B878BAA9}" dt="2021-03-15T12:32:43.236" v="8" actId="47"/>
        <pc:sldMkLst>
          <pc:docMk/>
          <pc:sldMk cId="110160891" sldId="278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6T21:25:34.387" v="3008" actId="20577"/>
        <pc:sldMkLst>
          <pc:docMk/>
          <pc:sldMk cId="3924497350" sldId="278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7T00:12:39.503" v="3072" actId="1076"/>
        <pc:sldMkLst>
          <pc:docMk/>
          <pc:sldMk cId="128099297" sldId="279"/>
        </pc:sldMkLst>
      </pc:sldChg>
      <pc:sldChg chg="del">
        <pc:chgData name="Weifeng Xu" userId="e7aed605-a3dd-4d5a-a692-a87037af107b" providerId="ADAL" clId="{27FAE7C2-98C3-4F90-970B-CFC2B878BAA9}" dt="2021-03-15T12:32:46.513" v="26" actId="47"/>
        <pc:sldMkLst>
          <pc:docMk/>
          <pc:sldMk cId="2351248153" sldId="279"/>
        </pc:sldMkLst>
      </pc:sldChg>
      <pc:sldChg chg="del">
        <pc:chgData name="Weifeng Xu" userId="e7aed605-a3dd-4d5a-a692-a87037af107b" providerId="ADAL" clId="{27FAE7C2-98C3-4F90-970B-CFC2B878BAA9}" dt="2021-03-15T12:32:46.718" v="27" actId="47"/>
        <pc:sldMkLst>
          <pc:docMk/>
          <pc:sldMk cId="3156258806" sldId="280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7T01:08:22.573" v="3356" actId="20577"/>
        <pc:sldMkLst>
          <pc:docMk/>
          <pc:sldMk cId="3275461220" sldId="280"/>
        </pc:sldMkLst>
      </pc:sldChg>
      <pc:sldChg chg="addSp modSp new mod modClrScheme chgLayout">
        <pc:chgData name="Weifeng Xu" userId="e7aed605-a3dd-4d5a-a692-a87037af107b" providerId="ADAL" clId="{27FAE7C2-98C3-4F90-970B-CFC2B878BAA9}" dt="2021-03-19T01:45:29.620" v="5848" actId="20577"/>
        <pc:sldMkLst>
          <pc:docMk/>
          <pc:sldMk cId="2231598685" sldId="281"/>
        </pc:sldMkLst>
      </pc:sldChg>
      <pc:sldChg chg="del">
        <pc:chgData name="Weifeng Xu" userId="e7aed605-a3dd-4d5a-a692-a87037af107b" providerId="ADAL" clId="{27FAE7C2-98C3-4F90-970B-CFC2B878BAA9}" dt="2021-03-15T12:32:46.905" v="28" actId="47"/>
        <pc:sldMkLst>
          <pc:docMk/>
          <pc:sldMk cId="3873850888" sldId="281"/>
        </pc:sldMkLst>
      </pc:sldChg>
      <pc:sldChg chg="addSp delSp modSp new mod setBg modClrScheme chgLayout">
        <pc:chgData name="Weifeng Xu" userId="e7aed605-a3dd-4d5a-a692-a87037af107b" providerId="ADAL" clId="{27FAE7C2-98C3-4F90-970B-CFC2B878BAA9}" dt="2021-03-17T01:15:35.374" v="3376" actId="26606"/>
        <pc:sldMkLst>
          <pc:docMk/>
          <pc:sldMk cId="3211939551" sldId="282"/>
        </pc:sldMkLst>
      </pc:sldChg>
      <pc:sldChg chg="del">
        <pc:chgData name="Weifeng Xu" userId="e7aed605-a3dd-4d5a-a692-a87037af107b" providerId="ADAL" clId="{27FAE7C2-98C3-4F90-970B-CFC2B878BAA9}" dt="2021-03-15T12:32:47.604" v="32" actId="47"/>
        <pc:sldMkLst>
          <pc:docMk/>
          <pc:sldMk cId="4291129217" sldId="282"/>
        </pc:sldMkLst>
      </pc:sldChg>
      <pc:sldChg chg="del">
        <pc:chgData name="Weifeng Xu" userId="e7aed605-a3dd-4d5a-a692-a87037af107b" providerId="ADAL" clId="{27FAE7C2-98C3-4F90-970B-CFC2B878BAA9}" dt="2021-03-15T12:32:48.766" v="38" actId="47"/>
        <pc:sldMkLst>
          <pc:docMk/>
          <pc:sldMk cId="1345239187" sldId="283"/>
        </pc:sldMkLst>
      </pc:sldChg>
      <pc:sldChg chg="addSp delSp modSp new del mod modClrScheme chgLayout">
        <pc:chgData name="Weifeng Xu" userId="e7aed605-a3dd-4d5a-a692-a87037af107b" providerId="ADAL" clId="{27FAE7C2-98C3-4F90-970B-CFC2B878BAA9}" dt="2021-03-18T20:57:52.241" v="5305" actId="47"/>
        <pc:sldMkLst>
          <pc:docMk/>
          <pc:sldMk cId="2080255708" sldId="283"/>
        </pc:sldMkLst>
      </pc:sldChg>
      <pc:sldChg chg="del">
        <pc:chgData name="Weifeng Xu" userId="e7aed605-a3dd-4d5a-a692-a87037af107b" providerId="ADAL" clId="{27FAE7C2-98C3-4F90-970B-CFC2B878BAA9}" dt="2021-03-15T12:32:48.945" v="39" actId="47"/>
        <pc:sldMkLst>
          <pc:docMk/>
          <pc:sldMk cId="988206790" sldId="284"/>
        </pc:sldMkLst>
      </pc:sldChg>
      <pc:sldChg chg="addSp modSp new mod">
        <pc:chgData name="Weifeng Xu" userId="e7aed605-a3dd-4d5a-a692-a87037af107b" providerId="ADAL" clId="{27FAE7C2-98C3-4F90-970B-CFC2B878BAA9}" dt="2021-03-17T02:12:28.999" v="3641" actId="404"/>
        <pc:sldMkLst>
          <pc:docMk/>
          <pc:sldMk cId="3850375873" sldId="284"/>
        </pc:sldMkLst>
      </pc:sldChg>
      <pc:sldChg chg="del">
        <pc:chgData name="Weifeng Xu" userId="e7aed605-a3dd-4d5a-a692-a87037af107b" providerId="ADAL" clId="{27FAE7C2-98C3-4F90-970B-CFC2B878BAA9}" dt="2021-03-15T12:32:49.152" v="40" actId="47"/>
        <pc:sldMkLst>
          <pc:docMk/>
          <pc:sldMk cId="848153081" sldId="285"/>
        </pc:sldMkLst>
      </pc:sldChg>
      <pc:sldChg chg="addSp modSp new mod setBg">
        <pc:chgData name="Weifeng Xu" userId="e7aed605-a3dd-4d5a-a692-a87037af107b" providerId="ADAL" clId="{27FAE7C2-98C3-4F90-970B-CFC2B878BAA9}" dt="2021-03-17T02:26:05.713" v="3705" actId="403"/>
        <pc:sldMkLst>
          <pc:docMk/>
          <pc:sldMk cId="2575615686" sldId="285"/>
        </pc:sldMkLst>
      </pc:sldChg>
      <pc:sldChg chg="addSp modSp new mod">
        <pc:chgData name="Weifeng Xu" userId="e7aed605-a3dd-4d5a-a692-a87037af107b" providerId="ADAL" clId="{27FAE7C2-98C3-4F90-970B-CFC2B878BAA9}" dt="2021-03-17T02:25:51.766" v="3703" actId="404"/>
        <pc:sldMkLst>
          <pc:docMk/>
          <pc:sldMk cId="218088864" sldId="286"/>
        </pc:sldMkLst>
      </pc:sldChg>
      <pc:sldChg chg="del">
        <pc:chgData name="Weifeng Xu" userId="e7aed605-a3dd-4d5a-a692-a87037af107b" providerId="ADAL" clId="{27FAE7C2-98C3-4F90-970B-CFC2B878BAA9}" dt="2021-03-15T12:32:49.958" v="44" actId="47"/>
        <pc:sldMkLst>
          <pc:docMk/>
          <pc:sldMk cId="319929686" sldId="286"/>
        </pc:sldMkLst>
      </pc:sldChg>
      <pc:sldChg chg="new del ord">
        <pc:chgData name="Weifeng Xu" userId="e7aed605-a3dd-4d5a-a692-a87037af107b" providerId="ADAL" clId="{27FAE7C2-98C3-4F90-970B-CFC2B878BAA9}" dt="2021-03-17T14:18:02.423" v="4469" actId="47"/>
        <pc:sldMkLst>
          <pc:docMk/>
          <pc:sldMk cId="2032130826" sldId="287"/>
        </pc:sldMkLst>
      </pc:sldChg>
      <pc:sldChg chg="addSp delSp modSp new mod">
        <pc:chgData name="Weifeng Xu" userId="e7aed605-a3dd-4d5a-a692-a87037af107b" providerId="ADAL" clId="{27FAE7C2-98C3-4F90-970B-CFC2B878BAA9}" dt="2021-03-17T03:27:30.394" v="4056" actId="14100"/>
        <pc:sldMkLst>
          <pc:docMk/>
          <pc:sldMk cId="124034966" sldId="288"/>
        </pc:sldMkLst>
      </pc:sldChg>
      <pc:sldChg chg="addSp modSp new mod">
        <pc:chgData name="Weifeng Xu" userId="e7aed605-a3dd-4d5a-a692-a87037af107b" providerId="ADAL" clId="{27FAE7C2-98C3-4F90-970B-CFC2B878BAA9}" dt="2021-03-17T13:52:24.707" v="4395" actId="20577"/>
        <pc:sldMkLst>
          <pc:docMk/>
          <pc:sldMk cId="2798164321" sldId="289"/>
        </pc:sldMkLst>
      </pc:sldChg>
      <pc:sldChg chg="del">
        <pc:chgData name="Weifeng Xu" userId="e7aed605-a3dd-4d5a-a692-a87037af107b" providerId="ADAL" clId="{27FAE7C2-98C3-4F90-970B-CFC2B878BAA9}" dt="2021-03-15T12:32:42.554" v="4" actId="47"/>
        <pc:sldMkLst>
          <pc:docMk/>
          <pc:sldMk cId="3622009093" sldId="289"/>
        </pc:sldMkLst>
      </pc:sldChg>
      <pc:sldChg chg="del">
        <pc:chgData name="Weifeng Xu" userId="e7aed605-a3dd-4d5a-a692-a87037af107b" providerId="ADAL" clId="{27FAE7C2-98C3-4F90-970B-CFC2B878BAA9}" dt="2021-03-15T12:32:42.788" v="5" actId="47"/>
        <pc:sldMkLst>
          <pc:docMk/>
          <pc:sldMk cId="1554022807" sldId="290"/>
        </pc:sldMkLst>
      </pc:sldChg>
      <pc:sldChg chg="addSp delSp modSp new mod">
        <pc:chgData name="Weifeng Xu" userId="e7aed605-a3dd-4d5a-a692-a87037af107b" providerId="ADAL" clId="{27FAE7C2-98C3-4F90-970B-CFC2B878BAA9}" dt="2021-03-17T15:05:48.592" v="4786" actId="114"/>
        <pc:sldMkLst>
          <pc:docMk/>
          <pc:sldMk cId="3471470978" sldId="290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7T14:56:24.251" v="4770" actId="20577"/>
        <pc:sldMkLst>
          <pc:docMk/>
          <pc:sldMk cId="1201682434" sldId="291"/>
        </pc:sldMkLst>
      </pc:sldChg>
      <pc:sldChg chg="new del">
        <pc:chgData name="Weifeng Xu" userId="e7aed605-a3dd-4d5a-a692-a87037af107b" providerId="ADAL" clId="{27FAE7C2-98C3-4F90-970B-CFC2B878BAA9}" dt="2021-03-18T19:35:35.080" v="4798" actId="47"/>
        <pc:sldMkLst>
          <pc:docMk/>
          <pc:sldMk cId="8268727" sldId="292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7T15:00:36.348" v="4780" actId="14100"/>
        <pc:sldMkLst>
          <pc:docMk/>
          <pc:sldMk cId="565478715" sldId="293"/>
        </pc:sldMkLst>
      </pc:sldChg>
      <pc:sldChg chg="addSp delSp modSp new mod ord modClrScheme chgLayout">
        <pc:chgData name="Weifeng Xu" userId="e7aed605-a3dd-4d5a-a692-a87037af107b" providerId="ADAL" clId="{27FAE7C2-98C3-4F90-970B-CFC2B878BAA9}" dt="2021-03-18T20:57:04.239" v="5303" actId="207"/>
        <pc:sldMkLst>
          <pc:docMk/>
          <pc:sldMk cId="487606806" sldId="294"/>
        </pc:sldMkLst>
      </pc:sldChg>
      <pc:sldChg chg="addSp modSp new mod modClrScheme chgLayout">
        <pc:chgData name="Weifeng Xu" userId="e7aed605-a3dd-4d5a-a692-a87037af107b" providerId="ADAL" clId="{27FAE7C2-98C3-4F90-970B-CFC2B878BAA9}" dt="2021-03-18T20:39:42.386" v="5224" actId="20577"/>
        <pc:sldMkLst>
          <pc:docMk/>
          <pc:sldMk cId="3440924285" sldId="295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8T20:34:12.044" v="5085" actId="14100"/>
        <pc:sldMkLst>
          <pc:docMk/>
          <pc:sldMk cId="1494604329" sldId="296"/>
        </pc:sldMkLst>
      </pc:sldChg>
      <pc:sldChg chg="del">
        <pc:chgData name="Weifeng Xu" userId="e7aed605-a3dd-4d5a-a692-a87037af107b" providerId="ADAL" clId="{27FAE7C2-98C3-4F90-970B-CFC2B878BAA9}" dt="2021-03-15T12:32:48.570" v="37" actId="47"/>
        <pc:sldMkLst>
          <pc:docMk/>
          <pc:sldMk cId="2323005149" sldId="296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8T23:37:03.685" v="5541" actId="1076"/>
        <pc:sldMkLst>
          <pc:docMk/>
          <pc:sldMk cId="3270382550" sldId="297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8T23:50:41.781" v="5564" actId="207"/>
        <pc:sldMkLst>
          <pc:docMk/>
          <pc:sldMk cId="790591655" sldId="298"/>
        </pc:sldMkLst>
      </pc:sldChg>
      <pc:sldChg chg="addSp delSp modSp new mod">
        <pc:chgData name="Weifeng Xu" userId="e7aed605-a3dd-4d5a-a692-a87037af107b" providerId="ADAL" clId="{27FAE7C2-98C3-4F90-970B-CFC2B878BAA9}" dt="2021-03-18T23:50:20.148" v="5563" actId="14100"/>
        <pc:sldMkLst>
          <pc:docMk/>
          <pc:sldMk cId="21390998" sldId="299"/>
        </pc:sldMkLst>
      </pc:sldChg>
      <pc:sldChg chg="addSp delSp modSp new mod setBg modClrScheme setClrOvrMap chgLayout modNotesTx">
        <pc:chgData name="Weifeng Xu" userId="e7aed605-a3dd-4d5a-a692-a87037af107b" providerId="ADAL" clId="{27FAE7C2-98C3-4F90-970B-CFC2B878BAA9}" dt="2021-03-19T01:37:28.127" v="5696" actId="207"/>
        <pc:sldMkLst>
          <pc:docMk/>
          <pc:sldMk cId="1138979085" sldId="300"/>
        </pc:sldMkLst>
      </pc:sldChg>
      <pc:sldChg chg="addSp delSp modSp new mod setBg modClrScheme chgLayout">
        <pc:chgData name="Weifeng Xu" userId="e7aed605-a3dd-4d5a-a692-a87037af107b" providerId="ADAL" clId="{27FAE7C2-98C3-4F90-970B-CFC2B878BAA9}" dt="2021-03-19T01:27:58.083" v="5689" actId="26606"/>
        <pc:sldMkLst>
          <pc:docMk/>
          <pc:sldMk cId="2250649236" sldId="301"/>
        </pc:sldMkLst>
      </pc:sldChg>
      <pc:sldChg chg="addSp delSp modSp new mod modNotesTx">
        <pc:chgData name="Weifeng Xu" userId="e7aed605-a3dd-4d5a-a692-a87037af107b" providerId="ADAL" clId="{27FAE7C2-98C3-4F90-970B-CFC2B878BAA9}" dt="2021-03-19T01:44:16.694" v="5837" actId="14100"/>
        <pc:sldMkLst>
          <pc:docMk/>
          <pc:sldMk cId="3209152045" sldId="302"/>
        </pc:sldMkLst>
      </pc:sldChg>
      <pc:sldChg chg="del">
        <pc:chgData name="Weifeng Xu" userId="e7aed605-a3dd-4d5a-a692-a87037af107b" providerId="ADAL" clId="{27FAE7C2-98C3-4F90-970B-CFC2B878BAA9}" dt="2021-03-15T12:32:50.152" v="45" actId="47"/>
        <pc:sldMkLst>
          <pc:docMk/>
          <pc:sldMk cId="53763807" sldId="304"/>
        </pc:sldMkLst>
      </pc:sldChg>
      <pc:sldChg chg="del">
        <pc:chgData name="Weifeng Xu" userId="e7aed605-a3dd-4d5a-a692-a87037af107b" providerId="ADAL" clId="{27FAE7C2-98C3-4F90-970B-CFC2B878BAA9}" dt="2021-03-15T12:32:43.730" v="11" actId="47"/>
        <pc:sldMkLst>
          <pc:docMk/>
          <pc:sldMk cId="4015681537" sldId="316"/>
        </pc:sldMkLst>
      </pc:sldChg>
      <pc:sldChg chg="del">
        <pc:chgData name="Weifeng Xu" userId="e7aed605-a3dd-4d5a-a692-a87037af107b" providerId="ADAL" clId="{27FAE7C2-98C3-4F90-970B-CFC2B878BAA9}" dt="2021-03-15T12:32:43.944" v="12" actId="47"/>
        <pc:sldMkLst>
          <pc:docMk/>
          <pc:sldMk cId="3632309167" sldId="317"/>
        </pc:sldMkLst>
      </pc:sldChg>
      <pc:sldChg chg="del">
        <pc:chgData name="Weifeng Xu" userId="e7aed605-a3dd-4d5a-a692-a87037af107b" providerId="ADAL" clId="{27FAE7C2-98C3-4F90-970B-CFC2B878BAA9}" dt="2021-03-15T12:32:44.244" v="14" actId="47"/>
        <pc:sldMkLst>
          <pc:docMk/>
          <pc:sldMk cId="1212472519" sldId="323"/>
        </pc:sldMkLst>
      </pc:sldChg>
      <pc:sldChg chg="del">
        <pc:chgData name="Weifeng Xu" userId="e7aed605-a3dd-4d5a-a692-a87037af107b" providerId="ADAL" clId="{27FAE7C2-98C3-4F90-970B-CFC2B878BAA9}" dt="2021-03-15T12:32:44.780" v="16" actId="47"/>
        <pc:sldMkLst>
          <pc:docMk/>
          <pc:sldMk cId="1474958626" sldId="324"/>
        </pc:sldMkLst>
      </pc:sldChg>
      <pc:sldChg chg="del">
        <pc:chgData name="Weifeng Xu" userId="e7aed605-a3dd-4d5a-a692-a87037af107b" providerId="ADAL" clId="{27FAE7C2-98C3-4F90-970B-CFC2B878BAA9}" dt="2021-03-15T12:32:45.338" v="17" actId="47"/>
        <pc:sldMkLst>
          <pc:docMk/>
          <pc:sldMk cId="953707264" sldId="325"/>
        </pc:sldMkLst>
      </pc:sldChg>
      <pc:sldChg chg="del">
        <pc:chgData name="Weifeng Xu" userId="e7aed605-a3dd-4d5a-a692-a87037af107b" providerId="ADAL" clId="{27FAE7C2-98C3-4F90-970B-CFC2B878BAA9}" dt="2021-03-15T12:32:45.379" v="18" actId="47"/>
        <pc:sldMkLst>
          <pc:docMk/>
          <pc:sldMk cId="4066713324" sldId="326"/>
        </pc:sldMkLst>
      </pc:sldChg>
      <pc:sldChg chg="del">
        <pc:chgData name="Weifeng Xu" userId="e7aed605-a3dd-4d5a-a692-a87037af107b" providerId="ADAL" clId="{27FAE7C2-98C3-4F90-970B-CFC2B878BAA9}" dt="2021-03-15T12:32:45.460" v="20" actId="47"/>
        <pc:sldMkLst>
          <pc:docMk/>
          <pc:sldMk cId="1895418146" sldId="327"/>
        </pc:sldMkLst>
      </pc:sldChg>
      <pc:sldChg chg="del">
        <pc:chgData name="Weifeng Xu" userId="e7aed605-a3dd-4d5a-a692-a87037af107b" providerId="ADAL" clId="{27FAE7C2-98C3-4F90-970B-CFC2B878BAA9}" dt="2021-03-15T12:32:45.946" v="23" actId="47"/>
        <pc:sldMkLst>
          <pc:docMk/>
          <pc:sldMk cId="1077324671" sldId="328"/>
        </pc:sldMkLst>
      </pc:sldChg>
      <pc:sldChg chg="del">
        <pc:chgData name="Weifeng Xu" userId="e7aed605-a3dd-4d5a-a692-a87037af107b" providerId="ADAL" clId="{27FAE7C2-98C3-4F90-970B-CFC2B878BAA9}" dt="2021-03-15T12:32:45.556" v="21" actId="47"/>
        <pc:sldMkLst>
          <pc:docMk/>
          <pc:sldMk cId="4060086368" sldId="329"/>
        </pc:sldMkLst>
      </pc:sldChg>
      <pc:sldChg chg="del">
        <pc:chgData name="Weifeng Xu" userId="e7aed605-a3dd-4d5a-a692-a87037af107b" providerId="ADAL" clId="{27FAE7C2-98C3-4F90-970B-CFC2B878BAA9}" dt="2021-03-15T12:32:49.385" v="41" actId="47"/>
        <pc:sldMkLst>
          <pc:docMk/>
          <pc:sldMk cId="3192494774" sldId="330"/>
        </pc:sldMkLst>
      </pc:sldChg>
      <pc:sldChg chg="del">
        <pc:chgData name="Weifeng Xu" userId="e7aed605-a3dd-4d5a-a692-a87037af107b" providerId="ADAL" clId="{27FAE7C2-98C3-4F90-970B-CFC2B878BAA9}" dt="2021-03-15T12:32:49.578" v="42" actId="47"/>
        <pc:sldMkLst>
          <pc:docMk/>
          <pc:sldMk cId="2786836983" sldId="331"/>
        </pc:sldMkLst>
      </pc:sldChg>
      <pc:sldChg chg="del">
        <pc:chgData name="Weifeng Xu" userId="e7aed605-a3dd-4d5a-a692-a87037af107b" providerId="ADAL" clId="{27FAE7C2-98C3-4F90-970B-CFC2B878BAA9}" dt="2021-03-15T12:32:49.780" v="43" actId="47"/>
        <pc:sldMkLst>
          <pc:docMk/>
          <pc:sldMk cId="3230497500" sldId="333"/>
        </pc:sldMkLst>
      </pc:sldChg>
    </pc:docChg>
  </pc:docChgLst>
  <pc:docChgLst>
    <pc:chgData name="Harleen Kaur" userId="S::id65ns02@ubalt.edu::9f7fc1d6-ab67-473f-ba46-e98f6ce2049b" providerId="AD" clId="Web-{99AACF8C-B4E8-6E19-5ECC-222BD065AE8A}"/>
    <pc:docChg chg="addSld delSld modSld">
      <pc:chgData name="Harleen Kaur" userId="S::id65ns02@ubalt.edu::9f7fc1d6-ab67-473f-ba46-e98f6ce2049b" providerId="AD" clId="Web-{99AACF8C-B4E8-6E19-5ECC-222BD065AE8A}" dt="2021-06-24T00:27:14.827" v="902"/>
      <pc:docMkLst>
        <pc:docMk/>
      </pc:docMkLst>
      <pc:sldChg chg="addSp delSp modSp mod setBg setClrOvrMap">
        <pc:chgData name="Harleen Kaur" userId="S::id65ns02@ubalt.edu::9f7fc1d6-ab67-473f-ba46-e98f6ce2049b" providerId="AD" clId="Web-{99AACF8C-B4E8-6E19-5ECC-222BD065AE8A}" dt="2021-06-23T20:10:00.845" v="30" actId="1076"/>
        <pc:sldMkLst>
          <pc:docMk/>
          <pc:sldMk cId="518853508" sldId="361"/>
        </pc:sldMkLst>
      </pc:sldChg>
      <pc:sldChg chg="del">
        <pc:chgData name="Harleen Kaur" userId="S::id65ns02@ubalt.edu::9f7fc1d6-ab67-473f-ba46-e98f6ce2049b" providerId="AD" clId="Web-{99AACF8C-B4E8-6E19-5ECC-222BD065AE8A}" dt="2021-06-23T20:11:50.331" v="31"/>
        <pc:sldMkLst>
          <pc:docMk/>
          <pc:sldMk cId="538821336" sldId="362"/>
        </pc:sldMkLst>
      </pc:sldChg>
      <pc:sldChg chg="addSp delSp modSp mod setBg">
        <pc:chgData name="Harleen Kaur" userId="S::id65ns02@ubalt.edu::9f7fc1d6-ab67-473f-ba46-e98f6ce2049b" providerId="AD" clId="Web-{99AACF8C-B4E8-6E19-5ECC-222BD065AE8A}" dt="2021-06-23T20:22:32.420" v="71" actId="14100"/>
        <pc:sldMkLst>
          <pc:docMk/>
          <pc:sldMk cId="522743250" sldId="363"/>
        </pc:sldMkLst>
      </pc:sldChg>
      <pc:sldChg chg="del">
        <pc:chgData name="Harleen Kaur" userId="S::id65ns02@ubalt.edu::9f7fc1d6-ab67-473f-ba46-e98f6ce2049b" providerId="AD" clId="Web-{99AACF8C-B4E8-6E19-5ECC-222BD065AE8A}" dt="2021-06-23T20:48:48.884" v="296"/>
        <pc:sldMkLst>
          <pc:docMk/>
          <pc:sldMk cId="1342763562" sldId="365"/>
        </pc:sldMkLst>
      </pc:sldChg>
      <pc:sldChg chg="del">
        <pc:chgData name="Harleen Kaur" userId="S::id65ns02@ubalt.edu::9f7fc1d6-ab67-473f-ba46-e98f6ce2049b" providerId="AD" clId="Web-{99AACF8C-B4E8-6E19-5ECC-222BD065AE8A}" dt="2021-06-23T22:37:32.702" v="348"/>
        <pc:sldMkLst>
          <pc:docMk/>
          <pc:sldMk cId="1428798357" sldId="367"/>
        </pc:sldMkLst>
      </pc:sldChg>
      <pc:sldChg chg="del">
        <pc:chgData name="Harleen Kaur" userId="S::id65ns02@ubalt.edu::9f7fc1d6-ab67-473f-ba46-e98f6ce2049b" providerId="AD" clId="Web-{99AACF8C-B4E8-6E19-5ECC-222BD065AE8A}" dt="2021-06-23T22:37:50.140" v="349"/>
        <pc:sldMkLst>
          <pc:docMk/>
          <pc:sldMk cId="4049505772" sldId="368"/>
        </pc:sldMkLst>
      </pc:sldChg>
      <pc:sldChg chg="del">
        <pc:chgData name="Harleen Kaur" userId="S::id65ns02@ubalt.edu::9f7fc1d6-ab67-473f-ba46-e98f6ce2049b" providerId="AD" clId="Web-{99AACF8C-B4E8-6E19-5ECC-222BD065AE8A}" dt="2021-06-23T22:41:08.364" v="366"/>
        <pc:sldMkLst>
          <pc:docMk/>
          <pc:sldMk cId="3707274105" sldId="369"/>
        </pc:sldMkLst>
      </pc:sldChg>
      <pc:sldChg chg="modSp mod setBg">
        <pc:chgData name="Harleen Kaur" userId="S::id65ns02@ubalt.edu::9f7fc1d6-ab67-473f-ba46-e98f6ce2049b" providerId="AD" clId="Web-{99AACF8C-B4E8-6E19-5ECC-222BD065AE8A}" dt="2021-06-23T23:16:40.508" v="503" actId="20577"/>
        <pc:sldMkLst>
          <pc:docMk/>
          <pc:sldMk cId="463297845" sldId="370"/>
        </pc:sldMkLst>
      </pc:sldChg>
      <pc:sldChg chg="addSp modSp mod setBg">
        <pc:chgData name="Harleen Kaur" userId="S::id65ns02@ubalt.edu::9f7fc1d6-ab67-473f-ba46-e98f6ce2049b" providerId="AD" clId="Web-{99AACF8C-B4E8-6E19-5ECC-222BD065AE8A}" dt="2021-06-23T23:47:20.396" v="688"/>
        <pc:sldMkLst>
          <pc:docMk/>
          <pc:sldMk cId="957894643" sldId="371"/>
        </pc:sldMkLst>
      </pc:sldChg>
      <pc:sldChg chg="addSp delSp modSp mod setBg">
        <pc:chgData name="Harleen Kaur" userId="S::id65ns02@ubalt.edu::9f7fc1d6-ab67-473f-ba46-e98f6ce2049b" providerId="AD" clId="Web-{99AACF8C-B4E8-6E19-5ECC-222BD065AE8A}" dt="2021-06-24T00:01:17.737" v="763" actId="20577"/>
        <pc:sldMkLst>
          <pc:docMk/>
          <pc:sldMk cId="376485367" sldId="372"/>
        </pc:sldMkLst>
      </pc:sldChg>
      <pc:sldChg chg="modSp del">
        <pc:chgData name="Harleen Kaur" userId="S::id65ns02@ubalt.edu::9f7fc1d6-ab67-473f-ba46-e98f6ce2049b" providerId="AD" clId="Web-{99AACF8C-B4E8-6E19-5ECC-222BD065AE8A}" dt="2021-06-24T00:26:56.561" v="899"/>
        <pc:sldMkLst>
          <pc:docMk/>
          <pc:sldMk cId="3468930998" sldId="373"/>
        </pc:sldMkLst>
      </pc:sldChg>
      <pc:sldChg chg="del">
        <pc:chgData name="Harleen Kaur" userId="S::id65ns02@ubalt.edu::9f7fc1d6-ab67-473f-ba46-e98f6ce2049b" providerId="AD" clId="Web-{99AACF8C-B4E8-6E19-5ECC-222BD065AE8A}" dt="2021-06-24T00:26:58.499" v="900"/>
        <pc:sldMkLst>
          <pc:docMk/>
          <pc:sldMk cId="89896237" sldId="374"/>
        </pc:sldMkLst>
      </pc:sldChg>
      <pc:sldChg chg="del">
        <pc:chgData name="Harleen Kaur" userId="S::id65ns02@ubalt.edu::9f7fc1d6-ab67-473f-ba46-e98f6ce2049b" providerId="AD" clId="Web-{99AACF8C-B4E8-6E19-5ECC-222BD065AE8A}" dt="2021-06-24T00:27:12.030" v="901"/>
        <pc:sldMkLst>
          <pc:docMk/>
          <pc:sldMk cId="48899272" sldId="375"/>
        </pc:sldMkLst>
      </pc:sldChg>
      <pc:sldChg chg="del">
        <pc:chgData name="Harleen Kaur" userId="S::id65ns02@ubalt.edu::9f7fc1d6-ab67-473f-ba46-e98f6ce2049b" providerId="AD" clId="Web-{99AACF8C-B4E8-6E19-5ECC-222BD065AE8A}" dt="2021-06-24T00:27:14.827" v="902"/>
        <pc:sldMkLst>
          <pc:docMk/>
          <pc:sldMk cId="1561551950" sldId="377"/>
        </pc:sldMkLst>
      </pc:sldChg>
      <pc:sldChg chg="addSp delSp modSp new mod setBg">
        <pc:chgData name="Harleen Kaur" userId="S::id65ns02@ubalt.edu::9f7fc1d6-ab67-473f-ba46-e98f6ce2049b" providerId="AD" clId="Web-{99AACF8C-B4E8-6E19-5ECC-222BD065AE8A}" dt="2021-06-23T20:47:21.101" v="295" actId="14100"/>
        <pc:sldMkLst>
          <pc:docMk/>
          <pc:sldMk cId="3664989842" sldId="391"/>
        </pc:sldMkLst>
      </pc:sldChg>
      <pc:sldChg chg="addSp delSp modSp new mod setBg">
        <pc:chgData name="Harleen Kaur" userId="S::id65ns02@ubalt.edu::9f7fc1d6-ab67-473f-ba46-e98f6ce2049b" providerId="AD" clId="Web-{99AACF8C-B4E8-6E19-5ECC-222BD065AE8A}" dt="2021-06-23T23:48:22.475" v="702" actId="20577"/>
        <pc:sldMkLst>
          <pc:docMk/>
          <pc:sldMk cId="3404756224" sldId="392"/>
        </pc:sldMkLst>
      </pc:sldChg>
      <pc:sldChg chg="addSp delSp modSp new mod setBg addAnim">
        <pc:chgData name="Harleen Kaur" userId="S::id65ns02@ubalt.edu::9f7fc1d6-ab67-473f-ba46-e98f6ce2049b" providerId="AD" clId="Web-{99AACF8C-B4E8-6E19-5ECC-222BD065AE8A}" dt="2021-06-23T23:46:34.019" v="665" actId="20577"/>
        <pc:sldMkLst>
          <pc:docMk/>
          <pc:sldMk cId="3289249383" sldId="393"/>
        </pc:sldMkLst>
      </pc:sldChg>
      <pc:sldChg chg="addSp delSp modSp new mod setBg">
        <pc:chgData name="Harleen Kaur" userId="S::id65ns02@ubalt.edu::9f7fc1d6-ab67-473f-ba46-e98f6ce2049b" providerId="AD" clId="Web-{99AACF8C-B4E8-6E19-5ECC-222BD065AE8A}" dt="2021-06-24T00:15:41.545" v="803" actId="14100"/>
        <pc:sldMkLst>
          <pc:docMk/>
          <pc:sldMk cId="2966749166" sldId="394"/>
        </pc:sldMkLst>
      </pc:sldChg>
      <pc:sldChg chg="addSp delSp modSp new mod setBg">
        <pc:chgData name="Harleen Kaur" userId="S::id65ns02@ubalt.edu::9f7fc1d6-ab67-473f-ba46-e98f6ce2049b" providerId="AD" clId="Web-{99AACF8C-B4E8-6E19-5ECC-222BD065AE8A}" dt="2021-06-24T00:24:08.948" v="898" actId="20577"/>
        <pc:sldMkLst>
          <pc:docMk/>
          <pc:sldMk cId="2094660718" sldId="395"/>
        </pc:sldMkLst>
      </pc:sldChg>
    </pc:docChg>
  </pc:docChgLst>
  <pc:docChgLst>
    <pc:chgData name="Richard Wheeless" userId="edf7d7f9-5d95-4eec-886d-0f745236a21b" providerId="ADAL" clId="{63F94B4A-FC7E-4958-9EC6-5253CD5DEDD0}"/>
    <pc:docChg chg="modSld sldOrd">
      <pc:chgData name="Richard Wheeless" userId="edf7d7f9-5d95-4eec-886d-0f745236a21b" providerId="ADAL" clId="{63F94B4A-FC7E-4958-9EC6-5253CD5DEDD0}" dt="2021-03-22T01:31:12.577" v="1"/>
      <pc:docMkLst>
        <pc:docMk/>
      </pc:docMkLst>
      <pc:sldChg chg="ord">
        <pc:chgData name="Richard Wheeless" userId="edf7d7f9-5d95-4eec-886d-0f745236a21b" providerId="ADAL" clId="{63F94B4A-FC7E-4958-9EC6-5253CD5DEDD0}" dt="2021-03-22T01:31:12.577" v="1"/>
        <pc:sldMkLst>
          <pc:docMk/>
          <pc:sldMk cId="23526368" sldId="357"/>
        </pc:sldMkLst>
      </pc:sldChg>
    </pc:docChg>
  </pc:docChgLst>
  <pc:docChgLst>
    <pc:chgData name="Harleen Kaur" userId="S::id65ns02@ubalt.edu::9f7fc1d6-ab67-473f-ba46-e98f6ce2049b" providerId="AD" clId="Web-{7C916262-413D-D0D8-C523-2EB695F3124B}"/>
    <pc:docChg chg="addSld delSld modSld sldOrd">
      <pc:chgData name="Harleen Kaur" userId="S::id65ns02@ubalt.edu::9f7fc1d6-ab67-473f-ba46-e98f6ce2049b" providerId="AD" clId="Web-{7C916262-413D-D0D8-C523-2EB695F3124B}" dt="2021-07-27T22:13:20.435" v="3222" actId="14100"/>
      <pc:docMkLst>
        <pc:docMk/>
      </pc:docMkLst>
      <pc:sldChg chg="modSp">
        <pc:chgData name="Harleen Kaur" userId="S::id65ns02@ubalt.edu::9f7fc1d6-ab67-473f-ba46-e98f6ce2049b" providerId="AD" clId="Web-{7C916262-413D-D0D8-C523-2EB695F3124B}" dt="2021-07-26T12:50:55.811" v="95" actId="20577"/>
        <pc:sldMkLst>
          <pc:docMk/>
          <pc:sldMk cId="3154763750" sldId="397"/>
        </pc:sldMkLst>
      </pc:sldChg>
      <pc:sldChg chg="modSp ord">
        <pc:chgData name="Harleen Kaur" userId="S::id65ns02@ubalt.edu::9f7fc1d6-ab67-473f-ba46-e98f6ce2049b" providerId="AD" clId="Web-{7C916262-413D-D0D8-C523-2EB695F3124B}" dt="2021-07-26T13:02:31.016" v="147" actId="20577"/>
        <pc:sldMkLst>
          <pc:docMk/>
          <pc:sldMk cId="3381154349" sldId="398"/>
        </pc:sldMkLst>
      </pc:sldChg>
      <pc:sldChg chg="modSp">
        <pc:chgData name="Harleen Kaur" userId="S::id65ns02@ubalt.edu::9f7fc1d6-ab67-473f-ba46-e98f6ce2049b" providerId="AD" clId="Web-{7C916262-413D-D0D8-C523-2EB695F3124B}" dt="2021-07-26T12:58:09.057" v="120" actId="20577"/>
        <pc:sldMkLst>
          <pc:docMk/>
          <pc:sldMk cId="3472143807" sldId="399"/>
        </pc:sldMkLst>
      </pc:sldChg>
      <pc:sldChg chg="del">
        <pc:chgData name="Harleen Kaur" userId="S::id65ns02@ubalt.edu::9f7fc1d6-ab67-473f-ba46-e98f6ce2049b" providerId="AD" clId="Web-{7C916262-413D-D0D8-C523-2EB695F3124B}" dt="2021-07-27T18:19:17.872" v="938"/>
        <pc:sldMkLst>
          <pc:docMk/>
          <pc:sldMk cId="999172385" sldId="413"/>
        </pc:sldMkLst>
      </pc:sldChg>
      <pc:sldChg chg="del">
        <pc:chgData name="Harleen Kaur" userId="S::id65ns02@ubalt.edu::9f7fc1d6-ab67-473f-ba46-e98f6ce2049b" providerId="AD" clId="Web-{7C916262-413D-D0D8-C523-2EB695F3124B}" dt="2021-07-27T18:19:24.138" v="939"/>
        <pc:sldMkLst>
          <pc:docMk/>
          <pc:sldMk cId="1732895745" sldId="414"/>
        </pc:sldMkLst>
      </pc:sldChg>
      <pc:sldChg chg="del">
        <pc:chgData name="Harleen Kaur" userId="S::id65ns02@ubalt.edu::9f7fc1d6-ab67-473f-ba46-e98f6ce2049b" providerId="AD" clId="Web-{7C916262-413D-D0D8-C523-2EB695F3124B}" dt="2021-07-27T18:19:30.076" v="941"/>
        <pc:sldMkLst>
          <pc:docMk/>
          <pc:sldMk cId="3794158611" sldId="415"/>
        </pc:sldMkLst>
      </pc:sldChg>
      <pc:sldChg chg="addSp delSp modSp">
        <pc:chgData name="Harleen Kaur" userId="S::id65ns02@ubalt.edu::9f7fc1d6-ab67-473f-ba46-e98f6ce2049b" providerId="AD" clId="Web-{7C916262-413D-D0D8-C523-2EB695F3124B}" dt="2021-07-27T18:20:54.800" v="1036" actId="1076"/>
        <pc:sldMkLst>
          <pc:docMk/>
          <pc:sldMk cId="4138222289" sldId="416"/>
        </pc:sldMkLst>
      </pc:sldChg>
      <pc:sldChg chg="addSp delSp modSp">
        <pc:chgData name="Harleen Kaur" userId="S::id65ns02@ubalt.edu::9f7fc1d6-ab67-473f-ba46-e98f6ce2049b" providerId="AD" clId="Web-{7C916262-413D-D0D8-C523-2EB695F3124B}" dt="2021-07-27T18:23:02.135" v="1062" actId="14100"/>
        <pc:sldMkLst>
          <pc:docMk/>
          <pc:sldMk cId="2175411651" sldId="417"/>
        </pc:sldMkLst>
      </pc:sldChg>
      <pc:sldChg chg="addSp delSp modSp">
        <pc:chgData name="Harleen Kaur" userId="S::id65ns02@ubalt.edu::9f7fc1d6-ab67-473f-ba46-e98f6ce2049b" providerId="AD" clId="Web-{7C916262-413D-D0D8-C523-2EB695F3124B}" dt="2021-07-27T18:27:22.306" v="1242" actId="20577"/>
        <pc:sldMkLst>
          <pc:docMk/>
          <pc:sldMk cId="2100724894" sldId="418"/>
        </pc:sldMkLst>
      </pc:sldChg>
      <pc:sldChg chg="del">
        <pc:chgData name="Harleen Kaur" userId="S::id65ns02@ubalt.edu::9f7fc1d6-ab67-473f-ba46-e98f6ce2049b" providerId="AD" clId="Web-{7C916262-413D-D0D8-C523-2EB695F3124B}" dt="2021-07-27T20:03:27.187" v="2123"/>
        <pc:sldMkLst>
          <pc:docMk/>
          <pc:sldMk cId="2403806824" sldId="419"/>
        </pc:sldMkLst>
      </pc:sldChg>
      <pc:sldChg chg="del">
        <pc:chgData name="Harleen Kaur" userId="S::id65ns02@ubalt.edu::9f7fc1d6-ab67-473f-ba46-e98f6ce2049b" providerId="AD" clId="Web-{7C916262-413D-D0D8-C523-2EB695F3124B}" dt="2021-07-27T20:03:19.155" v="2122"/>
        <pc:sldMkLst>
          <pc:docMk/>
          <pc:sldMk cId="1340921819" sldId="420"/>
        </pc:sldMkLst>
      </pc:sldChg>
      <pc:sldChg chg="del">
        <pc:chgData name="Harleen Kaur" userId="S::id65ns02@ubalt.edu::9f7fc1d6-ab67-473f-ba46-e98f6ce2049b" providerId="AD" clId="Web-{7C916262-413D-D0D8-C523-2EB695F3124B}" dt="2021-07-27T20:03:29.468" v="2124"/>
        <pc:sldMkLst>
          <pc:docMk/>
          <pc:sldMk cId="4240302779" sldId="421"/>
        </pc:sldMkLst>
      </pc:sldChg>
      <pc:sldChg chg="del">
        <pc:chgData name="Harleen Kaur" userId="S::id65ns02@ubalt.edu::9f7fc1d6-ab67-473f-ba46-e98f6ce2049b" providerId="AD" clId="Web-{7C916262-413D-D0D8-C523-2EB695F3124B}" dt="2021-07-27T20:03:46.250" v="2126"/>
        <pc:sldMkLst>
          <pc:docMk/>
          <pc:sldMk cId="3365135938" sldId="422"/>
        </pc:sldMkLst>
      </pc:sldChg>
      <pc:sldChg chg="del">
        <pc:chgData name="Harleen Kaur" userId="S::id65ns02@ubalt.edu::9f7fc1d6-ab67-473f-ba46-e98f6ce2049b" providerId="AD" clId="Web-{7C916262-413D-D0D8-C523-2EB695F3124B}" dt="2021-07-27T20:03:49.969" v="2127"/>
        <pc:sldMkLst>
          <pc:docMk/>
          <pc:sldMk cId="846550841" sldId="423"/>
        </pc:sldMkLst>
      </pc:sldChg>
      <pc:sldChg chg="addSp delSp modSp ord">
        <pc:chgData name="Harleen Kaur" userId="S::id65ns02@ubalt.edu::9f7fc1d6-ab67-473f-ba46-e98f6ce2049b" providerId="AD" clId="Web-{7C916262-413D-D0D8-C523-2EB695F3124B}" dt="2021-07-27T19:55:28.033" v="1825" actId="20577"/>
        <pc:sldMkLst>
          <pc:docMk/>
          <pc:sldMk cId="999398568" sldId="424"/>
        </pc:sldMkLst>
      </pc:sldChg>
      <pc:sldChg chg="del">
        <pc:chgData name="Harleen Kaur" userId="S::id65ns02@ubalt.edu::9f7fc1d6-ab67-473f-ba46-e98f6ce2049b" providerId="AD" clId="Web-{7C916262-413D-D0D8-C523-2EB695F3124B}" dt="2021-07-27T20:03:51.688" v="2128"/>
        <pc:sldMkLst>
          <pc:docMk/>
          <pc:sldMk cId="964025003" sldId="425"/>
        </pc:sldMkLst>
      </pc:sldChg>
      <pc:sldChg chg="del">
        <pc:chgData name="Harleen Kaur" userId="S::id65ns02@ubalt.edu::9f7fc1d6-ab67-473f-ba46-e98f6ce2049b" providerId="AD" clId="Web-{7C916262-413D-D0D8-C523-2EB695F3124B}" dt="2021-07-27T20:03:55.360" v="2129"/>
        <pc:sldMkLst>
          <pc:docMk/>
          <pc:sldMk cId="3902981577" sldId="426"/>
        </pc:sldMkLst>
      </pc:sldChg>
      <pc:sldChg chg="del">
        <pc:chgData name="Harleen Kaur" userId="S::id65ns02@ubalt.edu::9f7fc1d6-ab67-473f-ba46-e98f6ce2049b" providerId="AD" clId="Web-{7C916262-413D-D0D8-C523-2EB695F3124B}" dt="2021-07-27T21:15:25.463" v="2906"/>
        <pc:sldMkLst>
          <pc:docMk/>
          <pc:sldMk cId="1876578526" sldId="427"/>
        </pc:sldMkLst>
      </pc:sldChg>
      <pc:sldChg chg="del">
        <pc:chgData name="Harleen Kaur" userId="S::id65ns02@ubalt.edu::9f7fc1d6-ab67-473f-ba46-e98f6ce2049b" providerId="AD" clId="Web-{7C916262-413D-D0D8-C523-2EB695F3124B}" dt="2021-07-27T21:15:27.181" v="2907"/>
        <pc:sldMkLst>
          <pc:docMk/>
          <pc:sldMk cId="3765136305" sldId="428"/>
        </pc:sldMkLst>
      </pc:sldChg>
      <pc:sldChg chg="addSp delSp modSp">
        <pc:chgData name="Harleen Kaur" userId="S::id65ns02@ubalt.edu::9f7fc1d6-ab67-473f-ba46-e98f6ce2049b" providerId="AD" clId="Web-{7C916262-413D-D0D8-C523-2EB695F3124B}" dt="2021-07-27T21:16:53.996" v="2948" actId="1076"/>
        <pc:sldMkLst>
          <pc:docMk/>
          <pc:sldMk cId="3292519928" sldId="429"/>
        </pc:sldMkLst>
      </pc:sldChg>
      <pc:sldChg chg="addSp delSp modSp">
        <pc:chgData name="Harleen Kaur" userId="S::id65ns02@ubalt.edu::9f7fc1d6-ab67-473f-ba46-e98f6ce2049b" providerId="AD" clId="Web-{7C916262-413D-D0D8-C523-2EB695F3124B}" dt="2021-07-27T21:18:43.718" v="2978" actId="20577"/>
        <pc:sldMkLst>
          <pc:docMk/>
          <pc:sldMk cId="2402824038" sldId="430"/>
        </pc:sldMkLst>
      </pc:sldChg>
      <pc:sldChg chg="addSp delSp modSp">
        <pc:chgData name="Harleen Kaur" userId="S::id65ns02@ubalt.edu::9f7fc1d6-ab67-473f-ba46-e98f6ce2049b" providerId="AD" clId="Web-{7C916262-413D-D0D8-C523-2EB695F3124B}" dt="2021-07-27T21:21:34.098" v="3051" actId="20577"/>
        <pc:sldMkLst>
          <pc:docMk/>
          <pc:sldMk cId="3304247483" sldId="431"/>
        </pc:sldMkLst>
      </pc:sldChg>
      <pc:sldChg chg="del">
        <pc:chgData name="Harleen Kaur" userId="S::id65ns02@ubalt.edu::9f7fc1d6-ab67-473f-ba46-e98f6ce2049b" providerId="AD" clId="Web-{7C916262-413D-D0D8-C523-2EB695F3124B}" dt="2021-07-27T22:12:09.571" v="3211"/>
        <pc:sldMkLst>
          <pc:docMk/>
          <pc:sldMk cId="723158062" sldId="432"/>
        </pc:sldMkLst>
      </pc:sldChg>
      <pc:sldChg chg="del">
        <pc:chgData name="Harleen Kaur" userId="S::id65ns02@ubalt.edu::9f7fc1d6-ab67-473f-ba46-e98f6ce2049b" providerId="AD" clId="Web-{7C916262-413D-D0D8-C523-2EB695F3124B}" dt="2021-07-27T22:12:12.446" v="3212"/>
        <pc:sldMkLst>
          <pc:docMk/>
          <pc:sldMk cId="3725471359" sldId="433"/>
        </pc:sldMkLst>
      </pc:sldChg>
      <pc:sldChg chg="del">
        <pc:chgData name="Harleen Kaur" userId="S::id65ns02@ubalt.edu::9f7fc1d6-ab67-473f-ba46-e98f6ce2049b" providerId="AD" clId="Web-{7C916262-413D-D0D8-C523-2EB695F3124B}" dt="2021-07-27T20:03:29.890" v="2125"/>
        <pc:sldMkLst>
          <pc:docMk/>
          <pc:sldMk cId="1489860489" sldId="440"/>
        </pc:sldMkLst>
      </pc:sldChg>
      <pc:sldChg chg="modSp ord">
        <pc:chgData name="Harleen Kaur" userId="S::id65ns02@ubalt.edu::9f7fc1d6-ab67-473f-ba46-e98f6ce2049b" providerId="AD" clId="Web-{7C916262-413D-D0D8-C523-2EB695F3124B}" dt="2021-07-27T18:16:03.658" v="792" actId="20577"/>
        <pc:sldMkLst>
          <pc:docMk/>
          <pc:sldMk cId="1765608399" sldId="443"/>
        </pc:sldMkLst>
      </pc:sldChg>
      <pc:sldChg chg="modSp del">
        <pc:chgData name="Harleen Kaur" userId="S::id65ns02@ubalt.edu::9f7fc1d6-ab67-473f-ba46-e98f6ce2049b" providerId="AD" clId="Web-{7C916262-413D-D0D8-C523-2EB695F3124B}" dt="2021-07-27T21:15:20.150" v="2904"/>
        <pc:sldMkLst>
          <pc:docMk/>
          <pc:sldMk cId="3991852019" sldId="445"/>
        </pc:sldMkLst>
      </pc:sldChg>
      <pc:sldChg chg="modSp">
        <pc:chgData name="Harleen Kaur" userId="S::id65ns02@ubalt.edu::9f7fc1d6-ab67-473f-ba46-e98f6ce2049b" providerId="AD" clId="Web-{7C916262-413D-D0D8-C523-2EB695F3124B}" dt="2021-07-27T20:20:15.699" v="2179" actId="20577"/>
        <pc:sldMkLst>
          <pc:docMk/>
          <pc:sldMk cId="368390487" sldId="450"/>
        </pc:sldMkLst>
      </pc:sldChg>
      <pc:sldChg chg="modSp">
        <pc:chgData name="Harleen Kaur" userId="S::id65ns02@ubalt.edu::9f7fc1d6-ab67-473f-ba46-e98f6ce2049b" providerId="AD" clId="Web-{7C916262-413D-D0D8-C523-2EB695F3124B}" dt="2021-07-27T20:20:34.090" v="2193" actId="20577"/>
        <pc:sldMkLst>
          <pc:docMk/>
          <pc:sldMk cId="3021732972" sldId="451"/>
        </pc:sldMkLst>
      </pc:sldChg>
      <pc:sldChg chg="del">
        <pc:chgData name="Harleen Kaur" userId="S::id65ns02@ubalt.edu::9f7fc1d6-ab67-473f-ba46-e98f6ce2049b" providerId="AD" clId="Web-{7C916262-413D-D0D8-C523-2EB695F3124B}" dt="2021-07-27T18:19:26.295" v="940"/>
        <pc:sldMkLst>
          <pc:docMk/>
          <pc:sldMk cId="2784708312" sldId="452"/>
        </pc:sldMkLst>
      </pc:sldChg>
      <pc:sldChg chg="del">
        <pc:chgData name="Harleen Kaur" userId="S::id65ns02@ubalt.edu::9f7fc1d6-ab67-473f-ba46-e98f6ce2049b" providerId="AD" clId="Web-{7C916262-413D-D0D8-C523-2EB695F3124B}" dt="2021-07-27T21:15:23.119" v="2905"/>
        <pc:sldMkLst>
          <pc:docMk/>
          <pc:sldMk cId="2996491619" sldId="453"/>
        </pc:sldMkLst>
      </pc:sldChg>
      <pc:sldChg chg="del">
        <pc:chgData name="Harleen Kaur" userId="S::id65ns02@ubalt.edu::9f7fc1d6-ab67-473f-ba46-e98f6ce2049b" providerId="AD" clId="Web-{7C916262-413D-D0D8-C523-2EB695F3124B}" dt="2021-07-27T21:15:18.119" v="2903"/>
        <pc:sldMkLst>
          <pc:docMk/>
          <pc:sldMk cId="2830511723" sldId="457"/>
        </pc:sldMkLst>
      </pc:sldChg>
      <pc:sldChg chg="del">
        <pc:chgData name="Harleen Kaur" userId="S::id65ns02@ubalt.edu::9f7fc1d6-ab67-473f-ba46-e98f6ce2049b" providerId="AD" clId="Web-{7C916262-413D-D0D8-C523-2EB695F3124B}" dt="2021-07-27T20:18:02.414" v="2174"/>
        <pc:sldMkLst>
          <pc:docMk/>
          <pc:sldMk cId="1045674322" sldId="458"/>
        </pc:sldMkLst>
      </pc:sldChg>
      <pc:sldChg chg="modSp new">
        <pc:chgData name="Harleen Kaur" userId="S::id65ns02@ubalt.edu::9f7fc1d6-ab67-473f-ba46-e98f6ce2049b" providerId="AD" clId="Web-{7C916262-413D-D0D8-C523-2EB695F3124B}" dt="2021-07-26T12:42:13.095" v="6" actId="20577"/>
        <pc:sldMkLst>
          <pc:docMk/>
          <pc:sldMk cId="3315308459" sldId="460"/>
        </pc:sldMkLst>
      </pc:sldChg>
      <pc:sldChg chg="modSp new">
        <pc:chgData name="Harleen Kaur" userId="S::id65ns02@ubalt.edu::9f7fc1d6-ab67-473f-ba46-e98f6ce2049b" providerId="AD" clId="Web-{7C916262-413D-D0D8-C523-2EB695F3124B}" dt="2021-07-27T17:47:40.812" v="252" actId="20577"/>
        <pc:sldMkLst>
          <pc:docMk/>
          <pc:sldMk cId="3186974808" sldId="461"/>
        </pc:sldMkLst>
      </pc:sldChg>
      <pc:sldChg chg="modSp new del">
        <pc:chgData name="Harleen Kaur" userId="S::id65ns02@ubalt.edu::9f7fc1d6-ab67-473f-ba46-e98f6ce2049b" providerId="AD" clId="Web-{7C916262-413D-D0D8-C523-2EB695F3124B}" dt="2021-07-26T13:02:06" v="127"/>
        <pc:sldMkLst>
          <pc:docMk/>
          <pc:sldMk cId="3572834003" sldId="462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17:46:06.604" v="203" actId="14100"/>
        <pc:sldMkLst>
          <pc:docMk/>
          <pc:sldMk cId="2771432335" sldId="474"/>
        </pc:sldMkLst>
      </pc:sldChg>
      <pc:sldChg chg="modSp new">
        <pc:chgData name="Harleen Kaur" userId="S::id65ns02@ubalt.edu::9f7fc1d6-ab67-473f-ba46-e98f6ce2049b" providerId="AD" clId="Web-{7C916262-413D-D0D8-C523-2EB695F3124B}" dt="2021-07-27T17:59:39.884" v="512" actId="20577"/>
        <pc:sldMkLst>
          <pc:docMk/>
          <pc:sldMk cId="4231770301" sldId="475"/>
        </pc:sldMkLst>
      </pc:sldChg>
      <pc:sldChg chg="addSp delSp modSp new modNotes">
        <pc:chgData name="Harleen Kaur" userId="S::id65ns02@ubalt.edu::9f7fc1d6-ab67-473f-ba46-e98f6ce2049b" providerId="AD" clId="Web-{7C916262-413D-D0D8-C523-2EB695F3124B}" dt="2021-07-27T18:10:10.326" v="605"/>
        <pc:sldMkLst>
          <pc:docMk/>
          <pc:sldMk cId="3747998406" sldId="476"/>
        </pc:sldMkLst>
      </pc:sldChg>
      <pc:sldChg chg="modSp new">
        <pc:chgData name="Harleen Kaur" userId="S::id65ns02@ubalt.edu::9f7fc1d6-ab67-473f-ba46-e98f6ce2049b" providerId="AD" clId="Web-{7C916262-413D-D0D8-C523-2EB695F3124B}" dt="2021-07-27T18:43:09.984" v="1553" actId="20577"/>
        <pc:sldMkLst>
          <pc:docMk/>
          <pc:sldMk cId="2397543579" sldId="477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18:38:06.545" v="1458" actId="20577"/>
        <pc:sldMkLst>
          <pc:docMk/>
          <pc:sldMk cId="872827065" sldId="478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18:31:58.446" v="1364" actId="14100"/>
        <pc:sldMkLst>
          <pc:docMk/>
          <pc:sldMk cId="3896899859" sldId="479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18:36:42.947" v="1417" actId="20577"/>
        <pc:sldMkLst>
          <pc:docMk/>
          <pc:sldMk cId="2094100314" sldId="480"/>
        </pc:sldMkLst>
      </pc:sldChg>
      <pc:sldChg chg="modSp new">
        <pc:chgData name="Harleen Kaur" userId="S::id65ns02@ubalt.edu::9f7fc1d6-ab67-473f-ba46-e98f6ce2049b" providerId="AD" clId="Web-{7C916262-413D-D0D8-C523-2EB695F3124B}" dt="2021-07-27T20:02:59.858" v="2121" actId="20577"/>
        <pc:sldMkLst>
          <pc:docMk/>
          <pc:sldMk cId="2912999428" sldId="481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19:58:26.647" v="1870" actId="20577"/>
        <pc:sldMkLst>
          <pc:docMk/>
          <pc:sldMk cId="313753587" sldId="482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20:11:39.435" v="2163" actId="14100"/>
        <pc:sldMkLst>
          <pc:docMk/>
          <pc:sldMk cId="2557268749" sldId="483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20:12:17.998" v="2173" actId="14100"/>
        <pc:sldMkLst>
          <pc:docMk/>
          <pc:sldMk cId="22000320" sldId="484"/>
        </pc:sldMkLst>
      </pc:sldChg>
      <pc:sldChg chg="new del">
        <pc:chgData name="Harleen Kaur" userId="S::id65ns02@ubalt.edu::9f7fc1d6-ab67-473f-ba46-e98f6ce2049b" providerId="AD" clId="Web-{7C916262-413D-D0D8-C523-2EB695F3124B}" dt="2021-07-27T20:21:37.639" v="2195"/>
        <pc:sldMkLst>
          <pc:docMk/>
          <pc:sldMk cId="1892426616" sldId="485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20:32:54.595" v="2228" actId="14100"/>
        <pc:sldMkLst>
          <pc:docMk/>
          <pc:sldMk cId="4176315126" sldId="485"/>
        </pc:sldMkLst>
      </pc:sldChg>
      <pc:sldChg chg="modSp new">
        <pc:chgData name="Harleen Kaur" userId="S::id65ns02@ubalt.edu::9f7fc1d6-ab67-473f-ba46-e98f6ce2049b" providerId="AD" clId="Web-{7C916262-413D-D0D8-C523-2EB695F3124B}" dt="2021-07-27T20:37:58.822" v="2325" actId="20577"/>
        <pc:sldMkLst>
          <pc:docMk/>
          <pc:sldMk cId="2777357418" sldId="486"/>
        </pc:sldMkLst>
      </pc:sldChg>
      <pc:sldChg chg="modSp new">
        <pc:chgData name="Harleen Kaur" userId="S::id65ns02@ubalt.edu::9f7fc1d6-ab67-473f-ba46-e98f6ce2049b" providerId="AD" clId="Web-{7C916262-413D-D0D8-C523-2EB695F3124B}" dt="2021-07-27T20:45:29.288" v="2414" actId="14100"/>
        <pc:sldMkLst>
          <pc:docMk/>
          <pc:sldMk cId="3478959226" sldId="487"/>
        </pc:sldMkLst>
      </pc:sldChg>
      <pc:sldChg chg="modSp new">
        <pc:chgData name="Harleen Kaur" userId="S::id65ns02@ubalt.edu::9f7fc1d6-ab67-473f-ba46-e98f6ce2049b" providerId="AD" clId="Web-{7C916262-413D-D0D8-C523-2EB695F3124B}" dt="2021-07-27T21:04:00.506" v="2652" actId="20577"/>
        <pc:sldMkLst>
          <pc:docMk/>
          <pc:sldMk cId="884726682" sldId="488"/>
        </pc:sldMkLst>
      </pc:sldChg>
      <pc:sldChg chg="modSp new del">
        <pc:chgData name="Harleen Kaur" userId="S::id65ns02@ubalt.edu::9f7fc1d6-ab67-473f-ba46-e98f6ce2049b" providerId="AD" clId="Web-{7C916262-413D-D0D8-C523-2EB695F3124B}" dt="2021-07-27T21:12:31.864" v="2790"/>
        <pc:sldMkLst>
          <pc:docMk/>
          <pc:sldMk cId="1390079352" sldId="489"/>
        </pc:sldMkLst>
      </pc:sldChg>
      <pc:sldChg chg="modSp new">
        <pc:chgData name="Harleen Kaur" userId="S::id65ns02@ubalt.edu::9f7fc1d6-ab67-473f-ba46-e98f6ce2049b" providerId="AD" clId="Web-{7C916262-413D-D0D8-C523-2EB695F3124B}" dt="2021-07-27T21:13:15.537" v="2832" actId="20577"/>
        <pc:sldMkLst>
          <pc:docMk/>
          <pc:sldMk cId="3298224472" sldId="489"/>
        </pc:sldMkLst>
      </pc:sldChg>
      <pc:sldChg chg="modSp new">
        <pc:chgData name="Harleen Kaur" userId="S::id65ns02@ubalt.edu::9f7fc1d6-ab67-473f-ba46-e98f6ce2049b" providerId="AD" clId="Web-{7C916262-413D-D0D8-C523-2EB695F3124B}" dt="2021-07-27T21:15:08.790" v="2902" actId="20577"/>
        <pc:sldMkLst>
          <pc:docMk/>
          <pc:sldMk cId="2317666254" sldId="490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21:43:54.010" v="3134" actId="14100"/>
        <pc:sldMkLst>
          <pc:docMk/>
          <pc:sldMk cId="1271785275" sldId="491"/>
        </pc:sldMkLst>
      </pc:sldChg>
      <pc:sldChg chg="addSp delSp modSp new">
        <pc:chgData name="Harleen Kaur" userId="S::id65ns02@ubalt.edu::9f7fc1d6-ab67-473f-ba46-e98f6ce2049b" providerId="AD" clId="Web-{7C916262-413D-D0D8-C523-2EB695F3124B}" dt="2021-07-27T22:11:51.633" v="3210" actId="20577"/>
        <pc:sldMkLst>
          <pc:docMk/>
          <pc:sldMk cId="1287349466" sldId="492"/>
        </pc:sldMkLst>
      </pc:sldChg>
      <pc:sldChg chg="modSp new">
        <pc:chgData name="Harleen Kaur" userId="S::id65ns02@ubalt.edu::9f7fc1d6-ab67-473f-ba46-e98f6ce2049b" providerId="AD" clId="Web-{7C916262-413D-D0D8-C523-2EB695F3124B}" dt="2021-07-27T22:13:20.435" v="3222" actId="14100"/>
        <pc:sldMkLst>
          <pc:docMk/>
          <pc:sldMk cId="470632294" sldId="493"/>
        </pc:sldMkLst>
      </pc:sldChg>
    </pc:docChg>
  </pc:docChgLst>
  <pc:docChgLst>
    <pc:chgData name="Weifeng Xu" userId="e7aed605-a3dd-4d5a-a692-a87037af107b" providerId="ADAL" clId="{4DC338DC-19C7-41EB-B9B2-C1FF8A2AEED8}"/>
    <pc:docChg chg="undo custSel addSld delSld modSld">
      <pc:chgData name="Weifeng Xu" userId="e7aed605-a3dd-4d5a-a692-a87037af107b" providerId="ADAL" clId="{4DC338DC-19C7-41EB-B9B2-C1FF8A2AEED8}" dt="2021-03-12T14:19:00.952" v="78" actId="20577"/>
      <pc:docMkLst>
        <pc:docMk/>
      </pc:docMkLst>
      <pc:sldChg chg="del">
        <pc:chgData name="Weifeng Xu" userId="e7aed605-a3dd-4d5a-a692-a87037af107b" providerId="ADAL" clId="{4DC338DC-19C7-41EB-B9B2-C1FF8A2AEED8}" dt="2021-03-06T01:15:55.818" v="0" actId="47"/>
        <pc:sldMkLst>
          <pc:docMk/>
          <pc:sldMk cId="2783025053" sldId="287"/>
        </pc:sldMkLst>
      </pc:sldChg>
      <pc:sldChg chg="del">
        <pc:chgData name="Weifeng Xu" userId="e7aed605-a3dd-4d5a-a692-a87037af107b" providerId="ADAL" clId="{4DC338DC-19C7-41EB-B9B2-C1FF8A2AEED8}" dt="2021-03-06T01:15:58.325" v="6" actId="47"/>
        <pc:sldMkLst>
          <pc:docMk/>
          <pc:sldMk cId="114776636" sldId="288"/>
        </pc:sldMkLst>
      </pc:sldChg>
      <pc:sldChg chg="del">
        <pc:chgData name="Weifeng Xu" userId="e7aed605-a3dd-4d5a-a692-a87037af107b" providerId="ADAL" clId="{4DC338DC-19C7-41EB-B9B2-C1FF8A2AEED8}" dt="2021-03-06T01:15:56.509" v="1" actId="47"/>
        <pc:sldMkLst>
          <pc:docMk/>
          <pc:sldMk cId="1757879576" sldId="293"/>
        </pc:sldMkLst>
      </pc:sldChg>
      <pc:sldChg chg="del">
        <pc:chgData name="Weifeng Xu" userId="e7aed605-a3dd-4d5a-a692-a87037af107b" providerId="ADAL" clId="{4DC338DC-19C7-41EB-B9B2-C1FF8A2AEED8}" dt="2021-03-06T01:15:56.918" v="2" actId="47"/>
        <pc:sldMkLst>
          <pc:docMk/>
          <pc:sldMk cId="2207446241" sldId="294"/>
        </pc:sldMkLst>
      </pc:sldChg>
      <pc:sldChg chg="del">
        <pc:chgData name="Weifeng Xu" userId="e7aed605-a3dd-4d5a-a692-a87037af107b" providerId="ADAL" clId="{4DC338DC-19C7-41EB-B9B2-C1FF8A2AEED8}" dt="2021-03-06T01:15:57.141" v="3" actId="47"/>
        <pc:sldMkLst>
          <pc:docMk/>
          <pc:sldMk cId="2224677796" sldId="297"/>
        </pc:sldMkLst>
      </pc:sldChg>
      <pc:sldChg chg="del">
        <pc:chgData name="Weifeng Xu" userId="e7aed605-a3dd-4d5a-a692-a87037af107b" providerId="ADAL" clId="{4DC338DC-19C7-41EB-B9B2-C1FF8A2AEED8}" dt="2021-03-06T01:15:57.352" v="4" actId="47"/>
        <pc:sldMkLst>
          <pc:docMk/>
          <pc:sldMk cId="1105583169" sldId="298"/>
        </pc:sldMkLst>
      </pc:sldChg>
      <pc:sldChg chg="del">
        <pc:chgData name="Weifeng Xu" userId="e7aed605-a3dd-4d5a-a692-a87037af107b" providerId="ADAL" clId="{4DC338DC-19C7-41EB-B9B2-C1FF8A2AEED8}" dt="2021-03-06T01:15:57.773" v="5" actId="47"/>
        <pc:sldMkLst>
          <pc:docMk/>
          <pc:sldMk cId="3471057309" sldId="299"/>
        </pc:sldMkLst>
      </pc:sldChg>
      <pc:sldChg chg="del">
        <pc:chgData name="Weifeng Xu" userId="e7aed605-a3dd-4d5a-a692-a87037af107b" providerId="ADAL" clId="{4DC338DC-19C7-41EB-B9B2-C1FF8A2AEED8}" dt="2021-03-06T01:15:58.558" v="7" actId="47"/>
        <pc:sldMkLst>
          <pc:docMk/>
          <pc:sldMk cId="877061006" sldId="300"/>
        </pc:sldMkLst>
      </pc:sldChg>
      <pc:sldChg chg="del">
        <pc:chgData name="Weifeng Xu" userId="e7aed605-a3dd-4d5a-a692-a87037af107b" providerId="ADAL" clId="{4DC338DC-19C7-41EB-B9B2-C1FF8A2AEED8}" dt="2021-03-06T01:15:58.739" v="8" actId="47"/>
        <pc:sldMkLst>
          <pc:docMk/>
          <pc:sldMk cId="2343196982" sldId="301"/>
        </pc:sldMkLst>
      </pc:sldChg>
      <pc:sldChg chg="del">
        <pc:chgData name="Weifeng Xu" userId="e7aed605-a3dd-4d5a-a692-a87037af107b" providerId="ADAL" clId="{4DC338DC-19C7-41EB-B9B2-C1FF8A2AEED8}" dt="2021-03-06T01:16:00.971" v="17" actId="47"/>
        <pc:sldMkLst>
          <pc:docMk/>
          <pc:sldMk cId="493733997" sldId="302"/>
        </pc:sldMkLst>
      </pc:sldChg>
      <pc:sldChg chg="del">
        <pc:chgData name="Weifeng Xu" userId="e7aed605-a3dd-4d5a-a692-a87037af107b" providerId="ADAL" clId="{4DC338DC-19C7-41EB-B9B2-C1FF8A2AEED8}" dt="2021-03-06T01:15:58.930" v="9" actId="47"/>
        <pc:sldMkLst>
          <pc:docMk/>
          <pc:sldMk cId="3476121000" sldId="303"/>
        </pc:sldMkLst>
      </pc:sldChg>
      <pc:sldChg chg="modSp mod">
        <pc:chgData name="Weifeng Xu" userId="e7aed605-a3dd-4d5a-a692-a87037af107b" providerId="ADAL" clId="{4DC338DC-19C7-41EB-B9B2-C1FF8A2AEED8}" dt="2021-03-12T14:19:00.952" v="78" actId="20577"/>
        <pc:sldMkLst>
          <pc:docMk/>
          <pc:sldMk cId="53763807" sldId="304"/>
        </pc:sldMkLst>
      </pc:sldChg>
      <pc:sldChg chg="del">
        <pc:chgData name="Weifeng Xu" userId="e7aed605-a3dd-4d5a-a692-a87037af107b" providerId="ADAL" clId="{4DC338DC-19C7-41EB-B9B2-C1FF8A2AEED8}" dt="2021-03-06T01:15:59.145" v="10" actId="47"/>
        <pc:sldMkLst>
          <pc:docMk/>
          <pc:sldMk cId="1618462415" sldId="305"/>
        </pc:sldMkLst>
      </pc:sldChg>
      <pc:sldChg chg="del">
        <pc:chgData name="Weifeng Xu" userId="e7aed605-a3dd-4d5a-a692-a87037af107b" providerId="ADAL" clId="{4DC338DC-19C7-41EB-B9B2-C1FF8A2AEED8}" dt="2021-03-06T01:15:59.352" v="11" actId="47"/>
        <pc:sldMkLst>
          <pc:docMk/>
          <pc:sldMk cId="180323046" sldId="306"/>
        </pc:sldMkLst>
      </pc:sldChg>
      <pc:sldChg chg="del">
        <pc:chgData name="Weifeng Xu" userId="e7aed605-a3dd-4d5a-a692-a87037af107b" providerId="ADAL" clId="{4DC338DC-19C7-41EB-B9B2-C1FF8A2AEED8}" dt="2021-03-06T01:16:00.758" v="16" actId="47"/>
        <pc:sldMkLst>
          <pc:docMk/>
          <pc:sldMk cId="3237227748" sldId="307"/>
        </pc:sldMkLst>
      </pc:sldChg>
      <pc:sldChg chg="del">
        <pc:chgData name="Weifeng Xu" userId="e7aed605-a3dd-4d5a-a692-a87037af107b" providerId="ADAL" clId="{4DC338DC-19C7-41EB-B9B2-C1FF8A2AEED8}" dt="2021-03-06T01:16:01.189" v="18" actId="47"/>
        <pc:sldMkLst>
          <pc:docMk/>
          <pc:sldMk cId="1577270902" sldId="308"/>
        </pc:sldMkLst>
      </pc:sldChg>
      <pc:sldChg chg="del">
        <pc:chgData name="Weifeng Xu" userId="e7aed605-a3dd-4d5a-a692-a87037af107b" providerId="ADAL" clId="{4DC338DC-19C7-41EB-B9B2-C1FF8A2AEED8}" dt="2021-03-06T01:16:02.209" v="21" actId="47"/>
        <pc:sldMkLst>
          <pc:docMk/>
          <pc:sldMk cId="181172030" sldId="309"/>
        </pc:sldMkLst>
      </pc:sldChg>
      <pc:sldChg chg="del">
        <pc:chgData name="Weifeng Xu" userId="e7aed605-a3dd-4d5a-a692-a87037af107b" providerId="ADAL" clId="{4DC338DC-19C7-41EB-B9B2-C1FF8A2AEED8}" dt="2021-03-06T01:16:01.572" v="19" actId="47"/>
        <pc:sldMkLst>
          <pc:docMk/>
          <pc:sldMk cId="1809058598" sldId="310"/>
        </pc:sldMkLst>
      </pc:sldChg>
      <pc:sldChg chg="del">
        <pc:chgData name="Weifeng Xu" userId="e7aed605-a3dd-4d5a-a692-a87037af107b" providerId="ADAL" clId="{4DC338DC-19C7-41EB-B9B2-C1FF8A2AEED8}" dt="2021-03-06T01:16:01.968" v="20" actId="47"/>
        <pc:sldMkLst>
          <pc:docMk/>
          <pc:sldMk cId="4192303" sldId="311"/>
        </pc:sldMkLst>
      </pc:sldChg>
      <pc:sldChg chg="del">
        <pc:chgData name="Weifeng Xu" userId="e7aed605-a3dd-4d5a-a692-a87037af107b" providerId="ADAL" clId="{4DC338DC-19C7-41EB-B9B2-C1FF8A2AEED8}" dt="2021-03-06T01:15:59.634" v="12" actId="47"/>
        <pc:sldMkLst>
          <pc:docMk/>
          <pc:sldMk cId="591621681" sldId="312"/>
        </pc:sldMkLst>
      </pc:sldChg>
      <pc:sldChg chg="del">
        <pc:chgData name="Weifeng Xu" userId="e7aed605-a3dd-4d5a-a692-a87037af107b" providerId="ADAL" clId="{4DC338DC-19C7-41EB-B9B2-C1FF8A2AEED8}" dt="2021-03-06T01:15:59.941" v="13" actId="47"/>
        <pc:sldMkLst>
          <pc:docMk/>
          <pc:sldMk cId="214490323" sldId="313"/>
        </pc:sldMkLst>
      </pc:sldChg>
      <pc:sldChg chg="del">
        <pc:chgData name="Weifeng Xu" userId="e7aed605-a3dd-4d5a-a692-a87037af107b" providerId="ADAL" clId="{4DC338DC-19C7-41EB-B9B2-C1FF8A2AEED8}" dt="2021-03-06T01:16:00.176" v="14" actId="47"/>
        <pc:sldMkLst>
          <pc:docMk/>
          <pc:sldMk cId="3337387503" sldId="318"/>
        </pc:sldMkLst>
      </pc:sldChg>
      <pc:sldChg chg="del">
        <pc:chgData name="Weifeng Xu" userId="e7aed605-a3dd-4d5a-a692-a87037af107b" providerId="ADAL" clId="{4DC338DC-19C7-41EB-B9B2-C1FF8A2AEED8}" dt="2021-03-06T01:16:00.511" v="15" actId="47"/>
        <pc:sldMkLst>
          <pc:docMk/>
          <pc:sldMk cId="2446382234" sldId="319"/>
        </pc:sldMkLst>
      </pc:sldChg>
      <pc:sldChg chg="del">
        <pc:chgData name="Weifeng Xu" userId="e7aed605-a3dd-4d5a-a692-a87037af107b" providerId="ADAL" clId="{4DC338DC-19C7-41EB-B9B2-C1FF8A2AEED8}" dt="2021-03-06T01:16:02.572" v="22" actId="47"/>
        <pc:sldMkLst>
          <pc:docMk/>
          <pc:sldMk cId="3877897741" sldId="320"/>
        </pc:sldMkLst>
      </pc:sldChg>
      <pc:sldChg chg="del">
        <pc:chgData name="Weifeng Xu" userId="e7aed605-a3dd-4d5a-a692-a87037af107b" providerId="ADAL" clId="{4DC338DC-19C7-41EB-B9B2-C1FF8A2AEED8}" dt="2021-03-06T01:16:02.772" v="23" actId="47"/>
        <pc:sldMkLst>
          <pc:docMk/>
          <pc:sldMk cId="926804527" sldId="321"/>
        </pc:sldMkLst>
      </pc:sldChg>
      <pc:sldChg chg="add del">
        <pc:chgData name="Weifeng Xu" userId="e7aed605-a3dd-4d5a-a692-a87037af107b" providerId="ADAL" clId="{4DC338DC-19C7-41EB-B9B2-C1FF8A2AEED8}" dt="2021-03-06T01:16:10.808" v="26" actId="47"/>
        <pc:sldMkLst>
          <pc:docMk/>
          <pc:sldMk cId="3506800452" sldId="322"/>
        </pc:sldMkLst>
      </pc:sldChg>
      <pc:sldChg chg="addSp modSp new mod modClrScheme chgLayout modNotesTx">
        <pc:chgData name="Weifeng Xu" userId="e7aed605-a3dd-4d5a-a692-a87037af107b" providerId="ADAL" clId="{4DC338DC-19C7-41EB-B9B2-C1FF8A2AEED8}" dt="2021-03-06T15:11:17.157" v="45"/>
        <pc:sldMkLst>
          <pc:docMk/>
          <pc:sldMk cId="3192494774" sldId="330"/>
        </pc:sldMkLst>
      </pc:sldChg>
      <pc:sldChg chg="new del">
        <pc:chgData name="Weifeng Xu" userId="e7aed605-a3dd-4d5a-a692-a87037af107b" providerId="ADAL" clId="{4DC338DC-19C7-41EB-B9B2-C1FF8A2AEED8}" dt="2021-03-06T15:07:54.310" v="28" actId="680"/>
        <pc:sldMkLst>
          <pc:docMk/>
          <pc:sldMk cId="3204093995" sldId="330"/>
        </pc:sldMkLst>
      </pc:sldChg>
      <pc:sldChg chg="addSp delSp modSp new mod modClrScheme chgLayout modNotesTx">
        <pc:chgData name="Weifeng Xu" userId="e7aed605-a3dd-4d5a-a692-a87037af107b" providerId="ADAL" clId="{4DC338DC-19C7-41EB-B9B2-C1FF8A2AEED8}" dt="2021-03-06T15:23:18.494" v="68"/>
        <pc:sldMkLst>
          <pc:docMk/>
          <pc:sldMk cId="2786836983" sldId="331"/>
        </pc:sldMkLst>
      </pc:sldChg>
      <pc:sldChg chg="new del">
        <pc:chgData name="Weifeng Xu" userId="e7aed605-a3dd-4d5a-a692-a87037af107b" providerId="ADAL" clId="{4DC338DC-19C7-41EB-B9B2-C1FF8A2AEED8}" dt="2021-03-06T15:39:53.920" v="76" actId="47"/>
        <pc:sldMkLst>
          <pc:docMk/>
          <pc:sldMk cId="4264100167" sldId="332"/>
        </pc:sldMkLst>
      </pc:sldChg>
      <pc:sldChg chg="addSp modSp new mod">
        <pc:chgData name="Weifeng Xu" userId="e7aed605-a3dd-4d5a-a692-a87037af107b" providerId="ADAL" clId="{4DC338DC-19C7-41EB-B9B2-C1FF8A2AEED8}" dt="2021-03-06T15:24:59.767" v="75" actId="14100"/>
        <pc:sldMkLst>
          <pc:docMk/>
          <pc:sldMk cId="3230497500" sldId="333"/>
        </pc:sldMkLst>
      </pc:sldChg>
    </pc:docChg>
  </pc:docChgLst>
  <pc:docChgLst>
    <pc:chgData name="Weifeng Xu" userId="e7aed605-a3dd-4d5a-a692-a87037af107b" providerId="ADAL" clId="{AA256C9C-DD0A-4A24-AECC-DADA2E819996}"/>
    <pc:docChg chg="undo redo custSel addSld delSld modSld sldOrd">
      <pc:chgData name="Weifeng Xu" userId="e7aed605-a3dd-4d5a-a692-a87037af107b" providerId="ADAL" clId="{AA256C9C-DD0A-4A24-AECC-DADA2E819996}" dt="2021-03-06T01:10:00.999" v="10634" actId="47"/>
      <pc:docMkLst>
        <pc:docMk/>
      </pc:docMkLst>
      <pc:sldChg chg="modSp new mod modNotesTx">
        <pc:chgData name="Weifeng Xu" userId="e7aed605-a3dd-4d5a-a692-a87037af107b" providerId="ADAL" clId="{AA256C9C-DD0A-4A24-AECC-DADA2E819996}" dt="2021-03-05T19:45:20.383" v="9957" actId="6549"/>
        <pc:sldMkLst>
          <pc:docMk/>
          <pc:sldMk cId="1323245308" sldId="256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2-26T22:11:14.469" v="900" actId="33524"/>
        <pc:sldMkLst>
          <pc:docMk/>
          <pc:sldMk cId="594714798" sldId="257"/>
        </pc:sldMkLst>
      </pc:sldChg>
      <pc:sldChg chg="addSp modSp new mod modNotesTx">
        <pc:chgData name="Weifeng Xu" userId="e7aed605-a3dd-4d5a-a692-a87037af107b" providerId="ADAL" clId="{AA256C9C-DD0A-4A24-AECC-DADA2E819996}" dt="2021-02-26T15:41:14.219" v="142" actId="1076"/>
        <pc:sldMkLst>
          <pc:docMk/>
          <pc:sldMk cId="824954207" sldId="258"/>
        </pc:sldMkLst>
      </pc:sldChg>
      <pc:sldChg chg="del">
        <pc:chgData name="Weifeng Xu" userId="e7aed605-a3dd-4d5a-a692-a87037af107b" providerId="ADAL" clId="{AA256C9C-DD0A-4A24-AECC-DADA2E819996}" dt="2021-02-26T14:47:33.980" v="0" actId="47"/>
        <pc:sldMkLst>
          <pc:docMk/>
          <pc:sldMk cId="1392771324" sldId="258"/>
        </pc:sldMkLst>
      </pc:sldChg>
      <pc:sldChg chg="addSp delSp modSp new mod setBg addAnim delAnim modNotesTx">
        <pc:chgData name="Weifeng Xu" userId="e7aed605-a3dd-4d5a-a692-a87037af107b" providerId="ADAL" clId="{AA256C9C-DD0A-4A24-AECC-DADA2E819996}" dt="2021-02-26T15:55:53.438" v="211" actId="26606"/>
        <pc:sldMkLst>
          <pc:docMk/>
          <pc:sldMk cId="357665137" sldId="259"/>
        </pc:sldMkLst>
      </pc:sldChg>
      <pc:sldChg chg="del">
        <pc:chgData name="Weifeng Xu" userId="e7aed605-a3dd-4d5a-a692-a87037af107b" providerId="ADAL" clId="{AA256C9C-DD0A-4A24-AECC-DADA2E819996}" dt="2021-02-26T14:47:34.111" v="1" actId="47"/>
        <pc:sldMkLst>
          <pc:docMk/>
          <pc:sldMk cId="2206727044" sldId="259"/>
        </pc:sldMkLst>
      </pc:sldChg>
      <pc:sldChg chg="addSp delSp modSp new mod ord modClrScheme chgLayout modNotesTx">
        <pc:chgData name="Weifeng Xu" userId="e7aed605-a3dd-4d5a-a692-a87037af107b" providerId="ADAL" clId="{AA256C9C-DD0A-4A24-AECC-DADA2E819996}" dt="2021-02-28T19:42:06.059" v="3496" actId="1076"/>
        <pc:sldMkLst>
          <pc:docMk/>
          <pc:sldMk cId="838394385" sldId="260"/>
        </pc:sldMkLst>
      </pc:sldChg>
      <pc:sldChg chg="del">
        <pc:chgData name="Weifeng Xu" userId="e7aed605-a3dd-4d5a-a692-a87037af107b" providerId="ADAL" clId="{AA256C9C-DD0A-4A24-AECC-DADA2E819996}" dt="2021-02-26T14:47:34.265" v="2" actId="47"/>
        <pc:sldMkLst>
          <pc:docMk/>
          <pc:sldMk cId="3022601266" sldId="260"/>
        </pc:sldMkLst>
      </pc:sldChg>
      <pc:sldChg chg="del">
        <pc:chgData name="Weifeng Xu" userId="e7aed605-a3dd-4d5a-a692-a87037af107b" providerId="ADAL" clId="{AA256C9C-DD0A-4A24-AECC-DADA2E819996}" dt="2021-02-26T14:47:34.460" v="3" actId="47"/>
        <pc:sldMkLst>
          <pc:docMk/>
          <pc:sldMk cId="1449920218" sldId="261"/>
        </pc:sldMkLst>
      </pc:sldChg>
      <pc:sldChg chg="addSp delSp modSp new mod setBg setClrOvrMap modNotesTx">
        <pc:chgData name="Weifeng Xu" userId="e7aed605-a3dd-4d5a-a692-a87037af107b" providerId="ADAL" clId="{AA256C9C-DD0A-4A24-AECC-DADA2E819996}" dt="2021-02-26T23:24:42.894" v="922" actId="20577"/>
        <pc:sldMkLst>
          <pc:docMk/>
          <pc:sldMk cId="1539245675" sldId="261"/>
        </pc:sldMkLst>
      </pc:sldChg>
      <pc:sldChg chg="del">
        <pc:chgData name="Weifeng Xu" userId="e7aed605-a3dd-4d5a-a692-a87037af107b" providerId="ADAL" clId="{AA256C9C-DD0A-4A24-AECC-DADA2E819996}" dt="2021-02-26T14:47:34.558" v="4" actId="47"/>
        <pc:sldMkLst>
          <pc:docMk/>
          <pc:sldMk cId="3028204050" sldId="262"/>
        </pc:sldMkLst>
      </pc:sldChg>
      <pc:sldChg chg="addSp delSp modSp new mod setBg">
        <pc:chgData name="Weifeng Xu" userId="e7aed605-a3dd-4d5a-a692-a87037af107b" providerId="ADAL" clId="{AA256C9C-DD0A-4A24-AECC-DADA2E819996}" dt="2021-02-26T23:24:33.191" v="921" actId="6549"/>
        <pc:sldMkLst>
          <pc:docMk/>
          <pc:sldMk cId="3347624405" sldId="262"/>
        </pc:sldMkLst>
      </pc:sldChg>
      <pc:sldChg chg="modSp new mod">
        <pc:chgData name="Weifeng Xu" userId="e7aed605-a3dd-4d5a-a692-a87037af107b" providerId="ADAL" clId="{AA256C9C-DD0A-4A24-AECC-DADA2E819996}" dt="2021-02-26T22:07:44.144" v="887" actId="313"/>
        <pc:sldMkLst>
          <pc:docMk/>
          <pc:sldMk cId="523254660" sldId="263"/>
        </pc:sldMkLst>
      </pc:sldChg>
      <pc:sldChg chg="del">
        <pc:chgData name="Weifeng Xu" userId="e7aed605-a3dd-4d5a-a692-a87037af107b" providerId="ADAL" clId="{AA256C9C-DD0A-4A24-AECC-DADA2E819996}" dt="2021-02-26T14:47:34.851" v="6" actId="47"/>
        <pc:sldMkLst>
          <pc:docMk/>
          <pc:sldMk cId="2219828795" sldId="263"/>
        </pc:sldMkLst>
      </pc:sldChg>
      <pc:sldChg chg="del">
        <pc:chgData name="Weifeng Xu" userId="e7aed605-a3dd-4d5a-a692-a87037af107b" providerId="ADAL" clId="{AA256C9C-DD0A-4A24-AECC-DADA2E819996}" dt="2021-02-26T14:47:35.014" v="7" actId="47"/>
        <pc:sldMkLst>
          <pc:docMk/>
          <pc:sldMk cId="266696141" sldId="264"/>
        </pc:sldMkLst>
      </pc:sldChg>
      <pc:sldChg chg="addSp delSp modSp new mod setBg modClrScheme chgLayout modNotesTx">
        <pc:chgData name="Weifeng Xu" userId="e7aed605-a3dd-4d5a-a692-a87037af107b" providerId="ADAL" clId="{AA256C9C-DD0A-4A24-AECC-DADA2E819996}" dt="2021-02-28T14:40:33.310" v="2566" actId="1076"/>
        <pc:sldMkLst>
          <pc:docMk/>
          <pc:sldMk cId="1483570226" sldId="264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6T00:11:56.294" v="10594" actId="20577"/>
        <pc:sldMkLst>
          <pc:docMk/>
          <pc:sldMk cId="1005714408" sldId="265"/>
        </pc:sldMkLst>
      </pc:sldChg>
      <pc:sldChg chg="del">
        <pc:chgData name="Weifeng Xu" userId="e7aed605-a3dd-4d5a-a692-a87037af107b" providerId="ADAL" clId="{AA256C9C-DD0A-4A24-AECC-DADA2E819996}" dt="2021-02-26T14:47:34.700" v="5" actId="47"/>
        <pc:sldMkLst>
          <pc:docMk/>
          <pc:sldMk cId="3192448814" sldId="265"/>
        </pc:sldMkLst>
      </pc:sldChg>
      <pc:sldChg chg="addSp delSp modSp new mod modNotesTx">
        <pc:chgData name="Weifeng Xu" userId="e7aed605-a3dd-4d5a-a692-a87037af107b" providerId="ADAL" clId="{AA256C9C-DD0A-4A24-AECC-DADA2E819996}" dt="2021-03-05T21:40:51.971" v="10420" actId="108"/>
        <pc:sldMkLst>
          <pc:docMk/>
          <pc:sldMk cId="2103126633" sldId="266"/>
        </pc:sldMkLst>
      </pc:sldChg>
      <pc:sldChg chg="addSp delSp modSp add mod">
        <pc:chgData name="Weifeng Xu" userId="e7aed605-a3dd-4d5a-a692-a87037af107b" providerId="ADAL" clId="{AA256C9C-DD0A-4A24-AECC-DADA2E819996}" dt="2021-03-05T22:13:51.978" v="10530" actId="1076"/>
        <pc:sldMkLst>
          <pc:docMk/>
          <pc:sldMk cId="2454898931" sldId="267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4:00:27.335" v="2028" actId="20577"/>
        <pc:sldMkLst>
          <pc:docMk/>
          <pc:sldMk cId="927007670" sldId="268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4:01:21.829" v="2041" actId="20577"/>
        <pc:sldMkLst>
          <pc:docMk/>
          <pc:sldMk cId="1151958853" sldId="269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4:04:18.155" v="2106" actId="108"/>
        <pc:sldMkLst>
          <pc:docMk/>
          <pc:sldMk cId="2256375109" sldId="270"/>
        </pc:sldMkLst>
      </pc:sldChg>
      <pc:sldChg chg="modSp new mod">
        <pc:chgData name="Weifeng Xu" userId="e7aed605-a3dd-4d5a-a692-a87037af107b" providerId="ADAL" clId="{AA256C9C-DD0A-4A24-AECC-DADA2E819996}" dt="2021-02-28T14:21:39.487" v="2435" actId="20577"/>
        <pc:sldMkLst>
          <pc:docMk/>
          <pc:sldMk cId="1000008397" sldId="271"/>
        </pc:sldMkLst>
      </pc:sldChg>
      <pc:sldChg chg="addSp delSp modSp new mod setBg modClrScheme chgLayout modNotesTx">
        <pc:chgData name="Weifeng Xu" userId="e7aed605-a3dd-4d5a-a692-a87037af107b" providerId="ADAL" clId="{AA256C9C-DD0A-4A24-AECC-DADA2E819996}" dt="2021-02-28T14:31:55.580" v="2490" actId="20577"/>
        <pc:sldMkLst>
          <pc:docMk/>
          <pc:sldMk cId="3702491373" sldId="272"/>
        </pc:sldMkLst>
      </pc:sldChg>
      <pc:sldChg chg="addSp delSp modSp new mod setBg modNotesTx">
        <pc:chgData name="Weifeng Xu" userId="e7aed605-a3dd-4d5a-a692-a87037af107b" providerId="ADAL" clId="{AA256C9C-DD0A-4A24-AECC-DADA2E819996}" dt="2021-03-02T22:18:23.789" v="6246" actId="1076"/>
        <pc:sldMkLst>
          <pc:docMk/>
          <pc:sldMk cId="4260313878" sldId="273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5:06:57.285" v="2657" actId="20577"/>
        <pc:sldMkLst>
          <pc:docMk/>
          <pc:sldMk cId="3090718351" sldId="274"/>
        </pc:sldMkLst>
      </pc:sldChg>
      <pc:sldChg chg="addSp delSp modSp new mod setBg modClrScheme chgLayout">
        <pc:chgData name="Weifeng Xu" userId="e7aed605-a3dd-4d5a-a692-a87037af107b" providerId="ADAL" clId="{AA256C9C-DD0A-4A24-AECC-DADA2E819996}" dt="2021-02-28T15:13:37.857" v="2729" actId="14100"/>
        <pc:sldMkLst>
          <pc:docMk/>
          <pc:sldMk cId="3821000861" sldId="275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5:20:40.196" v="2732"/>
        <pc:sldMkLst>
          <pc:docMk/>
          <pc:sldMk cId="1773513139" sldId="276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5:56:44.237" v="2943" actId="20577"/>
        <pc:sldMkLst>
          <pc:docMk/>
          <pc:sldMk cId="4164042851" sldId="277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5:22:22.343" v="2738"/>
        <pc:sldMkLst>
          <pc:docMk/>
          <pc:sldMk cId="110160891" sldId="278"/>
        </pc:sldMkLst>
      </pc:sldChg>
      <pc:sldChg chg="addSp delSp modSp new mod setBg modClrScheme chgLayout modNotesTx">
        <pc:chgData name="Weifeng Xu" userId="e7aed605-a3dd-4d5a-a692-a87037af107b" providerId="ADAL" clId="{AA256C9C-DD0A-4A24-AECC-DADA2E819996}" dt="2021-03-02T22:11:27.734" v="6170" actId="6549"/>
        <pc:sldMkLst>
          <pc:docMk/>
          <pc:sldMk cId="2351248153" sldId="279"/>
        </pc:sldMkLst>
      </pc:sldChg>
      <pc:sldChg chg="modSp new mod">
        <pc:chgData name="Weifeng Xu" userId="e7aed605-a3dd-4d5a-a692-a87037af107b" providerId="ADAL" clId="{AA256C9C-DD0A-4A24-AECC-DADA2E819996}" dt="2021-02-28T20:10:50.835" v="3559" actId="108"/>
        <pc:sldMkLst>
          <pc:docMk/>
          <pc:sldMk cId="3156258806" sldId="280"/>
        </pc:sldMkLst>
      </pc:sldChg>
      <pc:sldChg chg="modSp add mod modNotesTx">
        <pc:chgData name="Weifeng Xu" userId="e7aed605-a3dd-4d5a-a692-a87037af107b" providerId="ADAL" clId="{AA256C9C-DD0A-4A24-AECC-DADA2E819996}" dt="2021-03-02T21:19:08.375" v="6004" actId="6549"/>
        <pc:sldMkLst>
          <pc:docMk/>
          <pc:sldMk cId="3873850888" sldId="281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9:36:40.354" v="3477" actId="20577"/>
        <pc:sldMkLst>
          <pc:docMk/>
          <pc:sldMk cId="4291129217" sldId="282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2T00:21:41.524" v="5407" actId="20577"/>
        <pc:sldMkLst>
          <pc:docMk/>
          <pc:sldMk cId="1345239187" sldId="283"/>
        </pc:sldMkLst>
      </pc:sldChg>
      <pc:sldChg chg="addSp delSp modSp new mod ord modClrScheme chgLayout modNotesTx">
        <pc:chgData name="Weifeng Xu" userId="e7aed605-a3dd-4d5a-a692-a87037af107b" providerId="ADAL" clId="{AA256C9C-DD0A-4A24-AECC-DADA2E819996}" dt="2021-03-03T01:20:43.061" v="6949" actId="207"/>
        <pc:sldMkLst>
          <pc:docMk/>
          <pc:sldMk cId="988206790" sldId="284"/>
        </pc:sldMkLst>
      </pc:sldChg>
      <pc:sldChg chg="addSp delSp modSp new mod setBg">
        <pc:chgData name="Weifeng Xu" userId="e7aed605-a3dd-4d5a-a692-a87037af107b" providerId="ADAL" clId="{AA256C9C-DD0A-4A24-AECC-DADA2E819996}" dt="2021-03-03T01:20:47.873" v="6950" actId="207"/>
        <pc:sldMkLst>
          <pc:docMk/>
          <pc:sldMk cId="848153081" sldId="285"/>
        </pc:sldMkLst>
      </pc:sldChg>
      <pc:sldChg chg="addSp modSp new mod modClrScheme chgLayout modNotesTx">
        <pc:chgData name="Weifeng Xu" userId="e7aed605-a3dd-4d5a-a692-a87037af107b" providerId="ADAL" clId="{AA256C9C-DD0A-4A24-AECC-DADA2E819996}" dt="2021-03-03T01:06:48.381" v="6773" actId="27636"/>
        <pc:sldMkLst>
          <pc:docMk/>
          <pc:sldMk cId="319929686" sldId="286"/>
        </pc:sldMkLst>
      </pc:sldChg>
      <pc:sldChg chg="addSp delSp modSp new mod modClrScheme chgLayout">
        <pc:chgData name="Weifeng Xu" userId="e7aed605-a3dd-4d5a-a692-a87037af107b" providerId="ADAL" clId="{AA256C9C-DD0A-4A24-AECC-DADA2E819996}" dt="2021-03-01T02:11:54.831" v="4792" actId="313"/>
        <pc:sldMkLst>
          <pc:docMk/>
          <pc:sldMk cId="2783025053" sldId="287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2T20:12:05.995" v="5975" actId="114"/>
        <pc:sldMkLst>
          <pc:docMk/>
          <pc:sldMk cId="114776636" sldId="288"/>
        </pc:sldMkLst>
      </pc:sldChg>
      <pc:sldChg chg="addSp delSp modSp new mod setBg modClrScheme chgLayout modNotesTx">
        <pc:chgData name="Weifeng Xu" userId="e7aed605-a3dd-4d5a-a692-a87037af107b" providerId="ADAL" clId="{AA256C9C-DD0A-4A24-AECC-DADA2E819996}" dt="2021-03-01T20:15:14.639" v="5131" actId="14100"/>
        <pc:sldMkLst>
          <pc:docMk/>
          <pc:sldMk cId="3622009093" sldId="289"/>
        </pc:sldMkLst>
      </pc:sldChg>
      <pc:sldChg chg="addSp delSp modSp new mod setBg modNotesTx">
        <pc:chgData name="Weifeng Xu" userId="e7aed605-a3dd-4d5a-a692-a87037af107b" providerId="ADAL" clId="{AA256C9C-DD0A-4A24-AECC-DADA2E819996}" dt="2021-03-01T15:40:09.662" v="4901" actId="11529"/>
        <pc:sldMkLst>
          <pc:docMk/>
          <pc:sldMk cId="1554022807" sldId="290"/>
        </pc:sldMkLst>
      </pc:sldChg>
      <pc:sldChg chg="addSp delSp modSp new del mod modClrScheme chgLayout">
        <pc:chgData name="Weifeng Xu" userId="e7aed605-a3dd-4d5a-a692-a87037af107b" providerId="ADAL" clId="{AA256C9C-DD0A-4A24-AECC-DADA2E819996}" dt="2021-03-01T20:29:24.171" v="5132" actId="47"/>
        <pc:sldMkLst>
          <pc:docMk/>
          <pc:sldMk cId="827751928" sldId="291"/>
        </pc:sldMkLst>
      </pc:sldChg>
      <pc:sldChg chg="addSp delSp modSp new del mod ord setBg">
        <pc:chgData name="Weifeng Xu" userId="e7aed605-a3dd-4d5a-a692-a87037af107b" providerId="ADAL" clId="{AA256C9C-DD0A-4A24-AECC-DADA2E819996}" dt="2021-03-01T19:58:03.679" v="5073" actId="47"/>
        <pc:sldMkLst>
          <pc:docMk/>
          <pc:sldMk cId="3822761523" sldId="292"/>
        </pc:sldMkLst>
      </pc:sldChg>
      <pc:sldChg chg="addSp delSp modSp new mod ord modNotesTx">
        <pc:chgData name="Weifeng Xu" userId="e7aed605-a3dd-4d5a-a692-a87037af107b" providerId="ADAL" clId="{AA256C9C-DD0A-4A24-AECC-DADA2E819996}" dt="2021-03-01T20:08:39.822" v="5122" actId="1076"/>
        <pc:sldMkLst>
          <pc:docMk/>
          <pc:sldMk cId="1757879576" sldId="293"/>
        </pc:sldMkLst>
      </pc:sldChg>
      <pc:sldChg chg="addSp modSp new mod">
        <pc:chgData name="Weifeng Xu" userId="e7aed605-a3dd-4d5a-a692-a87037af107b" providerId="ADAL" clId="{AA256C9C-DD0A-4A24-AECC-DADA2E819996}" dt="2021-03-01T20:44:25.886" v="5190" actId="14100"/>
        <pc:sldMkLst>
          <pc:docMk/>
          <pc:sldMk cId="2207446241" sldId="294"/>
        </pc:sldMkLst>
      </pc:sldChg>
      <pc:sldChg chg="addSp delSp modSp new del mod setBg chgLayout">
        <pc:chgData name="Weifeng Xu" userId="e7aed605-a3dd-4d5a-a692-a87037af107b" providerId="ADAL" clId="{AA256C9C-DD0A-4A24-AECC-DADA2E819996}" dt="2021-03-03T15:27:12.431" v="7115" actId="47"/>
        <pc:sldMkLst>
          <pc:docMk/>
          <pc:sldMk cId="4055577986" sldId="295"/>
        </pc:sldMkLst>
      </pc:sldChg>
      <pc:sldChg chg="addSp delSp modSp new mod modClrScheme chgLayout">
        <pc:chgData name="Weifeng Xu" userId="e7aed605-a3dd-4d5a-a692-a87037af107b" providerId="ADAL" clId="{AA256C9C-DD0A-4A24-AECC-DADA2E819996}" dt="2021-03-02T00:19:02.511" v="5333"/>
        <pc:sldMkLst>
          <pc:docMk/>
          <pc:sldMk cId="2323005149" sldId="296"/>
        </pc:sldMkLst>
      </pc:sldChg>
      <pc:sldChg chg="addSp delSp modSp new mod ord modClrScheme chgLayout modNotesTx">
        <pc:chgData name="Weifeng Xu" userId="e7aed605-a3dd-4d5a-a692-a87037af107b" providerId="ADAL" clId="{AA256C9C-DD0A-4A24-AECC-DADA2E819996}" dt="2021-03-02T20:23:07.964" v="5989" actId="13822"/>
        <pc:sldMkLst>
          <pc:docMk/>
          <pc:sldMk cId="2224677796" sldId="297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2T02:38:46.566" v="5710" actId="1076"/>
        <pc:sldMkLst>
          <pc:docMk/>
          <pc:sldMk cId="1105583169" sldId="298"/>
        </pc:sldMkLst>
      </pc:sldChg>
      <pc:sldChg chg="addSp delSp modSp new mod modNotesTx">
        <pc:chgData name="Weifeng Xu" userId="e7aed605-a3dd-4d5a-a692-a87037af107b" providerId="ADAL" clId="{AA256C9C-DD0A-4A24-AECC-DADA2E819996}" dt="2021-03-03T15:30:40.779" v="7131" actId="14100"/>
        <pc:sldMkLst>
          <pc:docMk/>
          <pc:sldMk cId="3471057309" sldId="299"/>
        </pc:sldMkLst>
      </pc:sldChg>
      <pc:sldChg chg="addSp delSp modSp new mod setBg modNotesTx">
        <pc:chgData name="Weifeng Xu" userId="e7aed605-a3dd-4d5a-a692-a87037af107b" providerId="ADAL" clId="{AA256C9C-DD0A-4A24-AECC-DADA2E819996}" dt="2021-03-02T03:37:31.474" v="5973"/>
        <pc:sldMkLst>
          <pc:docMk/>
          <pc:sldMk cId="877061006" sldId="300"/>
        </pc:sldMkLst>
      </pc:sldChg>
      <pc:sldChg chg="addSp delSp modSp new mod setBg modClrScheme delDesignElem chgLayout">
        <pc:chgData name="Weifeng Xu" userId="e7aed605-a3dd-4d5a-a692-a87037af107b" providerId="ADAL" clId="{AA256C9C-DD0A-4A24-AECC-DADA2E819996}" dt="2021-03-03T00:22:42.415" v="6552" actId="700"/>
        <pc:sldMkLst>
          <pc:docMk/>
          <pc:sldMk cId="2343196982" sldId="301"/>
        </pc:sldMkLst>
      </pc:sldChg>
      <pc:sldChg chg="addSp delSp modSp new mod setBg setClrOvrMap modNotesTx">
        <pc:chgData name="Weifeng Xu" userId="e7aed605-a3dd-4d5a-a692-a87037af107b" providerId="ADAL" clId="{AA256C9C-DD0A-4A24-AECC-DADA2E819996}" dt="2021-03-04T01:33:36.099" v="7893" actId="20577"/>
        <pc:sldMkLst>
          <pc:docMk/>
          <pc:sldMk cId="493733997" sldId="302"/>
        </pc:sldMkLst>
      </pc:sldChg>
      <pc:sldChg chg="addSp delSp modSp new mod modClrScheme chgLayout">
        <pc:chgData name="Weifeng Xu" userId="e7aed605-a3dd-4d5a-a692-a87037af107b" providerId="ADAL" clId="{AA256C9C-DD0A-4A24-AECC-DADA2E819996}" dt="2021-03-03T00:26:19.695" v="6619" actId="114"/>
        <pc:sldMkLst>
          <pc:docMk/>
          <pc:sldMk cId="3476121000" sldId="303"/>
        </pc:sldMkLst>
      </pc:sldChg>
      <pc:sldChg chg="addSp modSp new mod">
        <pc:chgData name="Weifeng Xu" userId="e7aed605-a3dd-4d5a-a692-a87037af107b" providerId="ADAL" clId="{AA256C9C-DD0A-4A24-AECC-DADA2E819996}" dt="2021-03-03T15:26:49.354" v="7114" actId="1076"/>
        <pc:sldMkLst>
          <pc:docMk/>
          <pc:sldMk cId="53763807" sldId="304"/>
        </pc:sldMkLst>
      </pc:sldChg>
      <pc:sldChg chg="addSp modSp new mod modClrScheme chgLayout modNotesTx">
        <pc:chgData name="Weifeng Xu" userId="e7aed605-a3dd-4d5a-a692-a87037af107b" providerId="ADAL" clId="{AA256C9C-DD0A-4A24-AECC-DADA2E819996}" dt="2021-03-03T16:13:57.251" v="7181" actId="313"/>
        <pc:sldMkLst>
          <pc:docMk/>
          <pc:sldMk cId="1618462415" sldId="305"/>
        </pc:sldMkLst>
      </pc:sldChg>
      <pc:sldChg chg="addSp delSp modSp new mod setBg modNotesTx">
        <pc:chgData name="Weifeng Xu" userId="e7aed605-a3dd-4d5a-a692-a87037af107b" providerId="ADAL" clId="{AA256C9C-DD0A-4A24-AECC-DADA2E819996}" dt="2021-03-03T20:13:27.354" v="7393" actId="13822"/>
        <pc:sldMkLst>
          <pc:docMk/>
          <pc:sldMk cId="180323046" sldId="306"/>
        </pc:sldMkLst>
      </pc:sldChg>
      <pc:sldChg chg="addSp modSp new mod modNotesTx">
        <pc:chgData name="Weifeng Xu" userId="e7aed605-a3dd-4d5a-a692-a87037af107b" providerId="ADAL" clId="{AA256C9C-DD0A-4A24-AECC-DADA2E819996}" dt="2021-03-04T01:01:21.648" v="7429" actId="20577"/>
        <pc:sldMkLst>
          <pc:docMk/>
          <pc:sldMk cId="3237227748" sldId="307"/>
        </pc:sldMkLst>
      </pc:sldChg>
      <pc:sldChg chg="addSp delSp modSp new mod setBg modClrScheme chgLayout">
        <pc:chgData name="Weifeng Xu" userId="e7aed605-a3dd-4d5a-a692-a87037af107b" providerId="ADAL" clId="{AA256C9C-DD0A-4A24-AECC-DADA2E819996}" dt="2021-03-04T01:40:04.424" v="7941" actId="313"/>
        <pc:sldMkLst>
          <pc:docMk/>
          <pc:sldMk cId="1577270902" sldId="308"/>
        </pc:sldMkLst>
      </pc:sldChg>
      <pc:sldChg chg="addSp modSp new mod modClrScheme chgLayout modNotesTx">
        <pc:chgData name="Weifeng Xu" userId="e7aed605-a3dd-4d5a-a692-a87037af107b" providerId="ADAL" clId="{AA256C9C-DD0A-4A24-AECC-DADA2E819996}" dt="2021-03-06T00:53:17.866" v="10632" actId="20577"/>
        <pc:sldMkLst>
          <pc:docMk/>
          <pc:sldMk cId="181172030" sldId="309"/>
        </pc:sldMkLst>
      </pc:sldChg>
      <pc:sldChg chg="addSp modSp new mod modNotesTx">
        <pc:chgData name="Weifeng Xu" userId="e7aed605-a3dd-4d5a-a692-a87037af107b" providerId="ADAL" clId="{AA256C9C-DD0A-4A24-AECC-DADA2E819996}" dt="2021-03-04T01:45:11.674" v="8115"/>
        <pc:sldMkLst>
          <pc:docMk/>
          <pc:sldMk cId="1809058598" sldId="310"/>
        </pc:sldMkLst>
      </pc:sldChg>
      <pc:sldChg chg="addSp modSp new mod ord setBg modNotesTx">
        <pc:chgData name="Weifeng Xu" userId="e7aed605-a3dd-4d5a-a692-a87037af107b" providerId="ADAL" clId="{AA256C9C-DD0A-4A24-AECC-DADA2E819996}" dt="2021-03-04T01:52:43.974" v="8121"/>
        <pc:sldMkLst>
          <pc:docMk/>
          <pc:sldMk cId="4192303" sldId="311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4T14:19:28.906" v="8326" actId="20577"/>
        <pc:sldMkLst>
          <pc:docMk/>
          <pc:sldMk cId="591621681" sldId="312"/>
        </pc:sldMkLst>
      </pc:sldChg>
      <pc:sldChg chg="delSp modSp add mod setBg modClrScheme chgLayout">
        <pc:chgData name="Weifeng Xu" userId="e7aed605-a3dd-4d5a-a692-a87037af107b" providerId="ADAL" clId="{AA256C9C-DD0A-4A24-AECC-DADA2E819996}" dt="2021-03-04T14:14:00.727" v="8193" actId="26606"/>
        <pc:sldMkLst>
          <pc:docMk/>
          <pc:sldMk cId="214490323" sldId="313"/>
        </pc:sldMkLst>
      </pc:sldChg>
      <pc:sldChg chg="modSp new del mod ord">
        <pc:chgData name="Weifeng Xu" userId="e7aed605-a3dd-4d5a-a692-a87037af107b" providerId="ADAL" clId="{AA256C9C-DD0A-4A24-AECC-DADA2E819996}" dt="2021-03-06T01:10:00.999" v="10634" actId="47"/>
        <pc:sldMkLst>
          <pc:docMk/>
          <pc:sldMk cId="3728242763" sldId="314"/>
        </pc:sldMkLst>
      </pc:sldChg>
      <pc:sldChg chg="addSp delSp modSp new del mod setBg modClrScheme chgLayout">
        <pc:chgData name="Weifeng Xu" userId="e7aed605-a3dd-4d5a-a692-a87037af107b" providerId="ADAL" clId="{AA256C9C-DD0A-4A24-AECC-DADA2E819996}" dt="2021-03-06T01:07:43.610" v="10633" actId="47"/>
        <pc:sldMkLst>
          <pc:docMk/>
          <pc:sldMk cId="3108349625" sldId="315"/>
        </pc:sldMkLst>
      </pc:sldChg>
      <pc:sldChg chg="addSp modSp new mod modClrScheme chgLayout modNotesTx">
        <pc:chgData name="Weifeng Xu" userId="e7aed605-a3dd-4d5a-a692-a87037af107b" providerId="ADAL" clId="{AA256C9C-DD0A-4A24-AECC-DADA2E819996}" dt="2021-03-04T16:45:39.384" v="9017" actId="6549"/>
        <pc:sldMkLst>
          <pc:docMk/>
          <pc:sldMk cId="4015681537" sldId="316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4T16:34:13.476" v="8898" actId="1076"/>
        <pc:sldMkLst>
          <pc:docMk/>
          <pc:sldMk cId="3632309167" sldId="317"/>
        </pc:sldMkLst>
      </pc:sldChg>
      <pc:sldChg chg="addSp delSp modSp new mod ord setBg modClrScheme chgLayout">
        <pc:chgData name="Weifeng Xu" userId="e7aed605-a3dd-4d5a-a692-a87037af107b" providerId="ADAL" clId="{AA256C9C-DD0A-4A24-AECC-DADA2E819996}" dt="2021-03-04T20:09:51.053" v="9244" actId="1076"/>
        <pc:sldMkLst>
          <pc:docMk/>
          <pc:sldMk cId="3337387503" sldId="318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4T20:02:26.656" v="9210" actId="5793"/>
        <pc:sldMkLst>
          <pc:docMk/>
          <pc:sldMk cId="2446382234" sldId="319"/>
        </pc:sldMkLst>
      </pc:sldChg>
      <pc:sldChg chg="addSp modSp new mod modNotesTx">
        <pc:chgData name="Weifeng Xu" userId="e7aed605-a3dd-4d5a-a692-a87037af107b" providerId="ADAL" clId="{AA256C9C-DD0A-4A24-AECC-DADA2E819996}" dt="2021-03-06T00:50:45.150" v="10627" actId="20577"/>
        <pc:sldMkLst>
          <pc:docMk/>
          <pc:sldMk cId="3877897741" sldId="320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6T00:50:35.757" v="10621" actId="207"/>
        <pc:sldMkLst>
          <pc:docMk/>
          <pc:sldMk cId="926804527" sldId="321"/>
        </pc:sldMkLst>
      </pc:sldChg>
      <pc:sldChg chg="addSp modSp new mod modNotesTx">
        <pc:chgData name="Weifeng Xu" userId="e7aed605-a3dd-4d5a-a692-a87037af107b" providerId="ADAL" clId="{AA256C9C-DD0A-4A24-AECC-DADA2E819996}" dt="2021-03-05T19:56:00.535" v="10087" actId="1076"/>
        <pc:sldMkLst>
          <pc:docMk/>
          <pc:sldMk cId="3506800452" sldId="322"/>
        </pc:sldMkLst>
      </pc:sldChg>
      <pc:sldChg chg="addSp delSp modSp new mod setBg modClrScheme setClrOvrMap chgLayout">
        <pc:chgData name="Weifeng Xu" userId="e7aed605-a3dd-4d5a-a692-a87037af107b" providerId="ADAL" clId="{AA256C9C-DD0A-4A24-AECC-DADA2E819996}" dt="2021-03-05T20:35:18.409" v="10151" actId="20577"/>
        <pc:sldMkLst>
          <pc:docMk/>
          <pc:sldMk cId="1212472519" sldId="323"/>
        </pc:sldMkLst>
      </pc:sldChg>
      <pc:sldChg chg="addSp delSp modSp add mod">
        <pc:chgData name="Weifeng Xu" userId="e7aed605-a3dd-4d5a-a692-a87037af107b" providerId="ADAL" clId="{AA256C9C-DD0A-4A24-AECC-DADA2E819996}" dt="2021-03-05T21:11:48.534" v="10307" actId="1076"/>
        <pc:sldMkLst>
          <pc:docMk/>
          <pc:sldMk cId="1474958626" sldId="324"/>
        </pc:sldMkLst>
      </pc:sldChg>
      <pc:sldChg chg="addSp delSp modSp new mod modClrScheme chgLayout">
        <pc:chgData name="Weifeng Xu" userId="e7aed605-a3dd-4d5a-a692-a87037af107b" providerId="ADAL" clId="{AA256C9C-DD0A-4A24-AECC-DADA2E819996}" dt="2021-03-05T21:18:43.715" v="10341" actId="20577"/>
        <pc:sldMkLst>
          <pc:docMk/>
          <pc:sldMk cId="953707264" sldId="325"/>
        </pc:sldMkLst>
      </pc:sldChg>
      <pc:sldChg chg="addSp modSp add mod">
        <pc:chgData name="Weifeng Xu" userId="e7aed605-a3dd-4d5a-a692-a87037af107b" providerId="ADAL" clId="{AA256C9C-DD0A-4A24-AECC-DADA2E819996}" dt="2021-03-05T21:21:44.231" v="10357" actId="6549"/>
        <pc:sldMkLst>
          <pc:docMk/>
          <pc:sldMk cId="4066713324" sldId="326"/>
        </pc:sldMkLst>
      </pc:sldChg>
      <pc:sldChg chg="addSp modSp add mod">
        <pc:chgData name="Weifeng Xu" userId="e7aed605-a3dd-4d5a-a692-a87037af107b" providerId="ADAL" clId="{AA256C9C-DD0A-4A24-AECC-DADA2E819996}" dt="2021-03-05T21:46:05.551" v="10469" actId="1076"/>
        <pc:sldMkLst>
          <pc:docMk/>
          <pc:sldMk cId="1895418146" sldId="327"/>
        </pc:sldMkLst>
      </pc:sldChg>
      <pc:sldChg chg="add del">
        <pc:chgData name="Weifeng Xu" userId="e7aed605-a3dd-4d5a-a692-a87037af107b" providerId="ADAL" clId="{AA256C9C-DD0A-4A24-AECC-DADA2E819996}" dt="2021-03-05T21:14:24.595" v="10320"/>
        <pc:sldMkLst>
          <pc:docMk/>
          <pc:sldMk cId="3544567058" sldId="327"/>
        </pc:sldMkLst>
      </pc:sldChg>
      <pc:sldChg chg="delSp modSp add mod">
        <pc:chgData name="Weifeng Xu" userId="e7aed605-a3dd-4d5a-a692-a87037af107b" providerId="ADAL" clId="{AA256C9C-DD0A-4A24-AECC-DADA2E819996}" dt="2021-03-05T22:17:35.143" v="10563" actId="20577"/>
        <pc:sldMkLst>
          <pc:docMk/>
          <pc:sldMk cId="1077324671" sldId="328"/>
        </pc:sldMkLst>
      </pc:sldChg>
      <pc:sldChg chg="addSp modSp new mod ord">
        <pc:chgData name="Weifeng Xu" userId="e7aed605-a3dd-4d5a-a692-a87037af107b" providerId="ADAL" clId="{AA256C9C-DD0A-4A24-AECC-DADA2E819996}" dt="2021-03-06T00:07:30.807" v="10565" actId="114"/>
        <pc:sldMkLst>
          <pc:docMk/>
          <pc:sldMk cId="4060086368" sldId="329"/>
        </pc:sldMkLst>
      </pc:sldChg>
      <pc:sldChg chg="new del">
        <pc:chgData name="Weifeng Xu" userId="e7aed605-a3dd-4d5a-a692-a87037af107b" providerId="ADAL" clId="{AA256C9C-DD0A-4A24-AECC-DADA2E819996}" dt="2021-03-06T00:49:17.049" v="10596" actId="680"/>
        <pc:sldMkLst>
          <pc:docMk/>
          <pc:sldMk cId="1125489474" sldId="330"/>
        </pc:sldMkLst>
      </pc:sldChg>
    </pc:docChg>
  </pc:docChgLst>
  <pc:docChgLst>
    <pc:chgData name="Weifeng Xu" userId="e7aed605-a3dd-4d5a-a692-a87037af107b" providerId="ADAL" clId="{22C79A0B-4BF4-4DD0-ABAD-28AD851E87AD}"/>
    <pc:docChg chg="custSel addSld delSld modSld sldOrd">
      <pc:chgData name="Weifeng Xu" userId="e7aed605-a3dd-4d5a-a692-a87037af107b" providerId="ADAL" clId="{22C79A0B-4BF4-4DD0-ABAD-28AD851E87AD}" dt="2021-03-21T13:35:44.479" v="184" actId="680"/>
      <pc:docMkLst>
        <pc:docMk/>
      </pc:docMkLst>
      <pc:sldChg chg="modSp mod">
        <pc:chgData name="Weifeng Xu" userId="e7aed605-a3dd-4d5a-a692-a87037af107b" providerId="ADAL" clId="{22C79A0B-4BF4-4DD0-ABAD-28AD851E87AD}" dt="2021-03-20T19:03:00.703" v="29" actId="20577"/>
        <pc:sldMkLst>
          <pc:docMk/>
          <pc:sldMk cId="1323245308" sldId="256"/>
        </pc:sldMkLst>
      </pc:sldChg>
      <pc:sldChg chg="add">
        <pc:chgData name="Weifeng Xu" userId="e7aed605-a3dd-4d5a-a692-a87037af107b" providerId="ADAL" clId="{22C79A0B-4BF4-4DD0-ABAD-28AD851E87AD}" dt="2021-03-20T19:03:35.596" v="30"/>
        <pc:sldMkLst>
          <pc:docMk/>
          <pc:sldMk cId="1213980752" sldId="342"/>
        </pc:sldMkLst>
      </pc:sldChg>
      <pc:sldChg chg="add">
        <pc:chgData name="Weifeng Xu" userId="e7aed605-a3dd-4d5a-a692-a87037af107b" providerId="ADAL" clId="{22C79A0B-4BF4-4DD0-ABAD-28AD851E87AD}" dt="2021-03-20T19:03:35.596" v="30"/>
        <pc:sldMkLst>
          <pc:docMk/>
          <pc:sldMk cId="2524286362" sldId="343"/>
        </pc:sldMkLst>
      </pc:sldChg>
      <pc:sldChg chg="modSp add mod">
        <pc:chgData name="Weifeng Xu" userId="e7aed605-a3dd-4d5a-a692-a87037af107b" providerId="ADAL" clId="{22C79A0B-4BF4-4DD0-ABAD-28AD851E87AD}" dt="2021-03-21T13:35:37.572" v="181" actId="20577"/>
        <pc:sldMkLst>
          <pc:docMk/>
          <pc:sldMk cId="625091532" sldId="347"/>
        </pc:sldMkLst>
      </pc:sldChg>
      <pc:sldChg chg="addSp delSp modSp add mod ord modNotesTx">
        <pc:chgData name="Weifeng Xu" userId="e7aed605-a3dd-4d5a-a692-a87037af107b" providerId="ADAL" clId="{22C79A0B-4BF4-4DD0-ABAD-28AD851E87AD}" dt="2021-03-20T20:51:43.539" v="158" actId="20577"/>
        <pc:sldMkLst>
          <pc:docMk/>
          <pc:sldMk cId="23526368" sldId="357"/>
        </pc:sldMkLst>
      </pc:sldChg>
      <pc:sldChg chg="new">
        <pc:chgData name="Weifeng Xu" userId="e7aed605-a3dd-4d5a-a692-a87037af107b" providerId="ADAL" clId="{22C79A0B-4BF4-4DD0-ABAD-28AD851E87AD}" dt="2021-03-21T13:35:44.174" v="182" actId="680"/>
        <pc:sldMkLst>
          <pc:docMk/>
          <pc:sldMk cId="1070795342" sldId="358"/>
        </pc:sldMkLst>
      </pc:sldChg>
      <pc:sldChg chg="new del">
        <pc:chgData name="Weifeng Xu" userId="e7aed605-a3dd-4d5a-a692-a87037af107b" providerId="ADAL" clId="{22C79A0B-4BF4-4DD0-ABAD-28AD851E87AD}" dt="2021-03-21T13:32:46.058" v="161" actId="47"/>
        <pc:sldMkLst>
          <pc:docMk/>
          <pc:sldMk cId="3412157303" sldId="358"/>
        </pc:sldMkLst>
      </pc:sldChg>
      <pc:sldChg chg="new">
        <pc:chgData name="Weifeng Xu" userId="e7aed605-a3dd-4d5a-a692-a87037af107b" providerId="ADAL" clId="{22C79A0B-4BF4-4DD0-ABAD-28AD851E87AD}" dt="2021-03-21T13:35:44.328" v="183" actId="680"/>
        <pc:sldMkLst>
          <pc:docMk/>
          <pc:sldMk cId="1943206395" sldId="359"/>
        </pc:sldMkLst>
      </pc:sldChg>
      <pc:sldChg chg="new">
        <pc:chgData name="Weifeng Xu" userId="e7aed605-a3dd-4d5a-a692-a87037af107b" providerId="ADAL" clId="{22C79A0B-4BF4-4DD0-ABAD-28AD851E87AD}" dt="2021-03-21T13:35:44.479" v="184" actId="680"/>
        <pc:sldMkLst>
          <pc:docMk/>
          <pc:sldMk cId="3133509530" sldId="360"/>
        </pc:sldMkLst>
      </pc:sldChg>
    </pc:docChg>
  </pc:docChgLst>
  <pc:docChgLst>
    <pc:chgData name="Harleen Kaur" userId="S::id65ns02@ubalt.edu::9f7fc1d6-ab67-473f-ba46-e98f6ce2049b" providerId="AD" clId="Web-{43AF428E-78F3-322B-8A74-9B4E0428020A}"/>
    <pc:docChg chg="modSld">
      <pc:chgData name="Harleen Kaur" userId="S::id65ns02@ubalt.edu::9f7fc1d6-ab67-473f-ba46-e98f6ce2049b" providerId="AD" clId="Web-{43AF428E-78F3-322B-8A74-9B4E0428020A}" dt="2021-06-29T19:53:05.694" v="2" actId="20577"/>
      <pc:docMkLst>
        <pc:docMk/>
      </pc:docMkLst>
      <pc:sldChg chg="modSp">
        <pc:chgData name="Harleen Kaur" userId="S::id65ns02@ubalt.edu::9f7fc1d6-ab67-473f-ba46-e98f6ce2049b" providerId="AD" clId="Web-{43AF428E-78F3-322B-8A74-9B4E0428020A}" dt="2021-06-29T19:53:05.694" v="2" actId="20577"/>
        <pc:sldMkLst>
          <pc:docMk/>
          <pc:sldMk cId="522743250" sldId="363"/>
        </pc:sldMkLst>
      </pc:sldChg>
    </pc:docChg>
  </pc:docChgLst>
  <pc:docChgLst>
    <pc:chgData name="Harleen Kaur" userId="S::id65ns02@ubalt.edu::9f7fc1d6-ab67-473f-ba46-e98f6ce2049b" providerId="AD" clId="Web-{56217BE8-2311-4B44-8F2B-ADB982BB5A4C}"/>
    <pc:docChg chg="modSld">
      <pc:chgData name="Harleen Kaur" userId="S::id65ns02@ubalt.edu::9f7fc1d6-ab67-473f-ba46-e98f6ce2049b" providerId="AD" clId="Web-{56217BE8-2311-4B44-8F2B-ADB982BB5A4C}" dt="2021-07-27T20:54:41.846" v="36" actId="20577"/>
      <pc:docMkLst>
        <pc:docMk/>
      </pc:docMkLst>
      <pc:sldChg chg="modSp">
        <pc:chgData name="Harleen Kaur" userId="S::id65ns02@ubalt.edu::9f7fc1d6-ab67-473f-ba46-e98f6ce2049b" providerId="AD" clId="Web-{56217BE8-2311-4B44-8F2B-ADB982BB5A4C}" dt="2021-07-27T20:54:41.846" v="36" actId="20577"/>
        <pc:sldMkLst>
          <pc:docMk/>
          <pc:sldMk cId="3747998406" sldId="476"/>
        </pc:sldMkLst>
      </pc:sldChg>
    </pc:docChg>
  </pc:docChgLst>
  <pc:docChgLst>
    <pc:chgData name="Harleen Kaur" userId="S::id65ns02@ubalt.edu::9f7fc1d6-ab67-473f-ba46-e98f6ce2049b" providerId="AD" clId="Web-{BD0535AF-9794-5F8B-787E-DFAC7A235281}"/>
    <pc:docChg chg="modSld">
      <pc:chgData name="Harleen Kaur" userId="S::id65ns02@ubalt.edu::9f7fc1d6-ab67-473f-ba46-e98f6ce2049b" providerId="AD" clId="Web-{BD0535AF-9794-5F8B-787E-DFAC7A235281}" dt="2021-06-21T12:12:57.254" v="5" actId="1076"/>
      <pc:docMkLst>
        <pc:docMk/>
      </pc:docMkLst>
      <pc:sldChg chg="modSp">
        <pc:chgData name="Harleen Kaur" userId="S::id65ns02@ubalt.edu::9f7fc1d6-ab67-473f-ba46-e98f6ce2049b" providerId="AD" clId="Web-{BD0535AF-9794-5F8B-787E-DFAC7A235281}" dt="2021-06-20T17:50:55.534" v="2" actId="20577"/>
        <pc:sldMkLst>
          <pc:docMk/>
          <pc:sldMk cId="538821336" sldId="362"/>
        </pc:sldMkLst>
      </pc:sldChg>
      <pc:sldChg chg="modSp">
        <pc:chgData name="Harleen Kaur" userId="S::id65ns02@ubalt.edu::9f7fc1d6-ab67-473f-ba46-e98f6ce2049b" providerId="AD" clId="Web-{BD0535AF-9794-5F8B-787E-DFAC7A235281}" dt="2021-06-21T12:12:23.691" v="3" actId="20577"/>
        <pc:sldMkLst>
          <pc:docMk/>
          <pc:sldMk cId="1342763562" sldId="365"/>
        </pc:sldMkLst>
      </pc:sldChg>
      <pc:sldChg chg="addSp modSp">
        <pc:chgData name="Harleen Kaur" userId="S::id65ns02@ubalt.edu::9f7fc1d6-ab67-473f-ba46-e98f6ce2049b" providerId="AD" clId="Web-{BD0535AF-9794-5F8B-787E-DFAC7A235281}" dt="2021-06-21T12:12:57.254" v="5" actId="1076"/>
        <pc:sldMkLst>
          <pc:docMk/>
          <pc:sldMk cId="3707274105" sldId="369"/>
        </pc:sldMkLst>
      </pc:sldChg>
    </pc:docChg>
  </pc:docChgLst>
  <pc:docChgLst>
    <pc:chgData name="Harleen Kaur" userId="S::id65ns02@ubalt.edu::9f7fc1d6-ab67-473f-ba46-e98f6ce2049b" providerId="AD" clId="Web-{77B2B8CB-2721-C747-908A-A85217B8C431}"/>
    <pc:docChg chg="modSld">
      <pc:chgData name="Harleen Kaur" userId="S::id65ns02@ubalt.edu::9f7fc1d6-ab67-473f-ba46-e98f6ce2049b" providerId="AD" clId="Web-{77B2B8CB-2721-C747-908A-A85217B8C431}" dt="2021-07-20T21:22:52.109" v="70" actId="14100"/>
      <pc:docMkLst>
        <pc:docMk/>
      </pc:docMkLst>
      <pc:sldChg chg="modSp">
        <pc:chgData name="Harleen Kaur" userId="S::id65ns02@ubalt.edu::9f7fc1d6-ab67-473f-ba46-e98f6ce2049b" providerId="AD" clId="Web-{77B2B8CB-2721-C747-908A-A85217B8C431}" dt="2021-07-20T19:22:21.313" v="11" actId="20577"/>
        <pc:sldMkLst>
          <pc:docMk/>
          <pc:sldMk cId="3381154349" sldId="398"/>
        </pc:sldMkLst>
      </pc:sldChg>
      <pc:sldChg chg="addSp delSp modSp">
        <pc:chgData name="Harleen Kaur" userId="S::id65ns02@ubalt.edu::9f7fc1d6-ab67-473f-ba46-e98f6ce2049b" providerId="AD" clId="Web-{77B2B8CB-2721-C747-908A-A85217B8C431}" dt="2021-07-20T21:22:52.109" v="70" actId="14100"/>
        <pc:sldMkLst>
          <pc:docMk/>
          <pc:sldMk cId="3654864925" sldId="409"/>
        </pc:sldMkLst>
      </pc:sldChg>
      <pc:sldChg chg="modSp">
        <pc:chgData name="Harleen Kaur" userId="S::id65ns02@ubalt.edu::9f7fc1d6-ab67-473f-ba46-e98f6ce2049b" providerId="AD" clId="Web-{77B2B8CB-2721-C747-908A-A85217B8C431}" dt="2021-07-20T20:48:25.747" v="40" actId="20577"/>
        <pc:sldMkLst>
          <pc:docMk/>
          <pc:sldMk cId="496711178" sldId="439"/>
        </pc:sldMkLst>
      </pc:sldChg>
      <pc:sldChg chg="modSp">
        <pc:chgData name="Harleen Kaur" userId="S::id65ns02@ubalt.edu::9f7fc1d6-ab67-473f-ba46-e98f6ce2049b" providerId="AD" clId="Web-{77B2B8CB-2721-C747-908A-A85217B8C431}" dt="2021-07-20T19:42:53.048" v="26" actId="20577"/>
        <pc:sldMkLst>
          <pc:docMk/>
          <pc:sldMk cId="2128166042" sldId="441"/>
        </pc:sldMkLst>
      </pc:sldChg>
    </pc:docChg>
  </pc:docChgLst>
  <pc:docChgLst>
    <pc:chgData name="Harleen Kaur" userId="S::id65ns02@ubalt.edu::9f7fc1d6-ab67-473f-ba46-e98f6ce2049b" providerId="AD" clId="Web-{9437A77F-3B4F-E835-2CE4-685401C9D3EE}"/>
    <pc:docChg chg="addSld delSld modSld">
      <pc:chgData name="Harleen Kaur" userId="S::id65ns02@ubalt.edu::9f7fc1d6-ab67-473f-ba46-e98f6ce2049b" providerId="AD" clId="Web-{9437A77F-3B4F-E835-2CE4-685401C9D3EE}" dt="2021-07-01T19:02:04.558" v="2179"/>
      <pc:docMkLst>
        <pc:docMk/>
      </pc:docMkLst>
      <pc:sldChg chg="del">
        <pc:chgData name="Harleen Kaur" userId="S::id65ns02@ubalt.edu::9f7fc1d6-ab67-473f-ba46-e98f6ce2049b" providerId="AD" clId="Web-{9437A77F-3B4F-E835-2CE4-685401C9D3EE}" dt="2021-07-01T16:43:41.759" v="306"/>
        <pc:sldMkLst>
          <pc:docMk/>
          <pc:sldMk cId="376485367" sldId="372"/>
        </pc:sldMkLst>
      </pc:sldChg>
      <pc:sldChg chg="del">
        <pc:chgData name="Harleen Kaur" userId="S::id65ns02@ubalt.edu::9f7fc1d6-ab67-473f-ba46-e98f6ce2049b" providerId="AD" clId="Web-{9437A77F-3B4F-E835-2CE4-685401C9D3EE}" dt="2021-07-01T17:33:37.986" v="844"/>
        <pc:sldMkLst>
          <pc:docMk/>
          <pc:sldMk cId="1447797136" sldId="378"/>
        </pc:sldMkLst>
      </pc:sldChg>
      <pc:sldChg chg="del">
        <pc:chgData name="Harleen Kaur" userId="S::id65ns02@ubalt.edu::9f7fc1d6-ab67-473f-ba46-e98f6ce2049b" providerId="AD" clId="Web-{9437A77F-3B4F-E835-2CE4-685401C9D3EE}" dt="2021-07-01T17:33:49.127" v="845"/>
        <pc:sldMkLst>
          <pc:docMk/>
          <pc:sldMk cId="714563919" sldId="379"/>
        </pc:sldMkLst>
      </pc:sldChg>
      <pc:sldChg chg="modSp">
        <pc:chgData name="Harleen Kaur" userId="S::id65ns02@ubalt.edu::9f7fc1d6-ab67-473f-ba46-e98f6ce2049b" providerId="AD" clId="Web-{9437A77F-3B4F-E835-2CE4-685401C9D3EE}" dt="2021-07-01T17:36:41.665" v="977" actId="20577"/>
        <pc:sldMkLst>
          <pc:docMk/>
          <pc:sldMk cId="34183985" sldId="380"/>
        </pc:sldMkLst>
      </pc:sldChg>
      <pc:sldChg chg="del">
        <pc:chgData name="Harleen Kaur" userId="S::id65ns02@ubalt.edu::9f7fc1d6-ab67-473f-ba46-e98f6ce2049b" providerId="AD" clId="Web-{9437A77F-3B4F-E835-2CE4-685401C9D3EE}" dt="2021-07-01T17:43:35.241" v="1034"/>
        <pc:sldMkLst>
          <pc:docMk/>
          <pc:sldMk cId="2697053936" sldId="381"/>
        </pc:sldMkLst>
      </pc:sldChg>
      <pc:sldChg chg="del">
        <pc:chgData name="Harleen Kaur" userId="S::id65ns02@ubalt.edu::9f7fc1d6-ab67-473f-ba46-e98f6ce2049b" providerId="AD" clId="Web-{9437A77F-3B4F-E835-2CE4-685401C9D3EE}" dt="2021-07-01T18:06:41.758" v="1191"/>
        <pc:sldMkLst>
          <pc:docMk/>
          <pc:sldMk cId="3491584397" sldId="382"/>
        </pc:sldMkLst>
      </pc:sldChg>
      <pc:sldChg chg="del">
        <pc:chgData name="Harleen Kaur" userId="S::id65ns02@ubalt.edu::9f7fc1d6-ab67-473f-ba46-e98f6ce2049b" providerId="AD" clId="Web-{9437A77F-3B4F-E835-2CE4-685401C9D3EE}" dt="2021-07-01T18:06:43.071" v="1192"/>
        <pc:sldMkLst>
          <pc:docMk/>
          <pc:sldMk cId="145533210" sldId="383"/>
        </pc:sldMkLst>
      </pc:sldChg>
      <pc:sldChg chg="del">
        <pc:chgData name="Harleen Kaur" userId="S::id65ns02@ubalt.edu::9f7fc1d6-ab67-473f-ba46-e98f6ce2049b" providerId="AD" clId="Web-{9437A77F-3B4F-E835-2CE4-685401C9D3EE}" dt="2021-07-01T18:06:46.243" v="1193"/>
        <pc:sldMkLst>
          <pc:docMk/>
          <pc:sldMk cId="2632199446" sldId="384"/>
        </pc:sldMkLst>
      </pc:sldChg>
      <pc:sldChg chg="del">
        <pc:chgData name="Harleen Kaur" userId="S::id65ns02@ubalt.edu::9f7fc1d6-ab67-473f-ba46-e98f6ce2049b" providerId="AD" clId="Web-{9437A77F-3B4F-E835-2CE4-685401C9D3EE}" dt="2021-07-01T18:14:07.648" v="1308"/>
        <pc:sldMkLst>
          <pc:docMk/>
          <pc:sldMk cId="1881829419" sldId="385"/>
        </pc:sldMkLst>
      </pc:sldChg>
      <pc:sldChg chg="del">
        <pc:chgData name="Harleen Kaur" userId="S::id65ns02@ubalt.edu::9f7fc1d6-ab67-473f-ba46-e98f6ce2049b" providerId="AD" clId="Web-{9437A77F-3B4F-E835-2CE4-685401C9D3EE}" dt="2021-07-01T18:14:13.633" v="1309"/>
        <pc:sldMkLst>
          <pc:docMk/>
          <pc:sldMk cId="422707379" sldId="386"/>
        </pc:sldMkLst>
      </pc:sldChg>
      <pc:sldChg chg="del">
        <pc:chgData name="Harleen Kaur" userId="S::id65ns02@ubalt.edu::9f7fc1d6-ab67-473f-ba46-e98f6ce2049b" providerId="AD" clId="Web-{9437A77F-3B4F-E835-2CE4-685401C9D3EE}" dt="2021-07-01T18:22:48.010" v="1419"/>
        <pc:sldMkLst>
          <pc:docMk/>
          <pc:sldMk cId="4219912784" sldId="387"/>
        </pc:sldMkLst>
      </pc:sldChg>
      <pc:sldChg chg="addSp modSp modNotes">
        <pc:chgData name="Harleen Kaur" userId="S::id65ns02@ubalt.edu::9f7fc1d6-ab67-473f-ba46-e98f6ce2049b" providerId="AD" clId="Web-{9437A77F-3B4F-E835-2CE4-685401C9D3EE}" dt="2021-07-01T19:02:04.558" v="2179"/>
        <pc:sldMkLst>
          <pc:docMk/>
          <pc:sldMk cId="178630246" sldId="388"/>
        </pc:sldMkLst>
      </pc:sldChg>
      <pc:sldChg chg="del">
        <pc:chgData name="Harleen Kaur" userId="S::id65ns02@ubalt.edu::9f7fc1d6-ab67-473f-ba46-e98f6ce2049b" providerId="AD" clId="Web-{9437A77F-3B4F-E835-2CE4-685401C9D3EE}" dt="2021-07-01T18:32:55.436" v="1542"/>
        <pc:sldMkLst>
          <pc:docMk/>
          <pc:sldMk cId="4060595402" sldId="389"/>
        </pc:sldMkLst>
      </pc:sldChg>
      <pc:sldChg chg="modSp">
        <pc:chgData name="Harleen Kaur" userId="S::id65ns02@ubalt.edu::9f7fc1d6-ab67-473f-ba46-e98f6ce2049b" providerId="AD" clId="Web-{9437A77F-3B4F-E835-2CE4-685401C9D3EE}" dt="2021-07-01T18:36:21.303" v="1665" actId="20577"/>
        <pc:sldMkLst>
          <pc:docMk/>
          <pc:sldMk cId="2186280635" sldId="390"/>
        </pc:sldMkLst>
      </pc:sldChg>
      <pc:sldChg chg="del">
        <pc:chgData name="Harleen Kaur" userId="S::id65ns02@ubalt.edu::9f7fc1d6-ab67-473f-ba46-e98f6ce2049b" providerId="AD" clId="Web-{9437A77F-3B4F-E835-2CE4-685401C9D3EE}" dt="2021-07-01T17:18:56.878" v="598"/>
        <pc:sldMkLst>
          <pc:docMk/>
          <pc:sldMk cId="2966749166" sldId="394"/>
        </pc:sldMkLst>
      </pc:sldChg>
      <pc:sldChg chg="del">
        <pc:chgData name="Harleen Kaur" userId="S::id65ns02@ubalt.edu::9f7fc1d6-ab67-473f-ba46-e98f6ce2049b" providerId="AD" clId="Web-{9437A77F-3B4F-E835-2CE4-685401C9D3EE}" dt="2021-07-01T17:18:59.675" v="599"/>
        <pc:sldMkLst>
          <pc:docMk/>
          <pc:sldMk cId="2094660718" sldId="395"/>
        </pc:sldMkLst>
      </pc:sldChg>
      <pc:sldChg chg="modSp">
        <pc:chgData name="Harleen Kaur" userId="S::id65ns02@ubalt.edu::9f7fc1d6-ab67-473f-ba46-e98f6ce2049b" providerId="AD" clId="Web-{9437A77F-3B4F-E835-2CE4-685401C9D3EE}" dt="2021-07-01T16:34:33.240" v="259" actId="20577"/>
        <pc:sldMkLst>
          <pc:docMk/>
          <pc:sldMk cId="3986757257" sldId="405"/>
        </pc:sldMkLst>
      </pc:sldChg>
      <pc:sldChg chg="modSp new">
        <pc:chgData name="Harleen Kaur" userId="S::id65ns02@ubalt.edu::9f7fc1d6-ab67-473f-ba46-e98f6ce2049b" providerId="AD" clId="Web-{9437A77F-3B4F-E835-2CE4-685401C9D3EE}" dt="2021-07-01T18:36:55.773" v="1668" actId="20577"/>
        <pc:sldMkLst>
          <pc:docMk/>
          <pc:sldMk cId="1199149484" sldId="412"/>
        </pc:sldMkLst>
      </pc:sldChg>
      <pc:sldChg chg="addSp delSp modSp new">
        <pc:chgData name="Harleen Kaur" userId="S::id65ns02@ubalt.edu::9f7fc1d6-ab67-473f-ba46-e98f6ce2049b" providerId="AD" clId="Web-{9437A77F-3B4F-E835-2CE4-685401C9D3EE}" dt="2021-07-01T16:43:12.242" v="305" actId="20577"/>
        <pc:sldMkLst>
          <pc:docMk/>
          <pc:sldMk cId="999172385" sldId="413"/>
        </pc:sldMkLst>
      </pc:sldChg>
      <pc:sldChg chg="modSp new">
        <pc:chgData name="Harleen Kaur" userId="S::id65ns02@ubalt.edu::9f7fc1d6-ab67-473f-ba46-e98f6ce2049b" providerId="AD" clId="Web-{9437A77F-3B4F-E835-2CE4-685401C9D3EE}" dt="2021-07-01T16:49:36.864" v="409" actId="20577"/>
        <pc:sldMkLst>
          <pc:docMk/>
          <pc:sldMk cId="1732895745" sldId="414"/>
        </pc:sldMkLst>
      </pc:sldChg>
      <pc:sldChg chg="new del">
        <pc:chgData name="Harleen Kaur" userId="S::id65ns02@ubalt.edu::9f7fc1d6-ab67-473f-ba46-e98f6ce2049b" providerId="AD" clId="Web-{9437A77F-3B4F-E835-2CE4-685401C9D3EE}" dt="2021-07-01T16:49:57.584" v="411"/>
        <pc:sldMkLst>
          <pc:docMk/>
          <pc:sldMk cId="578708492" sldId="415"/>
        </pc:sldMkLst>
      </pc:sldChg>
      <pc:sldChg chg="delSp modSp new">
        <pc:chgData name="Harleen Kaur" userId="S::id65ns02@ubalt.edu::9f7fc1d6-ab67-473f-ba46-e98f6ce2049b" providerId="AD" clId="Web-{9437A77F-3B4F-E835-2CE4-685401C9D3EE}" dt="2021-07-01T16:50:20.053" v="420"/>
        <pc:sldMkLst>
          <pc:docMk/>
          <pc:sldMk cId="3794158611" sldId="415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38:21.526" v="1705"/>
        <pc:sldMkLst>
          <pc:docMk/>
          <pc:sldMk cId="4138222289" sldId="416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39:30.309" v="1734"/>
        <pc:sldMkLst>
          <pc:docMk/>
          <pc:sldMk cId="2175411651" sldId="417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40:54.750" v="1780"/>
        <pc:sldMkLst>
          <pc:docMk/>
          <pc:sldMk cId="2100724894" sldId="418"/>
        </pc:sldMkLst>
      </pc:sldChg>
      <pc:sldChg chg="addSp delSp modSp new">
        <pc:chgData name="Harleen Kaur" userId="S::id65ns02@ubalt.edu::9f7fc1d6-ab67-473f-ba46-e98f6ce2049b" providerId="AD" clId="Web-{9437A77F-3B4F-E835-2CE4-685401C9D3EE}" dt="2021-07-01T18:42:40.456" v="1801" actId="14100"/>
        <pc:sldMkLst>
          <pc:docMk/>
          <pc:sldMk cId="2403806824" sldId="419"/>
        </pc:sldMkLst>
      </pc:sldChg>
      <pc:sldChg chg="addSp modSp new">
        <pc:chgData name="Harleen Kaur" userId="S::id65ns02@ubalt.edu::9f7fc1d6-ab67-473f-ba46-e98f6ce2049b" providerId="AD" clId="Web-{9437A77F-3B4F-E835-2CE4-685401C9D3EE}" dt="2021-07-01T17:11:54.754" v="549" actId="14100"/>
        <pc:sldMkLst>
          <pc:docMk/>
          <pc:sldMk cId="1340921819" sldId="420"/>
        </pc:sldMkLst>
      </pc:sldChg>
      <pc:sldChg chg="modSp new">
        <pc:chgData name="Harleen Kaur" userId="S::id65ns02@ubalt.edu::9f7fc1d6-ab67-473f-ba46-e98f6ce2049b" providerId="AD" clId="Web-{9437A77F-3B4F-E835-2CE4-685401C9D3EE}" dt="2021-07-01T18:43:01.691" v="1804" actId="20577"/>
        <pc:sldMkLst>
          <pc:docMk/>
          <pc:sldMk cId="4240302779" sldId="421"/>
        </pc:sldMkLst>
      </pc:sldChg>
      <pc:sldChg chg="modSp new">
        <pc:chgData name="Harleen Kaur" userId="S::id65ns02@ubalt.edu::9f7fc1d6-ab67-473f-ba46-e98f6ce2049b" providerId="AD" clId="Web-{9437A77F-3B4F-E835-2CE4-685401C9D3EE}" dt="2021-07-01T17:23:42.888" v="722" actId="20577"/>
        <pc:sldMkLst>
          <pc:docMk/>
          <pc:sldMk cId="3365135938" sldId="422"/>
        </pc:sldMkLst>
      </pc:sldChg>
      <pc:sldChg chg="delSp modSp new">
        <pc:chgData name="Harleen Kaur" userId="S::id65ns02@ubalt.edu::9f7fc1d6-ab67-473f-ba46-e98f6ce2049b" providerId="AD" clId="Web-{9437A77F-3B4F-E835-2CE4-685401C9D3EE}" dt="2021-07-01T17:24:42.233" v="746"/>
        <pc:sldMkLst>
          <pc:docMk/>
          <pc:sldMk cId="846550841" sldId="423"/>
        </pc:sldMkLst>
      </pc:sldChg>
      <pc:sldChg chg="new del">
        <pc:chgData name="Harleen Kaur" userId="S::id65ns02@ubalt.edu::9f7fc1d6-ab67-473f-ba46-e98f6ce2049b" providerId="AD" clId="Web-{9437A77F-3B4F-E835-2CE4-685401C9D3EE}" dt="2021-07-01T17:24:11.264" v="724"/>
        <pc:sldMkLst>
          <pc:docMk/>
          <pc:sldMk cId="1294733206" sldId="423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44:05.350" v="1835"/>
        <pc:sldMkLst>
          <pc:docMk/>
          <pc:sldMk cId="999398568" sldId="424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45:10.164" v="1861"/>
        <pc:sldMkLst>
          <pc:docMk/>
          <pc:sldMk cId="964025003" sldId="425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47:38.982" v="1914"/>
        <pc:sldMkLst>
          <pc:docMk/>
          <pc:sldMk cId="3902981577" sldId="426"/>
        </pc:sldMkLst>
      </pc:sldChg>
      <pc:sldChg chg="addSp modSp new">
        <pc:chgData name="Harleen Kaur" userId="S::id65ns02@ubalt.edu::9f7fc1d6-ab67-473f-ba46-e98f6ce2049b" providerId="AD" clId="Web-{9437A77F-3B4F-E835-2CE4-685401C9D3EE}" dt="2021-07-01T18:09:10.122" v="1230" actId="20577"/>
        <pc:sldMkLst>
          <pc:docMk/>
          <pc:sldMk cId="1876578526" sldId="427"/>
        </pc:sldMkLst>
      </pc:sldChg>
      <pc:sldChg chg="new del">
        <pc:chgData name="Harleen Kaur" userId="S::id65ns02@ubalt.edu::9f7fc1d6-ab67-473f-ba46-e98f6ce2049b" providerId="AD" clId="Web-{9437A77F-3B4F-E835-2CE4-685401C9D3EE}" dt="2021-07-01T17:43:51.211" v="1036"/>
        <pc:sldMkLst>
          <pc:docMk/>
          <pc:sldMk cId="1475531668" sldId="428"/>
        </pc:sldMkLst>
      </pc:sldChg>
      <pc:sldChg chg="delSp modSp new">
        <pc:chgData name="Harleen Kaur" userId="S::id65ns02@ubalt.edu::9f7fc1d6-ab67-473f-ba46-e98f6ce2049b" providerId="AD" clId="Web-{9437A77F-3B4F-E835-2CE4-685401C9D3EE}" dt="2021-07-01T17:44:04.446" v="1045"/>
        <pc:sldMkLst>
          <pc:docMk/>
          <pc:sldMk cId="3765136305" sldId="428"/>
        </pc:sldMkLst>
      </pc:sldChg>
      <pc:sldChg chg="addSp delSp modSp new modNotes">
        <pc:chgData name="Harleen Kaur" userId="S::id65ns02@ubalt.edu::9f7fc1d6-ab67-473f-ba46-e98f6ce2049b" providerId="AD" clId="Web-{9437A77F-3B4F-E835-2CE4-685401C9D3EE}" dt="2021-07-01T18:48:45.297" v="1941"/>
        <pc:sldMkLst>
          <pc:docMk/>
          <pc:sldMk cId="3292519928" sldId="429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51:02.458" v="1979"/>
        <pc:sldMkLst>
          <pc:docMk/>
          <pc:sldMk cId="2402824038" sldId="430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52:49.431" v="2013"/>
        <pc:sldMkLst>
          <pc:docMk/>
          <pc:sldMk cId="3304247483" sldId="431"/>
        </pc:sldMkLst>
      </pc:sldChg>
      <pc:sldChg chg="addSp modSp new">
        <pc:chgData name="Harleen Kaur" userId="S::id65ns02@ubalt.edu::9f7fc1d6-ab67-473f-ba46-e98f6ce2049b" providerId="AD" clId="Web-{9437A77F-3B4F-E835-2CE4-685401C9D3EE}" dt="2021-07-01T18:54:46.012" v="2037" actId="14100"/>
        <pc:sldMkLst>
          <pc:docMk/>
          <pc:sldMk cId="723158062" sldId="432"/>
        </pc:sldMkLst>
      </pc:sldChg>
      <pc:sldChg chg="modSp new">
        <pc:chgData name="Harleen Kaur" userId="S::id65ns02@ubalt.edu::9f7fc1d6-ab67-473f-ba46-e98f6ce2049b" providerId="AD" clId="Web-{9437A77F-3B4F-E835-2CE4-685401C9D3EE}" dt="2021-07-01T18:13:56.585" v="1307" actId="20577"/>
        <pc:sldMkLst>
          <pc:docMk/>
          <pc:sldMk cId="3725471359" sldId="433"/>
        </pc:sldMkLst>
      </pc:sldChg>
      <pc:sldChg chg="modSp new">
        <pc:chgData name="Harleen Kaur" userId="S::id65ns02@ubalt.edu::9f7fc1d6-ab67-473f-ba46-e98f6ce2049b" providerId="AD" clId="Web-{9437A77F-3B4F-E835-2CE4-685401C9D3EE}" dt="2021-07-01T18:20:23.333" v="1390" actId="20577"/>
        <pc:sldMkLst>
          <pc:docMk/>
          <pc:sldMk cId="500013314" sldId="434"/>
        </pc:sldMkLst>
      </pc:sldChg>
      <pc:sldChg chg="new del">
        <pc:chgData name="Harleen Kaur" userId="S::id65ns02@ubalt.edu::9f7fc1d6-ab67-473f-ba46-e98f6ce2049b" providerId="AD" clId="Web-{9437A77F-3B4F-E835-2CE4-685401C9D3EE}" dt="2021-07-01T18:20:45.381" v="1392"/>
        <pc:sldMkLst>
          <pc:docMk/>
          <pc:sldMk cId="1980488326" sldId="435"/>
        </pc:sldMkLst>
      </pc:sldChg>
      <pc:sldChg chg="delSp modSp new">
        <pc:chgData name="Harleen Kaur" userId="S::id65ns02@ubalt.edu::9f7fc1d6-ab67-473f-ba46-e98f6ce2049b" providerId="AD" clId="Web-{9437A77F-3B4F-E835-2CE4-685401C9D3EE}" dt="2021-07-01T18:21:14.756" v="1411"/>
        <pc:sldMkLst>
          <pc:docMk/>
          <pc:sldMk cId="2155079201" sldId="435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56:16.953" v="2068"/>
        <pc:sldMkLst>
          <pc:docMk/>
          <pc:sldMk cId="2525335445" sldId="436"/>
        </pc:sldMkLst>
      </pc:sldChg>
      <pc:sldChg chg="addSp modSp new modNotes">
        <pc:chgData name="Harleen Kaur" userId="S::id65ns02@ubalt.edu::9f7fc1d6-ab67-473f-ba46-e98f6ce2049b" providerId="AD" clId="Web-{9437A77F-3B4F-E835-2CE4-685401C9D3EE}" dt="2021-07-01T18:57:19.689" v="2099"/>
        <pc:sldMkLst>
          <pc:docMk/>
          <pc:sldMk cId="1854780033" sldId="437"/>
        </pc:sldMkLst>
      </pc:sldChg>
      <pc:sldChg chg="addSp delSp modSp new">
        <pc:chgData name="Harleen Kaur" userId="S::id65ns02@ubalt.edu::9f7fc1d6-ab67-473f-ba46-e98f6ce2049b" providerId="AD" clId="Web-{9437A77F-3B4F-E835-2CE4-685401C9D3EE}" dt="2021-07-01T18:28:38.443" v="1482" actId="14100"/>
        <pc:sldMkLst>
          <pc:docMk/>
          <pc:sldMk cId="3780473466" sldId="438"/>
        </pc:sldMkLst>
      </pc:sldChg>
    </pc:docChg>
  </pc:docChgLst>
  <pc:docChgLst>
    <pc:chgData name="Weifeng Xu" userId="e7aed605-a3dd-4d5a-a692-a87037af107b" providerId="ADAL" clId="{E0A36AE6-DAEB-4086-8CDB-3902B8401090}"/>
    <pc:docChg chg="undo custSel mod addSld delSld modSld">
      <pc:chgData name="Weifeng Xu" userId="e7aed605-a3dd-4d5a-a692-a87037af107b" providerId="ADAL" clId="{E0A36AE6-DAEB-4086-8CDB-3902B8401090}" dt="2021-01-18T00:01:06.800" v="260" actId="6549"/>
      <pc:docMkLst>
        <pc:docMk/>
      </pc:docMkLst>
      <pc:sldChg chg="addSp delSp modSp mod setBg">
        <pc:chgData name="Weifeng Xu" userId="e7aed605-a3dd-4d5a-a692-a87037af107b" providerId="ADAL" clId="{E0A36AE6-DAEB-4086-8CDB-3902B8401090}" dt="2021-01-17T23:59:46.284" v="256" actId="26606"/>
        <pc:sldMkLst>
          <pc:docMk/>
          <pc:sldMk cId="1392771324" sldId="258"/>
        </pc:sldMkLst>
      </pc:sldChg>
      <pc:sldChg chg="del">
        <pc:chgData name="Weifeng Xu" userId="e7aed605-a3dd-4d5a-a692-a87037af107b" providerId="ADAL" clId="{E0A36AE6-DAEB-4086-8CDB-3902B8401090}" dt="2021-01-17T23:45:25.843" v="81" actId="47"/>
        <pc:sldMkLst>
          <pc:docMk/>
          <pc:sldMk cId="627889270" sldId="259"/>
        </pc:sldMkLst>
      </pc:sldChg>
      <pc:sldChg chg="modSp new mod">
        <pc:chgData name="Weifeng Xu" userId="e7aed605-a3dd-4d5a-a692-a87037af107b" providerId="ADAL" clId="{E0A36AE6-DAEB-4086-8CDB-3902B8401090}" dt="2021-01-17T23:53:10.893" v="178" actId="20577"/>
        <pc:sldMkLst>
          <pc:docMk/>
          <pc:sldMk cId="2206727044" sldId="259"/>
        </pc:sldMkLst>
      </pc:sldChg>
      <pc:sldChg chg="del">
        <pc:chgData name="Weifeng Xu" userId="e7aed605-a3dd-4d5a-a692-a87037af107b" providerId="ADAL" clId="{E0A36AE6-DAEB-4086-8CDB-3902B8401090}" dt="2021-01-17T23:45:25.974" v="82" actId="47"/>
        <pc:sldMkLst>
          <pc:docMk/>
          <pc:sldMk cId="1241162418" sldId="260"/>
        </pc:sldMkLst>
      </pc:sldChg>
      <pc:sldChg chg="addSp modSp new mod setBg">
        <pc:chgData name="Weifeng Xu" userId="e7aed605-a3dd-4d5a-a692-a87037af107b" providerId="ADAL" clId="{E0A36AE6-DAEB-4086-8CDB-3902B8401090}" dt="2021-01-18T00:01:06.800" v="260" actId="6549"/>
        <pc:sldMkLst>
          <pc:docMk/>
          <pc:sldMk cId="3022601266" sldId="260"/>
        </pc:sldMkLst>
      </pc:sldChg>
      <pc:sldChg chg="del">
        <pc:chgData name="Weifeng Xu" userId="e7aed605-a3dd-4d5a-a692-a87037af107b" providerId="ADAL" clId="{E0A36AE6-DAEB-4086-8CDB-3902B8401090}" dt="2021-01-17T23:45:26.140" v="83" actId="47"/>
        <pc:sldMkLst>
          <pc:docMk/>
          <pc:sldMk cId="2722048472" sldId="261"/>
        </pc:sldMkLst>
      </pc:sldChg>
      <pc:sldChg chg="del">
        <pc:chgData name="Weifeng Xu" userId="e7aed605-a3dd-4d5a-a692-a87037af107b" providerId="ADAL" clId="{E0A36AE6-DAEB-4086-8CDB-3902B8401090}" dt="2021-01-17T23:45:26.285" v="84" actId="47"/>
        <pc:sldMkLst>
          <pc:docMk/>
          <pc:sldMk cId="988553735" sldId="262"/>
        </pc:sldMkLst>
      </pc:sldChg>
      <pc:sldChg chg="del">
        <pc:chgData name="Weifeng Xu" userId="e7aed605-a3dd-4d5a-a692-a87037af107b" providerId="ADAL" clId="{E0A36AE6-DAEB-4086-8CDB-3902B8401090}" dt="2021-01-17T23:45:26.428" v="85" actId="47"/>
        <pc:sldMkLst>
          <pc:docMk/>
          <pc:sldMk cId="1237432803" sldId="263"/>
        </pc:sldMkLst>
      </pc:sldChg>
      <pc:sldChg chg="del">
        <pc:chgData name="Weifeng Xu" userId="e7aed605-a3dd-4d5a-a692-a87037af107b" providerId="ADAL" clId="{E0A36AE6-DAEB-4086-8CDB-3902B8401090}" dt="2021-01-17T23:45:26.580" v="86" actId="47"/>
        <pc:sldMkLst>
          <pc:docMk/>
          <pc:sldMk cId="2602603962" sldId="264"/>
        </pc:sldMkLst>
      </pc:sldChg>
      <pc:sldChg chg="del">
        <pc:chgData name="Weifeng Xu" userId="e7aed605-a3dd-4d5a-a692-a87037af107b" providerId="ADAL" clId="{E0A36AE6-DAEB-4086-8CDB-3902B8401090}" dt="2021-01-17T23:45:26.781" v="87" actId="47"/>
        <pc:sldMkLst>
          <pc:docMk/>
          <pc:sldMk cId="3419174452" sldId="265"/>
        </pc:sldMkLst>
      </pc:sldChg>
      <pc:sldChg chg="del">
        <pc:chgData name="Weifeng Xu" userId="e7aed605-a3dd-4d5a-a692-a87037af107b" providerId="ADAL" clId="{E0A36AE6-DAEB-4086-8CDB-3902B8401090}" dt="2021-01-17T23:45:26.965" v="88" actId="47"/>
        <pc:sldMkLst>
          <pc:docMk/>
          <pc:sldMk cId="1160958258" sldId="266"/>
        </pc:sldMkLst>
      </pc:sldChg>
    </pc:docChg>
  </pc:docChgLst>
  <pc:docChgLst>
    <pc:chgData name="Harleen Kaur" userId="S::id65ns02@ubalt.edu::9f7fc1d6-ab67-473f-ba46-e98f6ce2049b" providerId="AD" clId="Web-{CC7D59B9-473F-484B-ABF1-9287A94F5179}"/>
    <pc:docChg chg="addSld delSld modSld">
      <pc:chgData name="Harleen Kaur" userId="S::id65ns02@ubalt.edu::9f7fc1d6-ab67-473f-ba46-e98f6ce2049b" providerId="AD" clId="Web-{CC7D59B9-473F-484B-ABF1-9287A94F5179}" dt="2021-07-23T01:51:33.051" v="1398" actId="20577"/>
      <pc:docMkLst>
        <pc:docMk/>
      </pc:docMkLst>
      <pc:sldChg chg="modSp">
        <pc:chgData name="Harleen Kaur" userId="S::id65ns02@ubalt.edu::9f7fc1d6-ab67-473f-ba46-e98f6ce2049b" providerId="AD" clId="Web-{CC7D59B9-473F-484B-ABF1-9287A94F5179}" dt="2021-07-22T17:48:16.109" v="61" actId="20577"/>
        <pc:sldMkLst>
          <pc:docMk/>
          <pc:sldMk cId="3381154349" sldId="398"/>
        </pc:sldMkLst>
      </pc:sldChg>
      <pc:sldChg chg="modSp">
        <pc:chgData name="Harleen Kaur" userId="S::id65ns02@ubalt.edu::9f7fc1d6-ab67-473f-ba46-e98f6ce2049b" providerId="AD" clId="Web-{CC7D59B9-473F-484B-ABF1-9287A94F5179}" dt="2021-07-22T20:17:05.560" v="495" actId="20577"/>
        <pc:sldMkLst>
          <pc:docMk/>
          <pc:sldMk cId="3765136305" sldId="428"/>
        </pc:sldMkLst>
      </pc:sldChg>
      <pc:sldChg chg="modSp">
        <pc:chgData name="Harleen Kaur" userId="S::id65ns02@ubalt.edu::9f7fc1d6-ab67-473f-ba46-e98f6ce2049b" providerId="AD" clId="Web-{CC7D59B9-473F-484B-ABF1-9287A94F5179}" dt="2021-07-22T20:22:55.349" v="497" actId="14100"/>
        <pc:sldMkLst>
          <pc:docMk/>
          <pc:sldMk cId="723158062" sldId="432"/>
        </pc:sldMkLst>
      </pc:sldChg>
      <pc:sldChg chg="modSp">
        <pc:chgData name="Harleen Kaur" userId="S::id65ns02@ubalt.edu::9f7fc1d6-ab67-473f-ba46-e98f6ce2049b" providerId="AD" clId="Web-{CC7D59B9-473F-484B-ABF1-9287A94F5179}" dt="2021-07-22T21:09:54.214" v="736" actId="20577"/>
        <pc:sldMkLst>
          <pc:docMk/>
          <pc:sldMk cId="2155079201" sldId="435"/>
        </pc:sldMkLst>
      </pc:sldChg>
      <pc:sldChg chg="modSp">
        <pc:chgData name="Harleen Kaur" userId="S::id65ns02@ubalt.edu::9f7fc1d6-ab67-473f-ba46-e98f6ce2049b" providerId="AD" clId="Web-{CC7D59B9-473F-484B-ABF1-9287A94F5179}" dt="2021-07-22T19:55:41.936" v="172" actId="20577"/>
        <pc:sldMkLst>
          <pc:docMk/>
          <pc:sldMk cId="1489860489" sldId="440"/>
        </pc:sldMkLst>
      </pc:sldChg>
      <pc:sldChg chg="addSp delSp modSp">
        <pc:chgData name="Harleen Kaur" userId="S::id65ns02@ubalt.edu::9f7fc1d6-ab67-473f-ba46-e98f6ce2049b" providerId="AD" clId="Web-{CC7D59B9-473F-484B-ABF1-9287A94F5179}" dt="2021-07-22T18:28:45.641" v="81"/>
        <pc:sldMkLst>
          <pc:docMk/>
          <pc:sldMk cId="2128166042" sldId="441"/>
        </pc:sldMkLst>
      </pc:sldChg>
      <pc:sldChg chg="del">
        <pc:chgData name="Harleen Kaur" userId="S::id65ns02@ubalt.edu::9f7fc1d6-ab67-473f-ba46-e98f6ce2049b" providerId="AD" clId="Web-{CC7D59B9-473F-484B-ABF1-9287A94F5179}" dt="2021-07-22T18:32:21.209" v="146"/>
        <pc:sldMkLst>
          <pc:docMk/>
          <pc:sldMk cId="1029523982" sldId="442"/>
        </pc:sldMkLst>
      </pc:sldChg>
      <pc:sldChg chg="modSp">
        <pc:chgData name="Harleen Kaur" userId="S::id65ns02@ubalt.edu::9f7fc1d6-ab67-473f-ba46-e98f6ce2049b" providerId="AD" clId="Web-{CC7D59B9-473F-484B-ABF1-9287A94F5179}" dt="2021-07-23T01:36:16.461" v="1103" actId="20577"/>
        <pc:sldMkLst>
          <pc:docMk/>
          <pc:sldMk cId="1765608399" sldId="443"/>
        </pc:sldMkLst>
      </pc:sldChg>
      <pc:sldChg chg="modSp">
        <pc:chgData name="Harleen Kaur" userId="S::id65ns02@ubalt.edu::9f7fc1d6-ab67-473f-ba46-e98f6ce2049b" providerId="AD" clId="Web-{CC7D59B9-473F-484B-ABF1-9287A94F5179}" dt="2021-07-23T01:51:33.051" v="1398" actId="20577"/>
        <pc:sldMkLst>
          <pc:docMk/>
          <pc:sldMk cId="3991852019" sldId="445"/>
        </pc:sldMkLst>
      </pc:sldChg>
      <pc:sldChg chg="del">
        <pc:chgData name="Harleen Kaur" userId="S::id65ns02@ubalt.edu::9f7fc1d6-ab67-473f-ba46-e98f6ce2049b" providerId="AD" clId="Web-{CC7D59B9-473F-484B-ABF1-9287A94F5179}" dt="2021-07-22T21:17:18.488" v="870"/>
        <pc:sldMkLst>
          <pc:docMk/>
          <pc:sldMk cId="1885923503" sldId="446"/>
        </pc:sldMkLst>
      </pc:sldChg>
      <pc:sldChg chg="modSp">
        <pc:chgData name="Harleen Kaur" userId="S::id65ns02@ubalt.edu::9f7fc1d6-ab67-473f-ba46-e98f6ce2049b" providerId="AD" clId="Web-{CC7D59B9-473F-484B-ABF1-9287A94F5179}" dt="2021-07-22T17:53:22.305" v="62" actId="20577"/>
        <pc:sldMkLst>
          <pc:docMk/>
          <pc:sldMk cId="260036501" sldId="447"/>
        </pc:sldMkLst>
      </pc:sldChg>
      <pc:sldChg chg="modSp">
        <pc:chgData name="Harleen Kaur" userId="S::id65ns02@ubalt.edu::9f7fc1d6-ab67-473f-ba46-e98f6ce2049b" providerId="AD" clId="Web-{CC7D59B9-473F-484B-ABF1-9287A94F5179}" dt="2021-07-22T21:19:17.786" v="918" actId="20577"/>
        <pc:sldMkLst>
          <pc:docMk/>
          <pc:sldMk cId="1259972498" sldId="448"/>
        </pc:sldMkLst>
      </pc:sldChg>
      <pc:sldChg chg="modSp">
        <pc:chgData name="Harleen Kaur" userId="S::id65ns02@ubalt.edu::9f7fc1d6-ab67-473f-ba46-e98f6ce2049b" providerId="AD" clId="Web-{CC7D59B9-473F-484B-ABF1-9287A94F5179}" dt="2021-07-22T21:18:53.864" v="903" actId="20577"/>
        <pc:sldMkLst>
          <pc:docMk/>
          <pc:sldMk cId="2784708312" sldId="452"/>
        </pc:sldMkLst>
      </pc:sldChg>
      <pc:sldChg chg="modSp">
        <pc:chgData name="Harleen Kaur" userId="S::id65ns02@ubalt.edu::9f7fc1d6-ab67-473f-ba46-e98f6ce2049b" providerId="AD" clId="Web-{CC7D59B9-473F-484B-ABF1-9287A94F5179}" dt="2021-07-22T20:13:45.946" v="428" actId="20577"/>
        <pc:sldMkLst>
          <pc:docMk/>
          <pc:sldMk cId="2996491619" sldId="453"/>
        </pc:sldMkLst>
      </pc:sldChg>
      <pc:sldChg chg="modSp new">
        <pc:chgData name="Harleen Kaur" userId="S::id65ns02@ubalt.edu::9f7fc1d6-ab67-473f-ba46-e98f6ce2049b" providerId="AD" clId="Web-{CC7D59B9-473F-484B-ABF1-9287A94F5179}" dt="2021-07-22T18:32:13.584" v="145" actId="20577"/>
        <pc:sldMkLst>
          <pc:docMk/>
          <pc:sldMk cId="3474825546" sldId="454"/>
        </pc:sldMkLst>
      </pc:sldChg>
      <pc:sldChg chg="modSp new">
        <pc:chgData name="Harleen Kaur" userId="S::id65ns02@ubalt.edu::9f7fc1d6-ab67-473f-ba46-e98f6ce2049b" providerId="AD" clId="Web-{CC7D59B9-473F-484B-ABF1-9287A94F5179}" dt="2021-07-22T21:09:28.433" v="730" actId="20577"/>
        <pc:sldMkLst>
          <pc:docMk/>
          <pc:sldMk cId="3862024830" sldId="455"/>
        </pc:sldMkLst>
      </pc:sldChg>
      <pc:sldChg chg="modSp new">
        <pc:chgData name="Harleen Kaur" userId="S::id65ns02@ubalt.edu::9f7fc1d6-ab67-473f-ba46-e98f6ce2049b" providerId="AD" clId="Web-{CC7D59B9-473F-484B-ABF1-9287A94F5179}" dt="2021-07-22T21:17:05.737" v="869" actId="20577"/>
        <pc:sldMkLst>
          <pc:docMk/>
          <pc:sldMk cId="4202027213" sldId="456"/>
        </pc:sldMkLst>
      </pc:sldChg>
      <pc:sldChg chg="modSp new">
        <pc:chgData name="Harleen Kaur" userId="S::id65ns02@ubalt.edu::9f7fc1d6-ab67-473f-ba46-e98f6ce2049b" providerId="AD" clId="Web-{CC7D59B9-473F-484B-ABF1-9287A94F5179}" dt="2021-07-22T21:18:12.864" v="887" actId="20577"/>
        <pc:sldMkLst>
          <pc:docMk/>
          <pc:sldMk cId="2830511723" sldId="457"/>
        </pc:sldMkLst>
      </pc:sldChg>
    </pc:docChg>
  </pc:docChgLst>
  <pc:docChgLst>
    <pc:chgData name="Harleen Kaur" userId="S::id65ns02@ubalt.edu::9f7fc1d6-ab67-473f-ba46-e98f6ce2049b" providerId="AD" clId="Web-{D15A0308-9E2D-B5D0-5115-FC1CFD6F461C}"/>
    <pc:docChg chg="addSld delSld modSld addMainMaster delMainMaster">
      <pc:chgData name="Harleen Kaur" userId="S::id65ns02@ubalt.edu::9f7fc1d6-ab67-473f-ba46-e98f6ce2049b" providerId="AD" clId="Web-{D15A0308-9E2D-B5D0-5115-FC1CFD6F461C}" dt="2021-06-19T20:09:21.105" v="663"/>
      <pc:docMkLst>
        <pc:docMk/>
      </pc:docMkLst>
      <pc:sldChg chg="addSp delSp modSp del">
        <pc:chgData name="Harleen Kaur" userId="S::id65ns02@ubalt.edu::9f7fc1d6-ab67-473f-ba46-e98f6ce2049b" providerId="AD" clId="Web-{D15A0308-9E2D-B5D0-5115-FC1CFD6F461C}" dt="2021-06-19T18:06:50.632" v="9"/>
        <pc:sldMkLst>
          <pc:docMk/>
          <pc:sldMk cId="1070795342" sldId="358"/>
        </pc:sldMkLst>
      </pc:sldChg>
      <pc:sldChg chg="modSp del">
        <pc:chgData name="Harleen Kaur" userId="S::id65ns02@ubalt.edu::9f7fc1d6-ab67-473f-ba46-e98f6ce2049b" providerId="AD" clId="Web-{D15A0308-9E2D-B5D0-5115-FC1CFD6F461C}" dt="2021-06-19T18:07:40.649" v="14"/>
        <pc:sldMkLst>
          <pc:docMk/>
          <pc:sldMk cId="1943206395" sldId="359"/>
        </pc:sldMkLst>
      </pc:sldChg>
      <pc:sldChg chg="modSp del">
        <pc:chgData name="Harleen Kaur" userId="S::id65ns02@ubalt.edu::9f7fc1d6-ab67-473f-ba46-e98f6ce2049b" providerId="AD" clId="Web-{D15A0308-9E2D-B5D0-5115-FC1CFD6F461C}" dt="2021-06-19T18:08:44.635" v="23"/>
        <pc:sldMkLst>
          <pc:docMk/>
          <pc:sldMk cId="3133509530" sldId="360"/>
        </pc:sldMkLst>
      </pc:sldChg>
      <pc:sldChg chg="modSp new">
        <pc:chgData name="Harleen Kaur" userId="S::id65ns02@ubalt.edu::9f7fc1d6-ab67-473f-ba46-e98f6ce2049b" providerId="AD" clId="Web-{D15A0308-9E2D-B5D0-5115-FC1CFD6F461C}" dt="2021-06-19T18:07:55.978" v="18" actId="20577"/>
        <pc:sldMkLst>
          <pc:docMk/>
          <pc:sldMk cId="518853508" sldId="361"/>
        </pc:sldMkLst>
      </pc:sldChg>
      <pc:sldChg chg="modSp new">
        <pc:chgData name="Harleen Kaur" userId="S::id65ns02@ubalt.edu::9f7fc1d6-ab67-473f-ba46-e98f6ce2049b" providerId="AD" clId="Web-{D15A0308-9E2D-B5D0-5115-FC1CFD6F461C}" dt="2021-06-19T18:09:39.231" v="31" actId="1076"/>
        <pc:sldMkLst>
          <pc:docMk/>
          <pc:sldMk cId="538821336" sldId="362"/>
        </pc:sldMkLst>
      </pc:sldChg>
      <pc:sldChg chg="add del">
        <pc:chgData name="Harleen Kaur" userId="S::id65ns02@ubalt.edu::9f7fc1d6-ab67-473f-ba46-e98f6ce2049b" providerId="AD" clId="Web-{D15A0308-9E2D-B5D0-5115-FC1CFD6F461C}" dt="2021-06-19T18:08:26.057" v="20"/>
        <pc:sldMkLst>
          <pc:docMk/>
          <pc:sldMk cId="1399121124" sldId="362"/>
        </pc:sldMkLst>
      </pc:sldChg>
      <pc:sldChg chg="modSp new">
        <pc:chgData name="Harleen Kaur" userId="S::id65ns02@ubalt.edu::9f7fc1d6-ab67-473f-ba46-e98f6ce2049b" providerId="AD" clId="Web-{D15A0308-9E2D-B5D0-5115-FC1CFD6F461C}" dt="2021-06-19T18:10:04.294" v="37" actId="20577"/>
        <pc:sldMkLst>
          <pc:docMk/>
          <pc:sldMk cId="522743250" sldId="363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18:11:02.374" v="51"/>
        <pc:sldMkLst>
          <pc:docMk/>
          <pc:sldMk cId="3162707779" sldId="364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18:15:20.303" v="107" actId="14100"/>
        <pc:sldMkLst>
          <pc:docMk/>
          <pc:sldMk cId="1342763562" sldId="365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18:16:20.726" v="123"/>
        <pc:sldMkLst>
          <pc:docMk/>
          <pc:sldMk cId="2149956382" sldId="366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19:33:32.127" v="131" actId="14100"/>
        <pc:sldMkLst>
          <pc:docMk/>
          <pc:sldMk cId="1428798357" sldId="367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19:35:10.614" v="153" actId="14100"/>
        <pc:sldMkLst>
          <pc:docMk/>
          <pc:sldMk cId="4049505772" sldId="368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19:35:46.615" v="165"/>
        <pc:sldMkLst>
          <pc:docMk/>
          <pc:sldMk cId="3707274105" sldId="369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19:38:22.603" v="198" actId="20577"/>
        <pc:sldMkLst>
          <pc:docMk/>
          <pc:sldMk cId="463297845" sldId="370"/>
        </pc:sldMkLst>
      </pc:sldChg>
      <pc:sldChg chg="modSp new">
        <pc:chgData name="Harleen Kaur" userId="S::id65ns02@ubalt.edu::9f7fc1d6-ab67-473f-ba46-e98f6ce2049b" providerId="AD" clId="Web-{D15A0308-9E2D-B5D0-5115-FC1CFD6F461C}" dt="2021-06-19T19:38:43.041" v="201" actId="20577"/>
        <pc:sldMkLst>
          <pc:docMk/>
          <pc:sldMk cId="957894643" sldId="371"/>
        </pc:sldMkLst>
      </pc:sldChg>
      <pc:sldChg chg="modSp new">
        <pc:chgData name="Harleen Kaur" userId="S::id65ns02@ubalt.edu::9f7fc1d6-ab67-473f-ba46-e98f6ce2049b" providerId="AD" clId="Web-{D15A0308-9E2D-B5D0-5115-FC1CFD6F461C}" dt="2021-06-19T19:39:02.417" v="204" actId="20577"/>
        <pc:sldMkLst>
          <pc:docMk/>
          <pc:sldMk cId="376485367" sldId="372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19:41:29.376" v="230" actId="1076"/>
        <pc:sldMkLst>
          <pc:docMk/>
          <pc:sldMk cId="3468930998" sldId="373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19:43:42.551" v="254" actId="14100"/>
        <pc:sldMkLst>
          <pc:docMk/>
          <pc:sldMk cId="89896237" sldId="374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19:45:08.553" v="276" actId="1076"/>
        <pc:sldMkLst>
          <pc:docMk/>
          <pc:sldMk cId="48899272" sldId="375"/>
        </pc:sldMkLst>
      </pc:sldChg>
      <pc:sldChg chg="modSp new del">
        <pc:chgData name="Harleen Kaur" userId="S::id65ns02@ubalt.edu::9f7fc1d6-ab67-473f-ba46-e98f6ce2049b" providerId="AD" clId="Web-{D15A0308-9E2D-B5D0-5115-FC1CFD6F461C}" dt="2021-06-19T19:46:46.274" v="298"/>
        <pc:sldMkLst>
          <pc:docMk/>
          <pc:sldMk cId="1718189075" sldId="376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19:48:15.589" v="331" actId="1076"/>
        <pc:sldMkLst>
          <pc:docMk/>
          <pc:sldMk cId="1561551950" sldId="377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19:49:19.591" v="346" actId="20577"/>
        <pc:sldMkLst>
          <pc:docMk/>
          <pc:sldMk cId="1447797136" sldId="378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19:52:54.065" v="399" actId="14100"/>
        <pc:sldMkLst>
          <pc:docMk/>
          <pc:sldMk cId="714563919" sldId="379"/>
        </pc:sldMkLst>
      </pc:sldChg>
      <pc:sldChg chg="modSp new">
        <pc:chgData name="Harleen Kaur" userId="S::id65ns02@ubalt.edu::9f7fc1d6-ab67-473f-ba46-e98f6ce2049b" providerId="AD" clId="Web-{D15A0308-9E2D-B5D0-5115-FC1CFD6F461C}" dt="2021-06-19T19:53:16.596" v="407" actId="20577"/>
        <pc:sldMkLst>
          <pc:docMk/>
          <pc:sldMk cId="34183985" sldId="380"/>
        </pc:sldMkLst>
      </pc:sldChg>
      <pc:sldChg chg="modSp new">
        <pc:chgData name="Harleen Kaur" userId="S::id65ns02@ubalt.edu::9f7fc1d6-ab67-473f-ba46-e98f6ce2049b" providerId="AD" clId="Web-{D15A0308-9E2D-B5D0-5115-FC1CFD6F461C}" dt="2021-06-19T19:53:51.472" v="415" actId="20577"/>
        <pc:sldMkLst>
          <pc:docMk/>
          <pc:sldMk cId="2697053936" sldId="381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19:55:06.490" v="462" actId="20577"/>
        <pc:sldMkLst>
          <pc:docMk/>
          <pc:sldMk cId="3491584397" sldId="382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19:56:41.180" v="492" actId="1076"/>
        <pc:sldMkLst>
          <pc:docMk/>
          <pc:sldMk cId="145533210" sldId="383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19:59:19.981" v="526" actId="20577"/>
        <pc:sldMkLst>
          <pc:docMk/>
          <pc:sldMk cId="2632199446" sldId="384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20:02:43.361" v="578" actId="1076"/>
        <pc:sldMkLst>
          <pc:docMk/>
          <pc:sldMk cId="1881829419" sldId="385"/>
        </pc:sldMkLst>
      </pc:sldChg>
      <pc:sldChg chg="addSp delSp modSp new mod setBg">
        <pc:chgData name="Harleen Kaur" userId="S::id65ns02@ubalt.edu::9f7fc1d6-ab67-473f-ba46-e98f6ce2049b" providerId="AD" clId="Web-{D15A0308-9E2D-B5D0-5115-FC1CFD6F461C}" dt="2021-06-19T20:05:01.380" v="593" actId="14100"/>
        <pc:sldMkLst>
          <pc:docMk/>
          <pc:sldMk cId="422707379" sldId="386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20:05:40.944" v="606" actId="20577"/>
        <pc:sldMkLst>
          <pc:docMk/>
          <pc:sldMk cId="4219912784" sldId="387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20:07:28.071" v="627" actId="14100"/>
        <pc:sldMkLst>
          <pc:docMk/>
          <pc:sldMk cId="178630246" sldId="388"/>
        </pc:sldMkLst>
      </pc:sldChg>
      <pc:sldChg chg="addSp delSp modSp new">
        <pc:chgData name="Harleen Kaur" userId="S::id65ns02@ubalt.edu::9f7fc1d6-ab67-473f-ba46-e98f6ce2049b" providerId="AD" clId="Web-{D15A0308-9E2D-B5D0-5115-FC1CFD6F461C}" dt="2021-06-19T20:08:55.589" v="652" actId="14100"/>
        <pc:sldMkLst>
          <pc:docMk/>
          <pc:sldMk cId="4060595402" sldId="389"/>
        </pc:sldMkLst>
      </pc:sldChg>
      <pc:sldChg chg="modSp new">
        <pc:chgData name="Harleen Kaur" userId="S::id65ns02@ubalt.edu::9f7fc1d6-ab67-473f-ba46-e98f6ce2049b" providerId="AD" clId="Web-{D15A0308-9E2D-B5D0-5115-FC1CFD6F461C}" dt="2021-06-19T20:09:17.293" v="662" actId="20577"/>
        <pc:sldMkLst>
          <pc:docMk/>
          <pc:sldMk cId="2186280635" sldId="390"/>
        </pc:sldMkLst>
      </pc:sldChg>
      <pc:sldChg chg="new del">
        <pc:chgData name="Harleen Kaur" userId="S::id65ns02@ubalt.edu::9f7fc1d6-ab67-473f-ba46-e98f6ce2049b" providerId="AD" clId="Web-{D15A0308-9E2D-B5D0-5115-FC1CFD6F461C}" dt="2021-06-19T20:09:21.105" v="663"/>
        <pc:sldMkLst>
          <pc:docMk/>
          <pc:sldMk cId="2772980071" sldId="391"/>
        </pc:sldMkLst>
      </pc:sldChg>
      <pc:sldMasterChg chg="add del addSldLayout delSldLayout">
        <pc:chgData name="Harleen Kaur" userId="S::id65ns02@ubalt.edu::9f7fc1d6-ab67-473f-ba46-e98f6ce2049b" providerId="AD" clId="Web-{D15A0308-9E2D-B5D0-5115-FC1CFD6F461C}" dt="2021-06-19T18:08:26.057" v="20"/>
        <pc:sldMasterMkLst>
          <pc:docMk/>
          <pc:sldMasterMk cId="2460954070" sldId="2147483660"/>
        </pc:sldMasterMkLst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Harleen Kaur" userId="S::id65ns02@ubalt.edu::9f7fc1d6-ab67-473f-ba46-e98f6ce2049b" providerId="AD" clId="Web-{D15A0308-9E2D-B5D0-5115-FC1CFD6F461C}" dt="2021-06-19T18:08:26.057" v="20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Harleen Kaur" userId="S::id65ns02@ubalt.edu::9f7fc1d6-ab67-473f-ba46-e98f6ce2049b" providerId="AD" clId="Web-{4B91A27D-6EF5-798E-0522-AD9001383A8B}"/>
    <pc:docChg chg="modSld">
      <pc:chgData name="Harleen Kaur" userId="S::id65ns02@ubalt.edu::9f7fc1d6-ab67-473f-ba46-e98f6ce2049b" providerId="AD" clId="Web-{4B91A27D-6EF5-798E-0522-AD9001383A8B}" dt="2021-07-12T01:43:17.234" v="182" actId="20577"/>
      <pc:docMkLst>
        <pc:docMk/>
      </pc:docMkLst>
      <pc:sldChg chg="modSp">
        <pc:chgData name="Harleen Kaur" userId="S::id65ns02@ubalt.edu::9f7fc1d6-ab67-473f-ba46-e98f6ce2049b" providerId="AD" clId="Web-{4B91A27D-6EF5-798E-0522-AD9001383A8B}" dt="2021-07-11T21:43:59.594" v="159" actId="20577"/>
        <pc:sldMkLst>
          <pc:docMk/>
          <pc:sldMk cId="2690676310" sldId="396"/>
        </pc:sldMkLst>
      </pc:sldChg>
      <pc:sldChg chg="addSp delSp modSp">
        <pc:chgData name="Harleen Kaur" userId="S::id65ns02@ubalt.edu::9f7fc1d6-ab67-473f-ba46-e98f6ce2049b" providerId="AD" clId="Web-{4B91A27D-6EF5-798E-0522-AD9001383A8B}" dt="2021-07-11T21:51:24.987" v="180" actId="14100"/>
        <pc:sldMkLst>
          <pc:docMk/>
          <pc:sldMk cId="496711178" sldId="439"/>
        </pc:sldMkLst>
      </pc:sldChg>
      <pc:sldChg chg="modSp">
        <pc:chgData name="Harleen Kaur" userId="S::id65ns02@ubalt.edu::9f7fc1d6-ab67-473f-ba46-e98f6ce2049b" providerId="AD" clId="Web-{4B91A27D-6EF5-798E-0522-AD9001383A8B}" dt="2021-07-12T01:43:17.234" v="182" actId="20577"/>
        <pc:sldMkLst>
          <pc:docMk/>
          <pc:sldMk cId="1489860489" sldId="440"/>
        </pc:sldMkLst>
      </pc:sldChg>
    </pc:docChg>
  </pc:docChgLst>
  <pc:docChgLst>
    <pc:chgData name="Harleen Kaur" userId="S::id65ns02@ubalt.edu::9f7fc1d6-ab67-473f-ba46-e98f6ce2049b" providerId="AD" clId="Web-{C32D5E24-A9E1-7EE6-5361-8258909BC149}"/>
    <pc:docChg chg="addSld modSld">
      <pc:chgData name="Harleen Kaur" userId="S::id65ns02@ubalt.edu::9f7fc1d6-ab67-473f-ba46-e98f6ce2049b" providerId="AD" clId="Web-{C32D5E24-A9E1-7EE6-5361-8258909BC149}" dt="2021-07-10T20:04:50.056" v="450" actId="20577"/>
      <pc:docMkLst>
        <pc:docMk/>
      </pc:docMkLst>
      <pc:sldChg chg="addSp modSp">
        <pc:chgData name="Harleen Kaur" userId="S::id65ns02@ubalt.edu::9f7fc1d6-ab67-473f-ba46-e98f6ce2049b" providerId="AD" clId="Web-{C32D5E24-A9E1-7EE6-5361-8258909BC149}" dt="2021-07-10T20:03:16.131" v="433" actId="20577"/>
        <pc:sldMkLst>
          <pc:docMk/>
          <pc:sldMk cId="723158062" sldId="432"/>
        </pc:sldMkLst>
      </pc:sldChg>
      <pc:sldChg chg="modSp">
        <pc:chgData name="Harleen Kaur" userId="S::id65ns02@ubalt.edu::9f7fc1d6-ab67-473f-ba46-e98f6ce2049b" providerId="AD" clId="Web-{C32D5E24-A9E1-7EE6-5361-8258909BC149}" dt="2021-07-10T19:13:52.460" v="84" actId="1076"/>
        <pc:sldMkLst>
          <pc:docMk/>
          <pc:sldMk cId="496711178" sldId="439"/>
        </pc:sldMkLst>
      </pc:sldChg>
      <pc:sldChg chg="modSp new">
        <pc:chgData name="Harleen Kaur" userId="S::id65ns02@ubalt.edu::9f7fc1d6-ab67-473f-ba46-e98f6ce2049b" providerId="AD" clId="Web-{C32D5E24-A9E1-7EE6-5361-8258909BC149}" dt="2021-07-10T19:11:16.253" v="33" actId="20577"/>
        <pc:sldMkLst>
          <pc:docMk/>
          <pc:sldMk cId="2128166042" sldId="441"/>
        </pc:sldMkLst>
      </pc:sldChg>
      <pc:sldChg chg="modSp new">
        <pc:chgData name="Harleen Kaur" userId="S::id65ns02@ubalt.edu::9f7fc1d6-ab67-473f-ba46-e98f6ce2049b" providerId="AD" clId="Web-{C32D5E24-A9E1-7EE6-5361-8258909BC149}" dt="2021-07-10T19:14:09.726" v="89" actId="20577"/>
        <pc:sldMkLst>
          <pc:docMk/>
          <pc:sldMk cId="1029523982" sldId="442"/>
        </pc:sldMkLst>
      </pc:sldChg>
      <pc:sldChg chg="modSp new">
        <pc:chgData name="Harleen Kaur" userId="S::id65ns02@ubalt.edu::9f7fc1d6-ab67-473f-ba46-e98f6ce2049b" providerId="AD" clId="Web-{C32D5E24-A9E1-7EE6-5361-8258909BC149}" dt="2021-07-10T19:39:55.786" v="166" actId="20577"/>
        <pc:sldMkLst>
          <pc:docMk/>
          <pc:sldMk cId="1765608399" sldId="443"/>
        </pc:sldMkLst>
      </pc:sldChg>
      <pc:sldChg chg="modSp new">
        <pc:chgData name="Harleen Kaur" userId="S::id65ns02@ubalt.edu::9f7fc1d6-ab67-473f-ba46-e98f6ce2049b" providerId="AD" clId="Web-{C32D5E24-A9E1-7EE6-5361-8258909BC149}" dt="2021-07-10T19:45:28.095" v="246" actId="20577"/>
        <pc:sldMkLst>
          <pc:docMk/>
          <pc:sldMk cId="1038640585" sldId="444"/>
        </pc:sldMkLst>
      </pc:sldChg>
      <pc:sldChg chg="modSp new">
        <pc:chgData name="Harleen Kaur" userId="S::id65ns02@ubalt.edu::9f7fc1d6-ab67-473f-ba46-e98f6ce2049b" providerId="AD" clId="Web-{C32D5E24-A9E1-7EE6-5361-8258909BC149}" dt="2021-07-10T19:58:59.452" v="366" actId="20577"/>
        <pc:sldMkLst>
          <pc:docMk/>
          <pc:sldMk cId="3991852019" sldId="445"/>
        </pc:sldMkLst>
      </pc:sldChg>
      <pc:sldChg chg="modSp new">
        <pc:chgData name="Harleen Kaur" userId="S::id65ns02@ubalt.edu::9f7fc1d6-ab67-473f-ba46-e98f6ce2049b" providerId="AD" clId="Web-{C32D5E24-A9E1-7EE6-5361-8258909BC149}" dt="2021-07-10T20:04:50.056" v="450" actId="20577"/>
        <pc:sldMkLst>
          <pc:docMk/>
          <pc:sldMk cId="1885923503" sldId="446"/>
        </pc:sldMkLst>
      </pc:sldChg>
    </pc:docChg>
  </pc:docChgLst>
  <pc:docChgLst>
    <pc:chgData name="Harleen Kaur" userId="S::id65ns02@ubalt.edu::9f7fc1d6-ab67-473f-ba46-e98f6ce2049b" providerId="AD" clId="Web-{C4F3BF9E-A211-A001-A96D-7B949C5D2839}"/>
    <pc:docChg chg="addSld modSld sldOrd">
      <pc:chgData name="Harleen Kaur" userId="S::id65ns02@ubalt.edu::9f7fc1d6-ab67-473f-ba46-e98f6ce2049b" providerId="AD" clId="Web-{C4F3BF9E-A211-A001-A96D-7B949C5D2839}" dt="2021-07-06T19:23:22.718" v="284" actId="20577"/>
      <pc:docMkLst>
        <pc:docMk/>
      </pc:docMkLst>
      <pc:sldChg chg="modSp">
        <pc:chgData name="Harleen Kaur" userId="S::id65ns02@ubalt.edu::9f7fc1d6-ab67-473f-ba46-e98f6ce2049b" providerId="AD" clId="Web-{C4F3BF9E-A211-A001-A96D-7B949C5D2839}" dt="2021-07-06T18:40:03.364" v="2" actId="1076"/>
        <pc:sldMkLst>
          <pc:docMk/>
          <pc:sldMk cId="3154763750" sldId="397"/>
        </pc:sldMkLst>
      </pc:sldChg>
      <pc:sldChg chg="modSp">
        <pc:chgData name="Harleen Kaur" userId="S::id65ns02@ubalt.edu::9f7fc1d6-ab67-473f-ba46-e98f6ce2049b" providerId="AD" clId="Web-{C4F3BF9E-A211-A001-A96D-7B949C5D2839}" dt="2021-07-06T18:40:24.568" v="5" actId="20577"/>
        <pc:sldMkLst>
          <pc:docMk/>
          <pc:sldMk cId="144230432" sldId="400"/>
        </pc:sldMkLst>
      </pc:sldChg>
      <pc:sldChg chg="addSp delSp modSp new ord">
        <pc:chgData name="Harleen Kaur" userId="S::id65ns02@ubalt.edu::9f7fc1d6-ab67-473f-ba46-e98f6ce2049b" providerId="AD" clId="Web-{C4F3BF9E-A211-A001-A96D-7B949C5D2839}" dt="2021-07-06T18:50:30.034" v="175"/>
        <pc:sldMkLst>
          <pc:docMk/>
          <pc:sldMk cId="496711178" sldId="439"/>
        </pc:sldMkLst>
      </pc:sldChg>
      <pc:sldChg chg="addSp delSp modSp new">
        <pc:chgData name="Harleen Kaur" userId="S::id65ns02@ubalt.edu::9f7fc1d6-ab67-473f-ba46-e98f6ce2049b" providerId="AD" clId="Web-{C4F3BF9E-A211-A001-A96D-7B949C5D2839}" dt="2021-07-06T19:23:22.718" v="284" actId="20577"/>
        <pc:sldMkLst>
          <pc:docMk/>
          <pc:sldMk cId="1489860489" sldId="440"/>
        </pc:sldMkLst>
      </pc:sldChg>
    </pc:docChg>
  </pc:docChgLst>
  <pc:docChgLst>
    <pc:chgData name="Weifeng Xu" userId="e7aed605-a3dd-4d5a-a692-a87037af107b" providerId="ADAL" clId="{C54D13FE-74BA-4901-A6A3-DD765F0EF80E}"/>
    <pc:docChg chg="undo redo custSel mod addSld modSld sldOrd">
      <pc:chgData name="Weifeng Xu" userId="e7aed605-a3dd-4d5a-a692-a87037af107b" providerId="ADAL" clId="{C54D13FE-74BA-4901-A6A3-DD765F0EF80E}" dt="2021-01-18T02:17:26.309" v="733" actId="6549"/>
      <pc:docMkLst>
        <pc:docMk/>
      </pc:docMkLst>
      <pc:sldChg chg="modSp mod">
        <pc:chgData name="Weifeng Xu" userId="e7aed605-a3dd-4d5a-a692-a87037af107b" providerId="ADAL" clId="{C54D13FE-74BA-4901-A6A3-DD765F0EF80E}" dt="2021-01-18T00:12:35.723" v="6" actId="20577"/>
        <pc:sldMkLst>
          <pc:docMk/>
          <pc:sldMk cId="1392771324" sldId="258"/>
        </pc:sldMkLst>
      </pc:sldChg>
      <pc:sldChg chg="modSp new mod">
        <pc:chgData name="Weifeng Xu" userId="e7aed605-a3dd-4d5a-a692-a87037af107b" providerId="ADAL" clId="{C54D13FE-74BA-4901-A6A3-DD765F0EF80E}" dt="2021-01-18T01:05:02.364" v="374" actId="20577"/>
        <pc:sldMkLst>
          <pc:docMk/>
          <pc:sldMk cId="1449920218" sldId="261"/>
        </pc:sldMkLst>
      </pc:sldChg>
      <pc:sldChg chg="addSp delSp modSp new mod setBg modClrScheme chgLayout modNotesTx">
        <pc:chgData name="Weifeng Xu" userId="e7aed605-a3dd-4d5a-a692-a87037af107b" providerId="ADAL" clId="{C54D13FE-74BA-4901-A6A3-DD765F0EF80E}" dt="2021-01-18T01:45:32.650" v="485" actId="1076"/>
        <pc:sldMkLst>
          <pc:docMk/>
          <pc:sldMk cId="3028204050" sldId="262"/>
        </pc:sldMkLst>
      </pc:sldChg>
      <pc:sldChg chg="addSp delSp modSp new mod setBg setClrOvrMap">
        <pc:chgData name="Weifeng Xu" userId="e7aed605-a3dd-4d5a-a692-a87037af107b" providerId="ADAL" clId="{C54D13FE-74BA-4901-A6A3-DD765F0EF80E}" dt="2021-01-18T02:17:20.454" v="732" actId="20577"/>
        <pc:sldMkLst>
          <pc:docMk/>
          <pc:sldMk cId="2219828795" sldId="263"/>
        </pc:sldMkLst>
      </pc:sldChg>
      <pc:sldChg chg="addSp delSp modSp new mod modClrScheme chgLayout">
        <pc:chgData name="Weifeng Xu" userId="e7aed605-a3dd-4d5a-a692-a87037af107b" providerId="ADAL" clId="{C54D13FE-74BA-4901-A6A3-DD765F0EF80E}" dt="2021-01-18T02:15:18.970" v="684" actId="14100"/>
        <pc:sldMkLst>
          <pc:docMk/>
          <pc:sldMk cId="266696141" sldId="264"/>
        </pc:sldMkLst>
      </pc:sldChg>
      <pc:sldChg chg="addSp delSp modSp add mod ord modClrScheme chgLayout">
        <pc:chgData name="Weifeng Xu" userId="e7aed605-a3dd-4d5a-a692-a87037af107b" providerId="ADAL" clId="{C54D13FE-74BA-4901-A6A3-DD765F0EF80E}" dt="2021-01-18T02:17:26.309" v="733" actId="6549"/>
        <pc:sldMkLst>
          <pc:docMk/>
          <pc:sldMk cId="3192448814" sldId="265"/>
        </pc:sldMkLst>
      </pc:sldChg>
    </pc:docChg>
  </pc:docChgLst>
  <pc:docChgLst>
    <pc:chgData name="Harleen Kaur" userId="S::id65ns02@ubalt.edu::9f7fc1d6-ab67-473f-ba46-e98f6ce2049b" providerId="AD" clId="Web-{48AF0FEF-E81B-5489-9ECC-B1B17C031645}"/>
    <pc:docChg chg="addSld delSld modSld sldOrd">
      <pc:chgData name="Harleen Kaur" userId="S::id65ns02@ubalt.edu::9f7fc1d6-ab67-473f-ba46-e98f6ce2049b" providerId="AD" clId="Web-{48AF0FEF-E81B-5489-9ECC-B1B17C031645}" dt="2021-07-23T18:36:15.790" v="326" actId="20577"/>
      <pc:docMkLst>
        <pc:docMk/>
      </pc:docMkLst>
      <pc:sldChg chg="modSp">
        <pc:chgData name="Harleen Kaur" userId="S::id65ns02@ubalt.edu::9f7fc1d6-ab67-473f-ba46-e98f6ce2049b" providerId="AD" clId="Web-{48AF0FEF-E81B-5489-9ECC-B1B17C031645}" dt="2021-07-23T18:36:15.790" v="326" actId="20577"/>
        <pc:sldMkLst>
          <pc:docMk/>
          <pc:sldMk cId="3304247483" sldId="431"/>
        </pc:sldMkLst>
      </pc:sldChg>
      <pc:sldChg chg="del">
        <pc:chgData name="Harleen Kaur" userId="S::id65ns02@ubalt.edu::9f7fc1d6-ab67-473f-ba46-e98f6ce2049b" providerId="AD" clId="Web-{48AF0FEF-E81B-5489-9ECC-B1B17C031645}" dt="2021-07-23T18:25:47.525" v="119"/>
        <pc:sldMkLst>
          <pc:docMk/>
          <pc:sldMk cId="1038640585" sldId="444"/>
        </pc:sldMkLst>
      </pc:sldChg>
      <pc:sldChg chg="modSp">
        <pc:chgData name="Harleen Kaur" userId="S::id65ns02@ubalt.edu::9f7fc1d6-ab67-473f-ba46-e98f6ce2049b" providerId="AD" clId="Web-{48AF0FEF-E81B-5489-9ECC-B1B17C031645}" dt="2021-07-23T18:20:12.658" v="31" actId="20577"/>
        <pc:sldMkLst>
          <pc:docMk/>
          <pc:sldMk cId="260036501" sldId="447"/>
        </pc:sldMkLst>
      </pc:sldChg>
      <pc:sldChg chg="del ord">
        <pc:chgData name="Harleen Kaur" userId="S::id65ns02@ubalt.edu::9f7fc1d6-ab67-473f-ba46-e98f6ce2049b" providerId="AD" clId="Web-{48AF0FEF-E81B-5489-9ECC-B1B17C031645}" dt="2021-07-23T18:35:46.414" v="323"/>
        <pc:sldMkLst>
          <pc:docMk/>
          <pc:sldMk cId="4202027213" sldId="456"/>
        </pc:sldMkLst>
      </pc:sldChg>
      <pc:sldChg chg="modSp">
        <pc:chgData name="Harleen Kaur" userId="S::id65ns02@ubalt.edu::9f7fc1d6-ab67-473f-ba46-e98f6ce2049b" providerId="AD" clId="Web-{48AF0FEF-E81B-5489-9ECC-B1B17C031645}" dt="2021-07-23T18:27:14.652" v="213" actId="20577"/>
        <pc:sldMkLst>
          <pc:docMk/>
          <pc:sldMk cId="2830511723" sldId="457"/>
        </pc:sldMkLst>
      </pc:sldChg>
      <pc:sldChg chg="modSp new">
        <pc:chgData name="Harleen Kaur" userId="S::id65ns02@ubalt.edu::9f7fc1d6-ab67-473f-ba46-e98f6ce2049b" providerId="AD" clId="Web-{48AF0FEF-E81B-5489-9ECC-B1B17C031645}" dt="2021-07-23T18:25:40.759" v="118" actId="20577"/>
        <pc:sldMkLst>
          <pc:docMk/>
          <pc:sldMk cId="1045674322" sldId="458"/>
        </pc:sldMkLst>
      </pc:sldChg>
      <pc:sldChg chg="modSp new">
        <pc:chgData name="Harleen Kaur" userId="S::id65ns02@ubalt.edu::9f7fc1d6-ab67-473f-ba46-e98f6ce2049b" providerId="AD" clId="Web-{48AF0FEF-E81B-5489-9ECC-B1B17C031645}" dt="2021-07-23T18:35:43.586" v="322" actId="20577"/>
        <pc:sldMkLst>
          <pc:docMk/>
          <pc:sldMk cId="4113545877" sldId="459"/>
        </pc:sldMkLst>
      </pc:sldChg>
    </pc:docChg>
  </pc:docChgLst>
  <pc:docChgLst>
    <pc:chgData name="Harleen Kaur" userId="S::id65ns02@ubalt.edu::9f7fc1d6-ab67-473f-ba46-e98f6ce2049b" providerId="AD" clId="Web-{3265D28D-BFCF-D804-1BF4-970D2F3D644A}"/>
    <pc:docChg chg="modSld">
      <pc:chgData name="Harleen Kaur" userId="S::id65ns02@ubalt.edu::9f7fc1d6-ab67-473f-ba46-e98f6ce2049b" providerId="AD" clId="Web-{3265D28D-BFCF-D804-1BF4-970D2F3D644A}" dt="2021-07-19T13:03:59.851" v="1" actId="20577"/>
      <pc:docMkLst>
        <pc:docMk/>
      </pc:docMkLst>
      <pc:sldChg chg="modSp">
        <pc:chgData name="Harleen Kaur" userId="S::id65ns02@ubalt.edu::9f7fc1d6-ab67-473f-ba46-e98f6ce2049b" providerId="AD" clId="Web-{3265D28D-BFCF-D804-1BF4-970D2F3D644A}" dt="2021-07-19T13:03:59.851" v="1" actId="20577"/>
        <pc:sldMkLst>
          <pc:docMk/>
          <pc:sldMk cId="3381154349" sldId="398"/>
        </pc:sldMkLst>
      </pc:sldChg>
    </pc:docChg>
  </pc:docChgLst>
  <pc:docChgLst>
    <pc:chgData name="Weifeng Xu" userId="e7aed605-a3dd-4d5a-a692-a87037af107b" providerId="ADAL" clId="{DC6547A2-CCA0-4341-80AC-B2CD8A282935}"/>
    <pc:docChg chg="undo custSel addSld delSld modSld sldOrd">
      <pc:chgData name="Weifeng Xu" userId="e7aed605-a3dd-4d5a-a692-a87037af107b" providerId="ADAL" clId="{DC6547A2-CCA0-4341-80AC-B2CD8A282935}" dt="2025-04-20T20:38:51.303" v="4529" actId="6549"/>
      <pc:docMkLst>
        <pc:docMk/>
      </pc:docMkLst>
      <pc:sldChg chg="modSp mod">
        <pc:chgData name="Weifeng Xu" userId="e7aed605-a3dd-4d5a-a692-a87037af107b" providerId="ADAL" clId="{DC6547A2-CCA0-4341-80AC-B2CD8A282935}" dt="2025-01-01T14:54:44.170" v="3758" actId="20577"/>
        <pc:sldMkLst>
          <pc:docMk/>
          <pc:sldMk cId="1323245308" sldId="256"/>
        </pc:sldMkLst>
      </pc:sldChg>
      <pc:sldChg chg="del">
        <pc:chgData name="Weifeng Xu" userId="e7aed605-a3dd-4d5a-a692-a87037af107b" providerId="ADAL" clId="{DC6547A2-CCA0-4341-80AC-B2CD8A282935}" dt="2021-08-09T01:52:19.198" v="3479" actId="47"/>
        <pc:sldMkLst>
          <pc:docMk/>
          <pc:sldMk cId="1213980752" sldId="342"/>
        </pc:sldMkLst>
      </pc:sldChg>
      <pc:sldChg chg="del">
        <pc:chgData name="Weifeng Xu" userId="e7aed605-a3dd-4d5a-a692-a87037af107b" providerId="ADAL" clId="{DC6547A2-CCA0-4341-80AC-B2CD8A282935}" dt="2021-08-09T01:52:30.448" v="3480" actId="47"/>
        <pc:sldMkLst>
          <pc:docMk/>
          <pc:sldMk cId="2524286362" sldId="343"/>
        </pc:sldMkLst>
      </pc:sldChg>
      <pc:sldChg chg="modSp del mod ord">
        <pc:chgData name="Weifeng Xu" userId="e7aed605-a3dd-4d5a-a692-a87037af107b" providerId="ADAL" clId="{DC6547A2-CCA0-4341-80AC-B2CD8A282935}" dt="2025-04-15T13:34:53.778" v="3839" actId="47"/>
        <pc:sldMkLst>
          <pc:docMk/>
          <pc:sldMk cId="2149956382" sldId="366"/>
        </pc:sldMkLst>
      </pc:sldChg>
      <pc:sldChg chg="del">
        <pc:chgData name="Weifeng Xu" userId="e7aed605-a3dd-4d5a-a692-a87037af107b" providerId="ADAL" clId="{DC6547A2-CCA0-4341-80AC-B2CD8A282935}" dt="2021-08-09T01:52:09.703" v="3459" actId="47"/>
        <pc:sldMkLst>
          <pc:docMk/>
          <pc:sldMk cId="34183985" sldId="380"/>
        </pc:sldMkLst>
      </pc:sldChg>
      <pc:sldChg chg="del">
        <pc:chgData name="Weifeng Xu" userId="e7aed605-a3dd-4d5a-a692-a87037af107b" providerId="ADAL" clId="{DC6547A2-CCA0-4341-80AC-B2CD8A282935}" dt="2021-08-09T01:52:16.953" v="3477" actId="47"/>
        <pc:sldMkLst>
          <pc:docMk/>
          <pc:sldMk cId="178630246" sldId="388"/>
        </pc:sldMkLst>
      </pc:sldChg>
      <pc:sldChg chg="del">
        <pc:chgData name="Weifeng Xu" userId="e7aed605-a3dd-4d5a-a692-a87037af107b" providerId="ADAL" clId="{DC6547A2-CCA0-4341-80AC-B2CD8A282935}" dt="2021-08-09T01:52:17.366" v="3478" actId="47"/>
        <pc:sldMkLst>
          <pc:docMk/>
          <pc:sldMk cId="2186280635" sldId="390"/>
        </pc:sldMkLst>
      </pc:sldChg>
      <pc:sldChg chg="modSp mod">
        <pc:chgData name="Weifeng Xu" userId="e7aed605-a3dd-4d5a-a692-a87037af107b" providerId="ADAL" clId="{DC6547A2-CCA0-4341-80AC-B2CD8A282935}" dt="2021-07-26T14:49:35.495" v="408" actId="6549"/>
        <pc:sldMkLst>
          <pc:docMk/>
          <pc:sldMk cId="2690676310" sldId="396"/>
        </pc:sldMkLst>
      </pc:sldChg>
      <pc:sldChg chg="addSp delSp modSp add del mod ord">
        <pc:chgData name="Weifeng Xu" userId="e7aed605-a3dd-4d5a-a692-a87037af107b" providerId="ADAL" clId="{DC6547A2-CCA0-4341-80AC-B2CD8A282935}" dt="2025-04-15T13:40:16.425" v="4009" actId="6549"/>
        <pc:sldMkLst>
          <pc:docMk/>
          <pc:sldMk cId="3154763750" sldId="397"/>
        </pc:sldMkLst>
      </pc:sldChg>
      <pc:sldChg chg="modSp del mod ord">
        <pc:chgData name="Weifeng Xu" userId="e7aed605-a3dd-4d5a-a692-a87037af107b" providerId="ADAL" clId="{DC6547A2-CCA0-4341-80AC-B2CD8A282935}" dt="2021-07-26T18:29:33.826" v="1254" actId="47"/>
        <pc:sldMkLst>
          <pc:docMk/>
          <pc:sldMk cId="3381154349" sldId="398"/>
        </pc:sldMkLst>
      </pc:sldChg>
      <pc:sldChg chg="del">
        <pc:chgData name="Weifeng Xu" userId="e7aed605-a3dd-4d5a-a692-a87037af107b" providerId="ADAL" clId="{DC6547A2-CCA0-4341-80AC-B2CD8A282935}" dt="2021-07-26T15:14:46.269" v="1033" actId="47"/>
        <pc:sldMkLst>
          <pc:docMk/>
          <pc:sldMk cId="3472143807" sldId="399"/>
        </pc:sldMkLst>
      </pc:sldChg>
      <pc:sldChg chg="delSp modSp del mod ord modNotesTx">
        <pc:chgData name="Weifeng Xu" userId="e7aed605-a3dd-4d5a-a692-a87037af107b" providerId="ADAL" clId="{DC6547A2-CCA0-4341-80AC-B2CD8A282935}" dt="2025-04-15T13:34:12.298" v="3837" actId="47"/>
        <pc:sldMkLst>
          <pc:docMk/>
          <pc:sldMk cId="144230432" sldId="400"/>
        </pc:sldMkLst>
      </pc:sldChg>
      <pc:sldChg chg="delSp modSp del mod ord modClrScheme chgLayout">
        <pc:chgData name="Weifeng Xu" userId="e7aed605-a3dd-4d5a-a692-a87037af107b" providerId="ADAL" clId="{DC6547A2-CCA0-4341-80AC-B2CD8A282935}" dt="2025-04-15T13:34:51.407" v="3838" actId="47"/>
        <pc:sldMkLst>
          <pc:docMk/>
          <pc:sldMk cId="3086783645" sldId="401"/>
        </pc:sldMkLst>
      </pc:sldChg>
      <pc:sldChg chg="addSp delSp modSp del mod ord modClrScheme chgLayout">
        <pc:chgData name="Weifeng Xu" userId="e7aed605-a3dd-4d5a-a692-a87037af107b" providerId="ADAL" clId="{DC6547A2-CCA0-4341-80AC-B2CD8A282935}" dt="2025-04-15T13:34:58.731" v="3840" actId="47"/>
        <pc:sldMkLst>
          <pc:docMk/>
          <pc:sldMk cId="4271356633" sldId="402"/>
        </pc:sldMkLst>
      </pc:sldChg>
      <pc:sldChg chg="addSp delSp modSp mod ord modClrScheme chgLayout">
        <pc:chgData name="Weifeng Xu" userId="e7aed605-a3dd-4d5a-a692-a87037af107b" providerId="ADAL" clId="{DC6547A2-CCA0-4341-80AC-B2CD8A282935}" dt="2025-04-15T13:56:33.600" v="4174" actId="20577"/>
        <pc:sldMkLst>
          <pc:docMk/>
          <pc:sldMk cId="1091736900" sldId="403"/>
        </pc:sldMkLst>
      </pc:sldChg>
      <pc:sldChg chg="addSp delSp modSp mod ord modClrScheme chgLayout">
        <pc:chgData name="Weifeng Xu" userId="e7aed605-a3dd-4d5a-a692-a87037af107b" providerId="ADAL" clId="{DC6547A2-CCA0-4341-80AC-B2CD8A282935}" dt="2025-04-15T13:56:55.681" v="4176"/>
        <pc:sldMkLst>
          <pc:docMk/>
          <pc:sldMk cId="319479736" sldId="404"/>
        </pc:sldMkLst>
      </pc:sldChg>
      <pc:sldChg chg="addSp delSp modSp mod ord modClrScheme chgLayout">
        <pc:chgData name="Weifeng Xu" userId="e7aed605-a3dd-4d5a-a692-a87037af107b" providerId="ADAL" clId="{DC6547A2-CCA0-4341-80AC-B2CD8A282935}" dt="2025-04-15T13:59:37.314" v="4209" actId="20577"/>
        <pc:sldMkLst>
          <pc:docMk/>
          <pc:sldMk cId="3986757257" sldId="405"/>
        </pc:sldMkLst>
      </pc:sldChg>
      <pc:sldChg chg="del">
        <pc:chgData name="Weifeng Xu" userId="e7aed605-a3dd-4d5a-a692-a87037af107b" providerId="ADAL" clId="{DC6547A2-CCA0-4341-80AC-B2CD8A282935}" dt="2021-07-27T02:56:54.916" v="3436" actId="47"/>
        <pc:sldMkLst>
          <pc:docMk/>
          <pc:sldMk cId="2886785931" sldId="406"/>
        </pc:sldMkLst>
      </pc:sldChg>
      <pc:sldChg chg="del">
        <pc:chgData name="Weifeng Xu" userId="e7aed605-a3dd-4d5a-a692-a87037af107b" providerId="ADAL" clId="{DC6547A2-CCA0-4341-80AC-B2CD8A282935}" dt="2021-07-27T02:56:58.822" v="3437" actId="47"/>
        <pc:sldMkLst>
          <pc:docMk/>
          <pc:sldMk cId="3546637009" sldId="407"/>
        </pc:sldMkLst>
      </pc:sldChg>
      <pc:sldChg chg="del">
        <pc:chgData name="Weifeng Xu" userId="e7aed605-a3dd-4d5a-a692-a87037af107b" providerId="ADAL" clId="{DC6547A2-CCA0-4341-80AC-B2CD8A282935}" dt="2021-07-27T02:57:02.155" v="3438" actId="47"/>
        <pc:sldMkLst>
          <pc:docMk/>
          <pc:sldMk cId="3271869013" sldId="408"/>
        </pc:sldMkLst>
      </pc:sldChg>
      <pc:sldChg chg="del">
        <pc:chgData name="Weifeng Xu" userId="e7aed605-a3dd-4d5a-a692-a87037af107b" providerId="ADAL" clId="{DC6547A2-CCA0-4341-80AC-B2CD8A282935}" dt="2021-07-27T02:57:29.518" v="3439" actId="47"/>
        <pc:sldMkLst>
          <pc:docMk/>
          <pc:sldMk cId="3654864925" sldId="409"/>
        </pc:sldMkLst>
      </pc:sldChg>
      <pc:sldChg chg="del">
        <pc:chgData name="Weifeng Xu" userId="e7aed605-a3dd-4d5a-a692-a87037af107b" providerId="ADAL" clId="{DC6547A2-CCA0-4341-80AC-B2CD8A282935}" dt="2021-07-27T02:57:55.987" v="3440" actId="47"/>
        <pc:sldMkLst>
          <pc:docMk/>
          <pc:sldMk cId="1970903275" sldId="410"/>
        </pc:sldMkLst>
      </pc:sldChg>
      <pc:sldChg chg="modSp mod">
        <pc:chgData name="Weifeng Xu" userId="e7aed605-a3dd-4d5a-a692-a87037af107b" providerId="ADAL" clId="{DC6547A2-CCA0-4341-80AC-B2CD8A282935}" dt="2025-04-15T14:01:20.460" v="4210" actId="6549"/>
        <pc:sldMkLst>
          <pc:docMk/>
          <pc:sldMk cId="1673974891" sldId="411"/>
        </pc:sldMkLst>
      </pc:sldChg>
      <pc:sldChg chg="modSp del mod ord">
        <pc:chgData name="Weifeng Xu" userId="e7aed605-a3dd-4d5a-a692-a87037af107b" providerId="ADAL" clId="{DC6547A2-CCA0-4341-80AC-B2CD8A282935}" dt="2021-07-26T19:41:26.460" v="2223" actId="47"/>
        <pc:sldMkLst>
          <pc:docMk/>
          <pc:sldMk cId="1199149484" sldId="412"/>
        </pc:sldMkLst>
      </pc:sldChg>
      <pc:sldChg chg="del">
        <pc:chgData name="Weifeng Xu" userId="e7aed605-a3dd-4d5a-a692-a87037af107b" providerId="ADAL" clId="{DC6547A2-CCA0-4341-80AC-B2CD8A282935}" dt="2021-08-09T01:52:05.834" v="3449" actId="47"/>
        <pc:sldMkLst>
          <pc:docMk/>
          <pc:sldMk cId="4138222289" sldId="416"/>
        </pc:sldMkLst>
      </pc:sldChg>
      <pc:sldChg chg="del">
        <pc:chgData name="Weifeng Xu" userId="e7aed605-a3dd-4d5a-a692-a87037af107b" providerId="ADAL" clId="{DC6547A2-CCA0-4341-80AC-B2CD8A282935}" dt="2021-08-09T01:52:05.867" v="3450" actId="47"/>
        <pc:sldMkLst>
          <pc:docMk/>
          <pc:sldMk cId="2175411651" sldId="417"/>
        </pc:sldMkLst>
      </pc:sldChg>
      <pc:sldChg chg="del">
        <pc:chgData name="Weifeng Xu" userId="e7aed605-a3dd-4d5a-a692-a87037af107b" providerId="ADAL" clId="{DC6547A2-CCA0-4341-80AC-B2CD8A282935}" dt="2021-08-09T01:52:05.917" v="3451" actId="47"/>
        <pc:sldMkLst>
          <pc:docMk/>
          <pc:sldMk cId="2100724894" sldId="418"/>
        </pc:sldMkLst>
      </pc:sldChg>
      <pc:sldChg chg="del">
        <pc:chgData name="Weifeng Xu" userId="e7aed605-a3dd-4d5a-a692-a87037af107b" providerId="ADAL" clId="{DC6547A2-CCA0-4341-80AC-B2CD8A282935}" dt="2021-08-09T01:52:07" v="3455" actId="47"/>
        <pc:sldMkLst>
          <pc:docMk/>
          <pc:sldMk cId="999398568" sldId="424"/>
        </pc:sldMkLst>
      </pc:sldChg>
      <pc:sldChg chg="del">
        <pc:chgData name="Weifeng Xu" userId="e7aed605-a3dd-4d5a-a692-a87037af107b" providerId="ADAL" clId="{DC6547A2-CCA0-4341-80AC-B2CD8A282935}" dt="2021-08-09T01:52:12.607" v="3469" actId="47"/>
        <pc:sldMkLst>
          <pc:docMk/>
          <pc:sldMk cId="3292519928" sldId="429"/>
        </pc:sldMkLst>
      </pc:sldChg>
      <pc:sldChg chg="del">
        <pc:chgData name="Weifeng Xu" userId="e7aed605-a3dd-4d5a-a692-a87037af107b" providerId="ADAL" clId="{DC6547A2-CCA0-4341-80AC-B2CD8A282935}" dt="2021-08-09T01:52:13.113" v="3470" actId="47"/>
        <pc:sldMkLst>
          <pc:docMk/>
          <pc:sldMk cId="2402824038" sldId="430"/>
        </pc:sldMkLst>
      </pc:sldChg>
      <pc:sldChg chg="del">
        <pc:chgData name="Weifeng Xu" userId="e7aed605-a3dd-4d5a-a692-a87037af107b" providerId="ADAL" clId="{DC6547A2-CCA0-4341-80AC-B2CD8A282935}" dt="2021-08-09T01:52:13.631" v="3471" actId="47"/>
        <pc:sldMkLst>
          <pc:docMk/>
          <pc:sldMk cId="3304247483" sldId="431"/>
        </pc:sldMkLst>
      </pc:sldChg>
      <pc:sldChg chg="del">
        <pc:chgData name="Weifeng Xu" userId="e7aed605-a3dd-4d5a-a692-a87037af107b" providerId="ADAL" clId="{DC6547A2-CCA0-4341-80AC-B2CD8A282935}" dt="2021-08-09T01:52:10.968" v="3465" actId="47"/>
        <pc:sldMkLst>
          <pc:docMk/>
          <pc:sldMk cId="500013314" sldId="434"/>
        </pc:sldMkLst>
      </pc:sldChg>
      <pc:sldChg chg="del">
        <pc:chgData name="Weifeng Xu" userId="e7aed605-a3dd-4d5a-a692-a87037af107b" providerId="ADAL" clId="{DC6547A2-CCA0-4341-80AC-B2CD8A282935}" dt="2021-08-09T01:52:16.463" v="3475" actId="47"/>
        <pc:sldMkLst>
          <pc:docMk/>
          <pc:sldMk cId="2525335445" sldId="436"/>
        </pc:sldMkLst>
      </pc:sldChg>
      <pc:sldChg chg="del">
        <pc:chgData name="Weifeng Xu" userId="e7aed605-a3dd-4d5a-a692-a87037af107b" providerId="ADAL" clId="{DC6547A2-CCA0-4341-80AC-B2CD8A282935}" dt="2021-08-09T01:52:16.689" v="3476" actId="47"/>
        <pc:sldMkLst>
          <pc:docMk/>
          <pc:sldMk cId="1854780033" sldId="437"/>
        </pc:sldMkLst>
      </pc:sldChg>
      <pc:sldChg chg="addSp delSp modSp mod ord">
        <pc:chgData name="Weifeng Xu" userId="e7aed605-a3dd-4d5a-a692-a87037af107b" providerId="ADAL" clId="{DC6547A2-CCA0-4341-80AC-B2CD8A282935}" dt="2025-04-15T14:30:55.952" v="4505" actId="207"/>
        <pc:sldMkLst>
          <pc:docMk/>
          <pc:sldMk cId="496711178" sldId="439"/>
        </pc:sldMkLst>
      </pc:sldChg>
      <pc:sldChg chg="modSp del mod ord">
        <pc:chgData name="Weifeng Xu" userId="e7aed605-a3dd-4d5a-a692-a87037af107b" providerId="ADAL" clId="{DC6547A2-CCA0-4341-80AC-B2CD8A282935}" dt="2025-04-15T13:38:21.429" v="3983" actId="47"/>
        <pc:sldMkLst>
          <pc:docMk/>
          <pc:sldMk cId="2128166042" sldId="441"/>
        </pc:sldMkLst>
      </pc:sldChg>
      <pc:sldChg chg="del">
        <pc:chgData name="Weifeng Xu" userId="e7aed605-a3dd-4d5a-a692-a87037af107b" providerId="ADAL" clId="{DC6547A2-CCA0-4341-80AC-B2CD8A282935}" dt="2021-08-09T01:52:05.743" v="3446" actId="47"/>
        <pc:sldMkLst>
          <pc:docMk/>
          <pc:sldMk cId="1765608399" sldId="443"/>
        </pc:sldMkLst>
      </pc:sldChg>
      <pc:sldChg chg="del">
        <pc:chgData name="Weifeng Xu" userId="e7aed605-a3dd-4d5a-a692-a87037af107b" providerId="ADAL" clId="{DC6547A2-CCA0-4341-80AC-B2CD8A282935}" dt="2021-07-26T19:00:44.608" v="1599" actId="47"/>
        <pc:sldMkLst>
          <pc:docMk/>
          <pc:sldMk cId="260036501" sldId="447"/>
        </pc:sldMkLst>
      </pc:sldChg>
      <pc:sldChg chg="del ord">
        <pc:chgData name="Weifeng Xu" userId="e7aed605-a3dd-4d5a-a692-a87037af107b" providerId="ADAL" clId="{DC6547A2-CCA0-4341-80AC-B2CD8A282935}" dt="2021-07-26T15:25:12.676" v="1231" actId="47"/>
        <pc:sldMkLst>
          <pc:docMk/>
          <pc:sldMk cId="1259972498" sldId="448"/>
        </pc:sldMkLst>
      </pc:sldChg>
      <pc:sldChg chg="modSp mod">
        <pc:chgData name="Weifeng Xu" userId="e7aed605-a3dd-4d5a-a692-a87037af107b" providerId="ADAL" clId="{DC6547A2-CCA0-4341-80AC-B2CD8A282935}" dt="2021-07-26T14:31:24.739" v="188"/>
        <pc:sldMkLst>
          <pc:docMk/>
          <pc:sldMk cId="3186660206" sldId="449"/>
        </pc:sldMkLst>
      </pc:sldChg>
      <pc:sldChg chg="del">
        <pc:chgData name="Weifeng Xu" userId="e7aed605-a3dd-4d5a-a692-a87037af107b" providerId="ADAL" clId="{DC6547A2-CCA0-4341-80AC-B2CD8A282935}" dt="2021-08-09T01:52:05.140" v="3442" actId="47"/>
        <pc:sldMkLst>
          <pc:docMk/>
          <pc:sldMk cId="368390487" sldId="450"/>
        </pc:sldMkLst>
      </pc:sldChg>
      <pc:sldChg chg="del">
        <pc:chgData name="Weifeng Xu" userId="e7aed605-a3dd-4d5a-a692-a87037af107b" providerId="ADAL" clId="{DC6547A2-CCA0-4341-80AC-B2CD8A282935}" dt="2021-08-09T01:52:09.950" v="3460" actId="47"/>
        <pc:sldMkLst>
          <pc:docMk/>
          <pc:sldMk cId="3021732972" sldId="451"/>
        </pc:sldMkLst>
      </pc:sldChg>
      <pc:sldChg chg="del">
        <pc:chgData name="Weifeng Xu" userId="e7aed605-a3dd-4d5a-a692-a87037af107b" providerId="ADAL" clId="{DC6547A2-CCA0-4341-80AC-B2CD8A282935}" dt="2021-07-27T02:58:01.764" v="3441" actId="47"/>
        <pc:sldMkLst>
          <pc:docMk/>
          <pc:sldMk cId="3474825546" sldId="454"/>
        </pc:sldMkLst>
      </pc:sldChg>
      <pc:sldChg chg="del">
        <pc:chgData name="Weifeng Xu" userId="e7aed605-a3dd-4d5a-a692-a87037af107b" providerId="ADAL" clId="{DC6547A2-CCA0-4341-80AC-B2CD8A282935}" dt="2021-08-09T01:52:11.611" v="3466" actId="47"/>
        <pc:sldMkLst>
          <pc:docMk/>
          <pc:sldMk cId="3862024830" sldId="455"/>
        </pc:sldMkLst>
      </pc:sldChg>
      <pc:sldChg chg="addSp delSp modSp mod setBg modClrScheme chgLayout">
        <pc:chgData name="Weifeng Xu" userId="e7aed605-a3dd-4d5a-a692-a87037af107b" providerId="ADAL" clId="{DC6547A2-CCA0-4341-80AC-B2CD8A282935}" dt="2021-07-26T14:20:15.717" v="70" actId="1076"/>
        <pc:sldMkLst>
          <pc:docMk/>
          <pc:sldMk cId="3315308459" sldId="460"/>
        </pc:sldMkLst>
      </pc:sldChg>
      <pc:sldChg chg="addSp delSp modSp mod ord modClrScheme chgLayout">
        <pc:chgData name="Weifeng Xu" userId="e7aed605-a3dd-4d5a-a692-a87037af107b" providerId="ADAL" clId="{DC6547A2-CCA0-4341-80AC-B2CD8A282935}" dt="2024-12-31T21:28:31.046" v="3534" actId="113"/>
        <pc:sldMkLst>
          <pc:docMk/>
          <pc:sldMk cId="3186974808" sldId="461"/>
        </pc:sldMkLst>
      </pc:sldChg>
      <pc:sldChg chg="addSp delSp modSp new mod modClrScheme chgLayout">
        <pc:chgData name="Weifeng Xu" userId="e7aed605-a3dd-4d5a-a692-a87037af107b" providerId="ADAL" clId="{DC6547A2-CCA0-4341-80AC-B2CD8A282935}" dt="2021-07-26T14:31:31.327" v="190" actId="20577"/>
        <pc:sldMkLst>
          <pc:docMk/>
          <pc:sldMk cId="2314936893" sldId="462"/>
        </pc:sldMkLst>
      </pc:sldChg>
      <pc:sldChg chg="addSp delSp modSp new del mod modClrScheme chgLayout">
        <pc:chgData name="Weifeng Xu" userId="e7aed605-a3dd-4d5a-a692-a87037af107b" providerId="ADAL" clId="{DC6547A2-CCA0-4341-80AC-B2CD8A282935}" dt="2025-04-15T13:34:10.642" v="3836" actId="47"/>
        <pc:sldMkLst>
          <pc:docMk/>
          <pc:sldMk cId="4046599052" sldId="463"/>
        </pc:sldMkLst>
      </pc:sldChg>
      <pc:sldChg chg="modSp new del mod ord">
        <pc:chgData name="Weifeng Xu" userId="e7aed605-a3dd-4d5a-a692-a87037af107b" providerId="ADAL" clId="{DC6547A2-CCA0-4341-80AC-B2CD8A282935}" dt="2025-04-15T13:41:05.259" v="4011" actId="47"/>
        <pc:sldMkLst>
          <pc:docMk/>
          <pc:sldMk cId="1503302510" sldId="464"/>
        </pc:sldMkLst>
      </pc:sldChg>
      <pc:sldChg chg="addSp delSp modSp new mod modClrScheme chgLayout">
        <pc:chgData name="Weifeng Xu" userId="e7aed605-a3dd-4d5a-a692-a87037af107b" providerId="ADAL" clId="{DC6547A2-CCA0-4341-80AC-B2CD8A282935}" dt="2025-04-20T20:36:43.059" v="4528"/>
        <pc:sldMkLst>
          <pc:docMk/>
          <pc:sldMk cId="22385847" sldId="465"/>
        </pc:sldMkLst>
      </pc:sldChg>
      <pc:sldChg chg="new del">
        <pc:chgData name="Weifeng Xu" userId="e7aed605-a3dd-4d5a-a692-a87037af107b" providerId="ADAL" clId="{DC6547A2-CCA0-4341-80AC-B2CD8A282935}" dt="2021-07-27T02:56:30.267" v="3435" actId="47"/>
        <pc:sldMkLst>
          <pc:docMk/>
          <pc:sldMk cId="2678031117" sldId="466"/>
        </pc:sldMkLst>
      </pc:sldChg>
      <pc:sldChg chg="addSp delSp modSp new mod modClrScheme chgLayout">
        <pc:chgData name="Weifeng Xu" userId="e7aed605-a3dd-4d5a-a692-a87037af107b" providerId="ADAL" clId="{DC6547A2-CCA0-4341-80AC-B2CD8A282935}" dt="2025-04-15T14:31:28.242" v="4510" actId="700"/>
        <pc:sldMkLst>
          <pc:docMk/>
          <pc:sldMk cId="1108814938" sldId="467"/>
        </pc:sldMkLst>
      </pc:sldChg>
      <pc:sldChg chg="addSp delSp modSp new mod ord modClrScheme chgLayout">
        <pc:chgData name="Weifeng Xu" userId="e7aed605-a3dd-4d5a-a692-a87037af107b" providerId="ADAL" clId="{DC6547A2-CCA0-4341-80AC-B2CD8A282935}" dt="2025-04-15T14:33:36.106" v="4524" actId="700"/>
        <pc:sldMkLst>
          <pc:docMk/>
          <pc:sldMk cId="1298092117" sldId="468"/>
        </pc:sldMkLst>
      </pc:sldChg>
      <pc:sldChg chg="modSp add del mod">
        <pc:chgData name="Weifeng Xu" userId="e7aed605-a3dd-4d5a-a692-a87037af107b" providerId="ADAL" clId="{DC6547A2-CCA0-4341-80AC-B2CD8A282935}" dt="2025-04-15T13:40:33.227" v="4010" actId="47"/>
        <pc:sldMkLst>
          <pc:docMk/>
          <pc:sldMk cId="799974314" sldId="469"/>
        </pc:sldMkLst>
      </pc:sldChg>
      <pc:sldChg chg="addSp delSp modSp new mod modClrScheme chgLayout">
        <pc:chgData name="Weifeng Xu" userId="e7aed605-a3dd-4d5a-a692-a87037af107b" providerId="ADAL" clId="{DC6547A2-CCA0-4341-80AC-B2CD8A282935}" dt="2021-07-27T02:07:07.622" v="3080" actId="14100"/>
        <pc:sldMkLst>
          <pc:docMk/>
          <pc:sldMk cId="1516792557" sldId="470"/>
        </pc:sldMkLst>
      </pc:sldChg>
      <pc:sldChg chg="modSp add del mod ord">
        <pc:chgData name="Weifeng Xu" userId="e7aed605-a3dd-4d5a-a692-a87037af107b" providerId="ADAL" clId="{DC6547A2-CCA0-4341-80AC-B2CD8A282935}" dt="2021-07-26T20:15:08.956" v="2486" actId="47"/>
        <pc:sldMkLst>
          <pc:docMk/>
          <pc:sldMk cId="1711027781" sldId="470"/>
        </pc:sldMkLst>
      </pc:sldChg>
      <pc:sldChg chg="new del">
        <pc:chgData name="Weifeng Xu" userId="e7aed605-a3dd-4d5a-a692-a87037af107b" providerId="ADAL" clId="{DC6547A2-CCA0-4341-80AC-B2CD8A282935}" dt="2021-07-27T02:56:29.100" v="3434" actId="47"/>
        <pc:sldMkLst>
          <pc:docMk/>
          <pc:sldMk cId="2884589770" sldId="471"/>
        </pc:sldMkLst>
      </pc:sldChg>
      <pc:sldChg chg="addSp delSp modSp new mod modClrScheme chgLayout">
        <pc:chgData name="Weifeng Xu" userId="e7aed605-a3dd-4d5a-a692-a87037af107b" providerId="ADAL" clId="{DC6547A2-CCA0-4341-80AC-B2CD8A282935}" dt="2025-04-15T14:34:43.378" v="4527" actId="700"/>
        <pc:sldMkLst>
          <pc:docMk/>
          <pc:sldMk cId="1640694331" sldId="472"/>
        </pc:sldMkLst>
      </pc:sldChg>
      <pc:sldChg chg="delSp modSp add mod ord modClrScheme chgLayout">
        <pc:chgData name="Weifeng Xu" userId="e7aed605-a3dd-4d5a-a692-a87037af107b" providerId="ADAL" clId="{DC6547A2-CCA0-4341-80AC-B2CD8A282935}" dt="2025-04-15T14:32:51.053" v="4519" actId="1076"/>
        <pc:sldMkLst>
          <pc:docMk/>
          <pc:sldMk cId="305400652" sldId="473"/>
        </pc:sldMkLst>
      </pc:sldChg>
      <pc:sldChg chg="addSp delSp modSp new del mod modClrScheme chgLayout">
        <pc:chgData name="Weifeng Xu" userId="e7aed605-a3dd-4d5a-a692-a87037af107b" providerId="ADAL" clId="{DC6547A2-CCA0-4341-80AC-B2CD8A282935}" dt="2021-07-27T02:18:22.445" v="3300" actId="47"/>
        <pc:sldMkLst>
          <pc:docMk/>
          <pc:sldMk cId="350802218" sldId="474"/>
        </pc:sldMkLst>
      </pc:sldChg>
      <pc:sldChg chg="del">
        <pc:chgData name="Weifeng Xu" userId="e7aed605-a3dd-4d5a-a692-a87037af107b" providerId="ADAL" clId="{DC6547A2-CCA0-4341-80AC-B2CD8A282935}" dt="2021-08-09T01:52:05.646" v="3443" actId="47"/>
        <pc:sldMkLst>
          <pc:docMk/>
          <pc:sldMk cId="2771432335" sldId="474"/>
        </pc:sldMkLst>
      </pc:sldChg>
      <pc:sldChg chg="del">
        <pc:chgData name="Weifeng Xu" userId="e7aed605-a3dd-4d5a-a692-a87037af107b" providerId="ADAL" clId="{DC6547A2-CCA0-4341-80AC-B2CD8A282935}" dt="2021-08-09T01:52:05.679" v="3444" actId="47"/>
        <pc:sldMkLst>
          <pc:docMk/>
          <pc:sldMk cId="4231770301" sldId="475"/>
        </pc:sldMkLst>
      </pc:sldChg>
      <pc:sldChg chg="del">
        <pc:chgData name="Weifeng Xu" userId="e7aed605-a3dd-4d5a-a692-a87037af107b" providerId="ADAL" clId="{DC6547A2-CCA0-4341-80AC-B2CD8A282935}" dt="2021-08-09T01:52:05.713" v="3445" actId="47"/>
        <pc:sldMkLst>
          <pc:docMk/>
          <pc:sldMk cId="3747998406" sldId="476"/>
        </pc:sldMkLst>
      </pc:sldChg>
      <pc:sldChg chg="del">
        <pc:chgData name="Weifeng Xu" userId="e7aed605-a3dd-4d5a-a692-a87037af107b" providerId="ADAL" clId="{DC6547A2-CCA0-4341-80AC-B2CD8A282935}" dt="2021-08-09T01:52:05.773" v="3447" actId="47"/>
        <pc:sldMkLst>
          <pc:docMk/>
          <pc:sldMk cId="2397543579" sldId="477"/>
        </pc:sldMkLst>
      </pc:sldChg>
      <pc:sldChg chg="delSp modSp mod modClrScheme chgLayout">
        <pc:chgData name="Weifeng Xu" userId="e7aed605-a3dd-4d5a-a692-a87037af107b" providerId="ADAL" clId="{DC6547A2-CCA0-4341-80AC-B2CD8A282935}" dt="2025-04-15T14:31:14.567" v="4508" actId="478"/>
        <pc:sldMkLst>
          <pc:docMk/>
          <pc:sldMk cId="4096275887" sldId="477"/>
        </pc:sldMkLst>
      </pc:sldChg>
      <pc:sldChg chg="del">
        <pc:chgData name="Weifeng Xu" userId="e7aed605-a3dd-4d5a-a692-a87037af107b" providerId="ADAL" clId="{DC6547A2-CCA0-4341-80AC-B2CD8A282935}" dt="2021-08-09T01:52:05.804" v="3448" actId="47"/>
        <pc:sldMkLst>
          <pc:docMk/>
          <pc:sldMk cId="872827065" sldId="478"/>
        </pc:sldMkLst>
      </pc:sldChg>
      <pc:sldChg chg="addSp delSp modSp new mod ord modClrScheme chgLayout">
        <pc:chgData name="Weifeng Xu" userId="e7aed605-a3dd-4d5a-a692-a87037af107b" providerId="ADAL" clId="{DC6547A2-CCA0-4341-80AC-B2CD8A282935}" dt="2025-04-20T20:38:51.303" v="4529" actId="6549"/>
        <pc:sldMkLst>
          <pc:docMk/>
          <pc:sldMk cId="872843207" sldId="479"/>
        </pc:sldMkLst>
      </pc:sldChg>
      <pc:sldChg chg="del">
        <pc:chgData name="Weifeng Xu" userId="e7aed605-a3dd-4d5a-a692-a87037af107b" providerId="ADAL" clId="{DC6547A2-CCA0-4341-80AC-B2CD8A282935}" dt="2021-08-09T01:52:05.954" v="3452" actId="47"/>
        <pc:sldMkLst>
          <pc:docMk/>
          <pc:sldMk cId="3896899859" sldId="479"/>
        </pc:sldMkLst>
      </pc:sldChg>
      <pc:sldChg chg="modSp add mod">
        <pc:chgData name="Weifeng Xu" userId="e7aed605-a3dd-4d5a-a692-a87037af107b" providerId="ADAL" clId="{DC6547A2-CCA0-4341-80AC-B2CD8A282935}" dt="2025-04-15T13:57:54.349" v="4195" actId="20577"/>
        <pc:sldMkLst>
          <pc:docMk/>
          <pc:sldMk cId="1923474763" sldId="480"/>
        </pc:sldMkLst>
      </pc:sldChg>
      <pc:sldChg chg="del">
        <pc:chgData name="Weifeng Xu" userId="e7aed605-a3dd-4d5a-a692-a87037af107b" providerId="ADAL" clId="{DC6547A2-CCA0-4341-80AC-B2CD8A282935}" dt="2021-08-09T01:52:05.979" v="3453" actId="47"/>
        <pc:sldMkLst>
          <pc:docMk/>
          <pc:sldMk cId="2094100314" sldId="480"/>
        </pc:sldMkLst>
      </pc:sldChg>
      <pc:sldChg chg="modSp new del mod">
        <pc:chgData name="Weifeng Xu" userId="e7aed605-a3dd-4d5a-a692-a87037af107b" providerId="ADAL" clId="{DC6547A2-CCA0-4341-80AC-B2CD8A282935}" dt="2025-04-15T13:54:26.978" v="4151" actId="47"/>
        <pc:sldMkLst>
          <pc:docMk/>
          <pc:sldMk cId="162977562" sldId="481"/>
        </pc:sldMkLst>
      </pc:sldChg>
      <pc:sldChg chg="del">
        <pc:chgData name="Weifeng Xu" userId="e7aed605-a3dd-4d5a-a692-a87037af107b" providerId="ADAL" clId="{DC6547A2-CCA0-4341-80AC-B2CD8A282935}" dt="2021-08-09T01:52:06.009" v="3454" actId="47"/>
        <pc:sldMkLst>
          <pc:docMk/>
          <pc:sldMk cId="2912999428" sldId="481"/>
        </pc:sldMkLst>
      </pc:sldChg>
      <pc:sldChg chg="modSp add mod ord">
        <pc:chgData name="Weifeng Xu" userId="e7aed605-a3dd-4d5a-a692-a87037af107b" providerId="ADAL" clId="{DC6547A2-CCA0-4341-80AC-B2CD8A282935}" dt="2025-04-15T14:02:07.037" v="4228" actId="207"/>
        <pc:sldMkLst>
          <pc:docMk/>
          <pc:sldMk cId="2964620219" sldId="481"/>
        </pc:sldMkLst>
      </pc:sldChg>
      <pc:sldChg chg="del">
        <pc:chgData name="Weifeng Xu" userId="e7aed605-a3dd-4d5a-a692-a87037af107b" providerId="ADAL" clId="{DC6547A2-CCA0-4341-80AC-B2CD8A282935}" dt="2021-08-09T01:52:08.048" v="3456" actId="47"/>
        <pc:sldMkLst>
          <pc:docMk/>
          <pc:sldMk cId="313753587" sldId="482"/>
        </pc:sldMkLst>
      </pc:sldChg>
      <pc:sldChg chg="addSp delSp modSp new mod modClrScheme chgLayout">
        <pc:chgData name="Weifeng Xu" userId="e7aed605-a3dd-4d5a-a692-a87037af107b" providerId="ADAL" clId="{DC6547A2-CCA0-4341-80AC-B2CD8A282935}" dt="2025-04-15T14:16:48.929" v="4360" actId="20577"/>
        <pc:sldMkLst>
          <pc:docMk/>
          <pc:sldMk cId="2410910370" sldId="482"/>
        </pc:sldMkLst>
      </pc:sldChg>
      <pc:sldChg chg="del">
        <pc:chgData name="Weifeng Xu" userId="e7aed605-a3dd-4d5a-a692-a87037af107b" providerId="ADAL" clId="{DC6547A2-CCA0-4341-80AC-B2CD8A282935}" dt="2021-08-09T01:52:08.567" v="3457" actId="47"/>
        <pc:sldMkLst>
          <pc:docMk/>
          <pc:sldMk cId="2557268749" sldId="483"/>
        </pc:sldMkLst>
      </pc:sldChg>
      <pc:sldChg chg="modSp new mod">
        <pc:chgData name="Weifeng Xu" userId="e7aed605-a3dd-4d5a-a692-a87037af107b" providerId="ADAL" clId="{DC6547A2-CCA0-4341-80AC-B2CD8A282935}" dt="2025-04-15T14:27:52.080" v="4443" actId="207"/>
        <pc:sldMkLst>
          <pc:docMk/>
          <pc:sldMk cId="3963690442" sldId="483"/>
        </pc:sldMkLst>
      </pc:sldChg>
      <pc:sldChg chg="del">
        <pc:chgData name="Weifeng Xu" userId="e7aed605-a3dd-4d5a-a692-a87037af107b" providerId="ADAL" clId="{DC6547A2-CCA0-4341-80AC-B2CD8A282935}" dt="2021-08-09T01:52:08.946" v="3458" actId="47"/>
        <pc:sldMkLst>
          <pc:docMk/>
          <pc:sldMk cId="22000320" sldId="484"/>
        </pc:sldMkLst>
      </pc:sldChg>
      <pc:sldChg chg="del">
        <pc:chgData name="Weifeng Xu" userId="e7aed605-a3dd-4d5a-a692-a87037af107b" providerId="ADAL" clId="{DC6547A2-CCA0-4341-80AC-B2CD8A282935}" dt="2021-08-09T01:52:10.136" v="3461" actId="47"/>
        <pc:sldMkLst>
          <pc:docMk/>
          <pc:sldMk cId="4176315126" sldId="485"/>
        </pc:sldMkLst>
      </pc:sldChg>
      <pc:sldChg chg="del">
        <pc:chgData name="Weifeng Xu" userId="e7aed605-a3dd-4d5a-a692-a87037af107b" providerId="ADAL" clId="{DC6547A2-CCA0-4341-80AC-B2CD8A282935}" dt="2021-08-09T01:52:10.305" v="3462" actId="47"/>
        <pc:sldMkLst>
          <pc:docMk/>
          <pc:sldMk cId="2777357418" sldId="486"/>
        </pc:sldMkLst>
      </pc:sldChg>
      <pc:sldChg chg="del">
        <pc:chgData name="Weifeng Xu" userId="e7aed605-a3dd-4d5a-a692-a87037af107b" providerId="ADAL" clId="{DC6547A2-CCA0-4341-80AC-B2CD8A282935}" dt="2021-08-09T01:52:10.489" v="3463" actId="47"/>
        <pc:sldMkLst>
          <pc:docMk/>
          <pc:sldMk cId="3478959226" sldId="487"/>
        </pc:sldMkLst>
      </pc:sldChg>
      <pc:sldChg chg="del">
        <pc:chgData name="Weifeng Xu" userId="e7aed605-a3dd-4d5a-a692-a87037af107b" providerId="ADAL" clId="{DC6547A2-CCA0-4341-80AC-B2CD8A282935}" dt="2021-08-09T01:52:10.721" v="3464" actId="47"/>
        <pc:sldMkLst>
          <pc:docMk/>
          <pc:sldMk cId="884726682" sldId="488"/>
        </pc:sldMkLst>
      </pc:sldChg>
      <pc:sldChg chg="del">
        <pc:chgData name="Weifeng Xu" userId="e7aed605-a3dd-4d5a-a692-a87037af107b" providerId="ADAL" clId="{DC6547A2-CCA0-4341-80AC-B2CD8A282935}" dt="2021-08-09T01:52:11.824" v="3467" actId="47"/>
        <pc:sldMkLst>
          <pc:docMk/>
          <pc:sldMk cId="3298224472" sldId="489"/>
        </pc:sldMkLst>
      </pc:sldChg>
      <pc:sldChg chg="del">
        <pc:chgData name="Weifeng Xu" userId="e7aed605-a3dd-4d5a-a692-a87037af107b" providerId="ADAL" clId="{DC6547A2-CCA0-4341-80AC-B2CD8A282935}" dt="2021-08-09T01:52:11.990" v="3468" actId="47"/>
        <pc:sldMkLst>
          <pc:docMk/>
          <pc:sldMk cId="2317666254" sldId="490"/>
        </pc:sldMkLst>
      </pc:sldChg>
      <pc:sldChg chg="del">
        <pc:chgData name="Weifeng Xu" userId="e7aed605-a3dd-4d5a-a692-a87037af107b" providerId="ADAL" clId="{DC6547A2-CCA0-4341-80AC-B2CD8A282935}" dt="2021-08-09T01:52:14.392" v="3472" actId="47"/>
        <pc:sldMkLst>
          <pc:docMk/>
          <pc:sldMk cId="1271785275" sldId="491"/>
        </pc:sldMkLst>
      </pc:sldChg>
      <pc:sldChg chg="del">
        <pc:chgData name="Weifeng Xu" userId="e7aed605-a3dd-4d5a-a692-a87037af107b" providerId="ADAL" clId="{DC6547A2-CCA0-4341-80AC-B2CD8A282935}" dt="2021-08-09T01:52:15.459" v="3473" actId="47"/>
        <pc:sldMkLst>
          <pc:docMk/>
          <pc:sldMk cId="1287349466" sldId="492"/>
        </pc:sldMkLst>
      </pc:sldChg>
      <pc:sldChg chg="del">
        <pc:chgData name="Weifeng Xu" userId="e7aed605-a3dd-4d5a-a692-a87037af107b" providerId="ADAL" clId="{DC6547A2-CCA0-4341-80AC-B2CD8A282935}" dt="2021-08-09T01:52:15.791" v="3474" actId="47"/>
        <pc:sldMkLst>
          <pc:docMk/>
          <pc:sldMk cId="470632294" sldId="493"/>
        </pc:sldMkLst>
      </pc:sldChg>
    </pc:docChg>
  </pc:docChgLst>
  <pc:docChgLst>
    <pc:chgData name="Harleen Kaur" userId="S::id65ns02@ubalt.edu::9f7fc1d6-ab67-473f-ba46-e98f6ce2049b" providerId="AD" clId="Web-{4056CA02-7D56-07FE-5B78-1C3419CDBD2B}"/>
    <pc:docChg chg="modSld">
      <pc:chgData name="Harleen Kaur" userId="S::id65ns02@ubalt.edu::9f7fc1d6-ab67-473f-ba46-e98f6ce2049b" providerId="AD" clId="Web-{4056CA02-7D56-07FE-5B78-1C3419CDBD2B}" dt="2021-07-07T21:12:20.283" v="0" actId="20577"/>
      <pc:docMkLst>
        <pc:docMk/>
      </pc:docMkLst>
      <pc:sldChg chg="modSp">
        <pc:chgData name="Harleen Kaur" userId="S::id65ns02@ubalt.edu::9f7fc1d6-ab67-473f-ba46-e98f6ce2049b" providerId="AD" clId="Web-{4056CA02-7D56-07FE-5B78-1C3419CDBD2B}" dt="2021-07-07T21:12:20.283" v="0" actId="20577"/>
        <pc:sldMkLst>
          <pc:docMk/>
          <pc:sldMk cId="496711178" sldId="43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21:10:06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18454 1 24575,'-3045'0'-2860,"3006"1"2860,-39 8 0,-38 2 0,-1144-12 985,1228 2-1177,-41 8 0,-18 1-238,-38-10 864,63-1 81,-96 11 0,46 0-3371,-132-4 0,-45 2-1548,-81-1 4608,74-5 199,187 8 924,-30 0 1190,-112 14 612,100-6-4563,80-11 1323,-93 6 446,-66 7 126,-9 1 187,85-9-648,83-4 0,-145 23-655,12-1 59,76-15 596,-234 24-229,-583 79-611,708-86 1656,121-18-774,14-3-46,50-7-176,-63 13-1,-154 23 181,84-16 0,-203 27-2241,111-18 899,35-7 2218,-52 8 1544,74-5-1505,-110 21-1184,80-8 269,100-14-63,-59 15 105,-19 10 666,69-20-381,-221 43 233,247-64-1045,-25 4 1143,135-13-737,-622 122-2338,620-118 2368,-7 1 207,0 1 0,-36 16 0,9-2 338,-85 20 0,85-27-347,-121 53 2453,183-69-2602,-135 46 577,18-7 46,59-9-503,45-23-122,2 1 0,-3-2 0,1 0 0,-18 4 0,-7-1 41,11-3 76,-1 1 1,1 2 0,-29 13-1,1 2-90,-1-3 0,0-3 0,-99 20 0,101-25-12,-78 30 0,7-3-316,106-33 251,0 1 0,0 1 0,1 1 0,0 1 0,-32 24 0,-20 10 641,25-21-589,26-14 0,2 0 0,0 1 0,0 1 0,-19 17 0,23-20 0,0 2 0,0-2 0,-30 16 0,25-16 0,1 1 0,-18 14 0,19-12 0,0-3 0,-1 1 0,-1 0 0,-23 7 0,19-7 0,-46 25 0,-40 27 0,101-57 0,0-2 0,-1 1 0,-13 4 0,15-7 0,1 1 0,0 0 0,0 0 0,0 1 0,0 0 0,0 0 0,0 0 0,1 1 0,-6 4 0,-20 20 0,13-13 0,1 1 0,1 0 0,0 2 0,-18 25 0,5-2 0,14-20 0,1 1 0,-16 31 0,-12 22 0,29-56 0,2 1 0,1-1 0,-13 36 0,17-35 0,1 0 0,0 0 0,2 1 0,1 0 0,0 36 0,0-37 0,0 1 0,0 0 0,-2 0 0,-7 21 0,5-22 0,1 1 0,1 0 0,-2 40 0,6-33 0,1-3 0,-1 0 0,-2-1 0,-8 45 0,2-39 0,-19 48 0,23-66 0,0-1 0,1 1 0,1 0 0,0 0 0,-1 21 0,5 67 0,0-40 0,-3 4 0,-14 98 0,9-101 0,3 0 0,6 62 0,-1-21 0,-2-75 0,-2 5 0,3-1 0,0 1 0,2 0 0,1 0 0,15 52 0,1-4 0,-15-54 0,13 42 0,-9-43 0,0 3 0,7 48 0,4 27 0,-19-95 0,1 1 0,0 0 0,0 0 0,1 0 0,0-1 0,1 1 0,0-1 0,0 0 0,0 0 0,9 9 0,-7-6 0,-1 0 0,1 0 0,-1 1 0,-1 0 0,0 0 0,0 0 0,2 19 0,2 0 0,5 21 0,-4-16 0,1-2 0,18 44 0,-23-64 0,-1-1 0,0 0 0,2 25 0,2-1 0,12 66 0,9 52 0,-26-141 0,0-2 0,1 1 0,0 0 0,11 24 0,-8-23 0,-2 0 0,1 0 0,4 23 0,9 49 0,-11-60 0,-2 2 0,6 52 0,-11-65 0,1 0 0,1 0 0,0-1 0,1 1 0,7 14 0,32 68 0,-36-82 0,6 11 0,-6-14 0,-1 2 0,0-1 0,-1 1 0,6 23 0,-1 9 0,24 67 0,-27-97 0,0 1 0,14 20 0,-14-26 0,0 0 0,-1 0 0,0 1 0,-1 0 0,0 0 0,3 17 0,-2-5 0,1-1 0,12 27 0,-9-25 0,10 38 0,-19-59 0,0 0 0,1 0 0,-1-1 0,1 1 0,-1-1 0,1 0 0,1 1 0,-1-1 0,1 0 0,-1 0 0,6 4 0,-5-5 0,0 1 0,0 0 0,0 1 0,0-1 0,-1 0 0,1 1 0,-1-1 0,0 1 0,3 8 0,-1 1 0,1 1 0,0 0 0,2 0 0,-1-1 0,2 1 0,-1-2 0,2 1 0,0-1 0,11 12 0,-7-8 0,0 1 0,-1 0 0,-1 1 0,-1 1 0,9 21 0,15 29 0,-14-31 0,-20-36 0,1-1 0,0 1 0,0-1 0,-1 1 0,1 0 0,-1 0 0,1-1 0,-1 1 0,0 0 0,1 0 0,-1-1 0,0 1 0,0 0 0,-1 0 0,1 0 0,0-1 0,0 1 0,-1 0 0,1 0 0,-2 1 0,-4 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21:10:07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24575,'5'2'0,"-1"0"0,-1 0 0,1 0 0,0 0 0,0 1 0,-1-1 0,0 1 0,1 0 0,-1 0 0,0 0 0,0 1 0,3 4 0,5 5 0,15 13 0,-16-15 0,0-1 0,1 0 0,12 9 0,-22-18 0,0 0 0,1-1 0,-1 1 0,0 0 0,0-1 0,1 1 0,-1-1 0,0 1 0,1-1 0,-1 1 0,1-1 0,-1 0 0,1 0 0,-1 0 0,0 0 0,1 0 0,-1 0 0,1 0 0,-1 0 0,1-1 0,-1 1 0,0 0 0,1-1 0,-1 1 0,1-1 0,-1 0 0,0 1 0,-1-1 0,2 0 0,-1 0 0,0 0 0,0 0 0,0 0 0,0 0 0,0 0 0,1-2 0,3-4 0,0-1 0,-1 1 0,0-1 0,6-16 0,-2 5 0,10-16 0,-7 15 0,-1 0 0,12-37 0,-20 53-129,-1 0 1,1 1-1,0-1 0,0 0 0,0 1 0,0 0 0,0-1 1,5-3-1,-6 6-77,8-9-6620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https://digitalcorpora.s3.amazonaws.com/corpora/mobile/android_10/Non-Cellebrite%20Extraction/Pixel%203.zip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55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https://www.android.com/gms/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39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ls 'Pixel 3/data/data/' | grep -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com.google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84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cs typeface="Calibri"/>
              </a:rPr>
              <a:t>Cmd</a:t>
            </a:r>
            <a:r>
              <a:rPr lang="en-US">
                <a:cs typeface="Calibri"/>
              </a:rPr>
              <a:t>: tree 'Pixel 3/data/data/</a:t>
            </a:r>
            <a:r>
              <a:rPr lang="en-US" err="1">
                <a:cs typeface="Calibri"/>
              </a:rPr>
              <a:t>com.google.android.apps.messaging</a:t>
            </a:r>
            <a:r>
              <a:rPr lang="en-US">
                <a:cs typeface="Calibri"/>
              </a:rPr>
              <a:t>' -L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85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cs typeface="Calibri"/>
              </a:rPr>
              <a:t>Cmd</a:t>
            </a:r>
            <a:r>
              <a:rPr lang="en-US">
                <a:cs typeface="Calibri"/>
              </a:rPr>
              <a:t>: tree 'Pixel 3/data/data/</a:t>
            </a:r>
            <a:r>
              <a:rPr lang="en-US" err="1">
                <a:cs typeface="Calibri"/>
              </a:rPr>
              <a:t>com.google.android.apps.messaging</a:t>
            </a:r>
            <a:r>
              <a:rPr lang="en-US">
                <a:cs typeface="Calibri"/>
              </a:rPr>
              <a:t>/databases'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53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cs typeface="Calibri"/>
              </a:rPr>
              <a:t>Cmd</a:t>
            </a:r>
            <a:r>
              <a:rPr lang="en-US">
                <a:cs typeface="Calibri"/>
              </a:rPr>
              <a:t>: </a:t>
            </a:r>
            <a:r>
              <a:rPr lang="en-US" err="1">
                <a:cs typeface="Calibri"/>
              </a:rPr>
              <a:t>sqlitebrowser</a:t>
            </a:r>
            <a:r>
              <a:rPr lang="en-US">
                <a:cs typeface="Calibri"/>
              </a:rPr>
              <a:t> 'Pixel 3/data/data/</a:t>
            </a:r>
            <a:r>
              <a:rPr lang="en-US" err="1">
                <a:cs typeface="Calibri"/>
              </a:rPr>
              <a:t>com.google.android.apps.messaging</a:t>
            </a:r>
            <a:r>
              <a:rPr lang="en-US">
                <a:cs typeface="Calibri"/>
              </a:rPr>
              <a:t>/databases/</a:t>
            </a:r>
            <a:r>
              <a:rPr lang="en-US" err="1">
                <a:cs typeface="Calibri"/>
              </a:rPr>
              <a:t>bugle_db</a:t>
            </a:r>
            <a:r>
              <a:rPr lang="en-US">
                <a:cs typeface="Calibri"/>
              </a:rPr>
              <a:t>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79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a.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Purpose</a:t>
            </a:r>
            <a:r>
              <a:rPr lang="en-GB" dirty="0"/>
              <a:t>: Stores individual messages (SMS, MMS, RCS).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Key Columns</a:t>
            </a:r>
            <a:r>
              <a:rPr lang="en-GB" dirty="0"/>
              <a:t> (inferred from typical structure):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_id (INTEGER PRIMARY KEY): Unique identifier for each message.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conversation_id</a:t>
            </a:r>
            <a:r>
              <a:rPr lang="en-GB" dirty="0"/>
              <a:t> (INTEGER): Links to the conversations table to identify the conversation thread.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sender_id</a:t>
            </a:r>
            <a:r>
              <a:rPr lang="en-GB" dirty="0"/>
              <a:t> (INTEGER): Links to the participants table to identify the sender.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text (TEXT): The content of the message.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timestamp (INTEGER): The time the message was sent or received (Unix timestamp in milliseconds).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message_protocol</a:t>
            </a:r>
            <a:r>
              <a:rPr lang="en-GB" dirty="0"/>
              <a:t> (INTEGER): Indicates the type of message (e.g., 0 for SMS, 1 for MMS, 2 for RCS).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message_status</a:t>
            </a:r>
            <a:r>
              <a:rPr lang="en-GB" dirty="0"/>
              <a:t> (INTEGER): Status of the message (e.g., sent, delivered, read).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25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b. participants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Purpose</a:t>
            </a:r>
            <a:r>
              <a:rPr lang="en-GB" dirty="0"/>
              <a:t>: Stores information about people involved in conversations (senders and recipients).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Key Columns</a:t>
            </a:r>
            <a:r>
              <a:rPr lang="en-GB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_id (INTEGER PRIMARY KEY): Unique identifier for each participant.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phone_number</a:t>
            </a:r>
            <a:r>
              <a:rPr lang="en-GB" dirty="0"/>
              <a:t> (TEXT): The participant’s phone number.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display_name</a:t>
            </a:r>
            <a:r>
              <a:rPr lang="en-GB" dirty="0"/>
              <a:t> (TEXT): The participant’s name (if available from contacts).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contact_id</a:t>
            </a:r>
            <a:r>
              <a:rPr lang="en-GB" dirty="0"/>
              <a:t> (INTEGER): Links to the device’s contacts database (if the participant is a known contact).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81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c. conversations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Purpose</a:t>
            </a:r>
            <a:r>
              <a:rPr lang="en-GB" dirty="0"/>
              <a:t>: Stores metadata about conversation threads.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Key Columns</a:t>
            </a:r>
            <a:r>
              <a:rPr lang="en-GB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_id (INTEGER PRIMARY KEY): Unique identifier for each conversation.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name (TEXT): Name of the conversation (e.g., for group chats).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latest_message_id</a:t>
            </a:r>
            <a:r>
              <a:rPr lang="en-GB" dirty="0"/>
              <a:t> (INTEGER): Links to the most recent message in the messages 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timestamp (INTEGER): Timestamp of the most recent message in the conversation.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49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4.png"/><Relationship Id="rId4" Type="http://schemas.openxmlformats.org/officeDocument/2006/relationships/customXml" Target="../ink/ink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BAF9-88AC-4600-B511-347782B9C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Arial"/>
              </a:rPr>
              <a:t>Pixel 3 GMS App Investigations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D3106-2EE0-40F4-8C0B-042135FF9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Part 1</a:t>
            </a:r>
            <a:r>
              <a:rPr lang="en-US">
                <a:latin typeface="Arial"/>
              </a:rPr>
              <a:t>: GMS Messaging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4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7682DE-E016-457B-88C7-13A9090B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>
                <a:latin typeface="Arial"/>
              </a:rPr>
              <a:t>Google Mobile Services </a:t>
            </a:r>
            <a:endParaRPr 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705D3-E4C8-4A8C-83C3-50B9D35C7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E01F-398E-4008-ACB8-3D6D374D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0">
                <a:solidFill>
                  <a:srgbClr val="000000"/>
                </a:solidFill>
                <a:latin typeface="Arial"/>
              </a:rPr>
              <a:t>Google Mobile Services (GMS)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93448-17B5-4F05-9921-5B45E21ED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62601" cy="4100390"/>
          </a:xfrm>
        </p:spPr>
        <p:txBody>
          <a:bodyPr wrap="square" lIns="73152" rIns="73152">
            <a:normAutofit/>
          </a:bodyPr>
          <a:lstStyle/>
          <a:p>
            <a:r>
              <a:rPr sz="2000" b="0" dirty="0">
                <a:solidFill>
                  <a:srgbClr val="000000"/>
                </a:solidFill>
                <a:latin typeface="Arial"/>
              </a:rPr>
              <a:t>GMS is Google’s proprietary app and API layer on many Android devices.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It includes Google apps and services such as Messages, Maps, Photos, Play services, and Carrier/IMS services.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Forensics must distinguish AOSP/system providers from Google app data.</a:t>
            </a:r>
          </a:p>
          <a:p>
            <a:r>
              <a:rPr sz="2000" b="0" dirty="0">
                <a:solidFill>
                  <a:srgbClr val="000000"/>
                </a:solidFill>
                <a:latin typeface="Arial"/>
              </a:rPr>
              <a:t>Package pattern often begins with </a:t>
            </a:r>
            <a:r>
              <a:rPr sz="2000" b="0" dirty="0" err="1">
                <a:solidFill>
                  <a:srgbClr val="000000"/>
                </a:solidFill>
                <a:latin typeface="Arial"/>
              </a:rPr>
              <a:t>com.google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.*, but each app still needs directory and database validation.</a:t>
            </a:r>
          </a:p>
        </p:txBody>
      </p:sp>
      <p:pic>
        <p:nvPicPr>
          <p:cNvPr id="8" name="Picture 2" descr="Google will require all Android devices launched after January 31, 2020 to  run Android 10 - Smartphone Camp">
            <a:extLst>
              <a:ext uri="{FF2B5EF4-FFF2-40B4-BE49-F238E27FC236}">
                <a16:creationId xmlns:a16="http://schemas.microsoft.com/office/drawing/2014/main" id="{7E346897-3DE6-49D7-9CE4-BBD21FDE6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146" y="2567354"/>
            <a:ext cx="4023948" cy="193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3FB644-B62E-40A6-9AE1-38C7F3921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712" y="1993429"/>
            <a:ext cx="1508278" cy="16149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EB6652-7902-4DB3-8F7C-848326B5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Identify Google / GMS App Packages</a:t>
            </a:r>
            <a:endParaRPr lang="en-US"/>
          </a:p>
          <a:p>
            <a:r>
              <a:rPr sz="3400" b="0">
                <a:solidFill>
                  <a:srgbClr val="000000"/>
                </a:solidFill>
                <a:latin typeface="Arial"/>
              </a:rPr>
              <a:t>(com.google.*)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368D8-106F-4036-9305-D9BF642D2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969604"/>
            <a:ext cx="5022015" cy="3833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1DF31A-1029-4FDA-992A-6DD44264F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892" y="3949124"/>
            <a:ext cx="3232562" cy="185367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5A17D2-B694-4591-8097-9A610DB86E71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830596" y="4822440"/>
            <a:ext cx="1682296" cy="535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52B179-545E-4954-BF90-28E80A490E88}"/>
              </a:ext>
            </a:extLst>
          </p:cNvPr>
          <p:cNvSpPr txBox="1"/>
          <p:nvPr/>
        </p:nvSpPr>
        <p:spPr>
          <a:xfrm>
            <a:off x="7623351" y="2861292"/>
            <a:ext cx="2122103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Arial"/>
              </a:rPr>
              <a:t>Example: dreamliner = Pixel wireless charging support</a:t>
            </a:r>
            <a:endParaRPr lang="en-US" sz="110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EC10EC-F4F4-49A2-865C-17F5BC0D018C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206150" y="2800891"/>
            <a:ext cx="3232562" cy="7311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09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E8B1-48C2-4781-85D7-D55E297D1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GMS App Investigation Targets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06A46-14E2-420B-B910-2D8EC3A0B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1225" cy="26963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2300" dirty="0">
                <a:solidFill>
                  <a:srgbClr val="000000"/>
                </a:solidFill>
                <a:latin typeface="Arial"/>
              </a:rPr>
              <a:t>Google</a:t>
            </a:r>
            <a:r>
              <a:rPr sz="2300" b="0" dirty="0">
                <a:solidFill>
                  <a:srgbClr val="000000"/>
                </a:solidFill>
                <a:latin typeface="Arial"/>
              </a:rPr>
              <a:t> Messages</a:t>
            </a:r>
          </a:p>
          <a:p>
            <a:pPr lvl="1"/>
            <a:r>
              <a:rPr sz="1900" b="0" dirty="0" err="1">
                <a:solidFill>
                  <a:srgbClr val="000000"/>
                </a:solidFill>
                <a:latin typeface="Arial"/>
              </a:rPr>
              <a:t>com.google.android.apps.messaging</a:t>
            </a:r>
            <a:endParaRPr sz="1900" b="0" dirty="0">
              <a:solidFill>
                <a:srgbClr val="000000"/>
              </a:solidFill>
              <a:latin typeface="Arial"/>
            </a:endParaRPr>
          </a:p>
          <a:p>
            <a:r>
              <a:rPr sz="2300" b="0" dirty="0">
                <a:solidFill>
                  <a:srgbClr val="000000"/>
                </a:solidFill>
                <a:latin typeface="Arial"/>
              </a:rPr>
              <a:t>Google Maps</a:t>
            </a:r>
            <a:endParaRPr lang="en-US" sz="2300" b="0" dirty="0">
              <a:solidFill>
                <a:srgbClr val="000000"/>
              </a:solidFill>
              <a:latin typeface="Arial"/>
            </a:endParaRPr>
          </a:p>
          <a:p>
            <a:pPr lvl="1"/>
            <a:r>
              <a:rPr sz="1900" b="0" dirty="0" err="1">
                <a:solidFill>
                  <a:srgbClr val="000000"/>
                </a:solidFill>
                <a:latin typeface="Arial"/>
              </a:rPr>
              <a:t>com.google.android.apps.maps</a:t>
            </a:r>
            <a:endParaRPr sz="1900" b="0" dirty="0">
              <a:solidFill>
                <a:srgbClr val="000000"/>
              </a:solidFill>
              <a:latin typeface="Arial"/>
            </a:endParaRPr>
          </a:p>
          <a:p>
            <a:r>
              <a:rPr sz="2300" b="0" dirty="0">
                <a:solidFill>
                  <a:srgbClr val="000000"/>
                </a:solidFill>
                <a:latin typeface="Arial"/>
              </a:rPr>
              <a:t>Google Photos</a:t>
            </a:r>
            <a:endParaRPr lang="en-US" sz="2300" b="0" dirty="0">
              <a:solidFill>
                <a:srgbClr val="000000"/>
              </a:solidFill>
              <a:latin typeface="Arial"/>
            </a:endParaRPr>
          </a:p>
          <a:p>
            <a:pPr lvl="1"/>
            <a:r>
              <a:rPr sz="1900" b="0" dirty="0" err="1">
                <a:solidFill>
                  <a:srgbClr val="000000"/>
                </a:solidFill>
                <a:latin typeface="Arial"/>
              </a:rPr>
              <a:t>com.google.android.apps.photos</a:t>
            </a:r>
            <a:endParaRPr sz="1900" b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374BF29-82CF-435B-B9F6-1E82FA9E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023" y="1535325"/>
            <a:ext cx="2563874" cy="1086023"/>
          </a:xfrm>
          <a:prstGeom prst="rect">
            <a:avLst/>
          </a:prstGeom>
        </p:spPr>
      </p:pic>
      <p:pic>
        <p:nvPicPr>
          <p:cNvPr id="5" name="Picture 5" descr="A picture containing company name&#10;&#10;Description automatically generated">
            <a:extLst>
              <a:ext uri="{FF2B5EF4-FFF2-40B4-BE49-F238E27FC236}">
                <a16:creationId xmlns:a16="http://schemas.microsoft.com/office/drawing/2014/main" id="{B1F16502-D088-4E7E-B9FF-CE3FDE8D4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425" y="2749856"/>
            <a:ext cx="2723050" cy="1328628"/>
          </a:xfrm>
          <a:prstGeom prst="rect">
            <a:avLst/>
          </a:prstGeom>
        </p:spPr>
      </p:pic>
      <p:pic>
        <p:nvPicPr>
          <p:cNvPr id="6" name="Picture 6" descr="A picture containing company name&#10;&#10;Description automatically generated">
            <a:extLst>
              <a:ext uri="{FF2B5EF4-FFF2-40B4-BE49-F238E27FC236}">
                <a16:creationId xmlns:a16="http://schemas.microsoft.com/office/drawing/2014/main" id="{3C6C0C08-92A5-4EE7-AAEE-1430A41BC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891" y="4255262"/>
            <a:ext cx="2643005" cy="134847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F2CD51F-B5BA-4C44-A599-093212B8237A}"/>
              </a:ext>
            </a:extLst>
          </p:cNvPr>
          <p:cNvCxnSpPr/>
          <p:nvPr/>
        </p:nvCxnSpPr>
        <p:spPr>
          <a:xfrm flipV="1">
            <a:off x="5585222" y="1921668"/>
            <a:ext cx="1652584" cy="3357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98E004-F066-423B-9E9B-8FC4347AA236}"/>
              </a:ext>
            </a:extLst>
          </p:cNvPr>
          <p:cNvCxnSpPr>
            <a:cxnSpLocks/>
          </p:cNvCxnSpPr>
          <p:nvPr/>
        </p:nvCxnSpPr>
        <p:spPr>
          <a:xfrm>
            <a:off x="5585222" y="3160810"/>
            <a:ext cx="1920476" cy="2134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B70D91-1262-4128-A156-371621D58395}"/>
              </a:ext>
            </a:extLst>
          </p:cNvPr>
          <p:cNvCxnSpPr>
            <a:cxnSpLocks/>
          </p:cNvCxnSpPr>
          <p:nvPr/>
        </p:nvCxnSpPr>
        <p:spPr>
          <a:xfrm>
            <a:off x="5503985" y="4078484"/>
            <a:ext cx="1192087" cy="6768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676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5BB4A-BD20-4C76-8198-17680B86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Arial"/>
                <a:cs typeface="Calibri Light"/>
              </a:rPr>
              <a:t>Investigating Google Messages</a:t>
            </a:r>
          </a:p>
        </p:txBody>
      </p:sp>
    </p:spTree>
    <p:extLst>
      <p:ext uri="{BB962C8B-B14F-4D97-AF65-F5344CB8AC3E}">
        <p14:creationId xmlns:p14="http://schemas.microsoft.com/office/powerpoint/2010/main" val="318666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23C7EE-8741-45FF-812C-E70861E69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 dirty="0">
                <a:solidFill>
                  <a:srgbClr val="000000"/>
                </a:solidFill>
                <a:latin typeface="Arial"/>
              </a:rPr>
              <a:t>Google Messages: User-Visible Messaging 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791C41-D1E1-4FF6-AA48-FF848B040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281" y="1981155"/>
            <a:ext cx="1781967" cy="32309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C26EAC-E8B7-4C6F-B64A-E4B2C002C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792" y="1981155"/>
            <a:ext cx="1658032" cy="3204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F27761-396E-461D-AB29-2FBD9FF49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610" y="1932605"/>
            <a:ext cx="1621197" cy="3204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4778D8-1720-4E9D-801D-50F7CE3FD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7239" y="1925815"/>
            <a:ext cx="1602176" cy="3204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669974" y="5475975"/>
            <a:ext cx="10607040" cy="5029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Teaching point: Google Messages is the user-facing app. Forensics must connect the visible conversation to the underlying database rows and source artifacts.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C7B488-D80B-D5A1-4712-D0C4AB7D51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029707"/>
            <a:ext cx="1559355" cy="3182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4936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4FBE1-CF77-4951-8C2C-2718EB81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73152" rIns="73152">
            <a:normAutofit/>
          </a:bodyPr>
          <a:lstStyle/>
          <a:p>
            <a:r>
              <a:rPr sz="3200" b="0">
                <a:solidFill>
                  <a:srgbClr val="202020"/>
                </a:solidFill>
                <a:latin typeface="Arial"/>
              </a:rPr>
              <a:t>Google Messages vs. AOSP Telephony Provider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A50FAE-B664-02AF-384B-2C76467B0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73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898615"/>
              </p:ext>
            </p:extLst>
          </p:nvPr>
        </p:nvGraphicFramePr>
        <p:xfrm>
          <a:off x="838200" y="2036299"/>
          <a:ext cx="10304585" cy="2994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587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Google Messages (GMS app)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AOSP Telephony Provider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User-facing messaging app; may be default SMS app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System provider for SMS/MMS storage and access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SMS/MMS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Displays and sends when configured as SMS app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Stores SMS/MMS in mmssms.db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RCS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Supported through Google/Carrier RCS services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Not an SMS/MMS provider feature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Encryption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Supported RCS chats may be E2EE; SMS/MMS are not E2EE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No message E2EE at provider level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Forensic view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Inspect bugle_db and app files; pivot to provider URIs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Inspect </a:t>
                      </a:r>
                      <a:r>
                        <a:rPr sz="180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mmssms.db</a:t>
                      </a:r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: </a:t>
                      </a:r>
                      <a:r>
                        <a:rPr sz="180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sms</a:t>
                      </a:r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pdu</a:t>
                      </a:r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, part, </a:t>
                      </a:r>
                      <a:r>
                        <a:rPr sz="1800" b="0" dirty="0" err="1">
                          <a:solidFill>
                            <a:srgbClr val="000000"/>
                          </a:solidFill>
                          <a:latin typeface="Calibri"/>
                        </a:rPr>
                        <a:t>addr</a:t>
                      </a:r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, threads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2692" y="5284572"/>
            <a:ext cx="10515600" cy="457200"/>
          </a:xfrm>
          <a:prstGeom prst="roundRect">
            <a:avLst/>
          </a:prstGeom>
          <a:solidFill>
            <a:srgbClr val="FFF2CC"/>
          </a:solidFill>
          <a:ln w="1778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 dirty="0">
                <a:solidFill>
                  <a:srgbClr val="003366"/>
                </a:solidFill>
                <a:latin typeface="Arial"/>
              </a:rPr>
              <a:t>Key distinction: Google Messages is an app-level interface/cache; Telephony Provider is the system SMS/MMS evidence source.</a:t>
            </a:r>
          </a:p>
        </p:txBody>
      </p:sp>
    </p:spTree>
    <p:extLst>
      <p:ext uri="{BB962C8B-B14F-4D97-AF65-F5344CB8AC3E}">
        <p14:creationId xmlns:p14="http://schemas.microsoft.com/office/powerpoint/2010/main" val="318697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SMS, MMS, and RCS: evidence implications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234140"/>
              </p:ext>
            </p:extLst>
          </p:nvPr>
        </p:nvGraphicFramePr>
        <p:xfrm>
          <a:off x="773722" y="1862058"/>
          <a:ext cx="10336237" cy="337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1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5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615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SMS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MMS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Calibri"/>
                        </a:rPr>
                        <a:t>RCS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89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Carrier SMS channel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Carrier MMS/WAP + mobile data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IP data via carrier/Jibe RCS services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89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Text + media attachments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Text, media, reactions, receipts, typing indicators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89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Storage focus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mmssms.db / sms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mmssms.db / pdu, part, addr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Google Messages bugle_db; RCS/IMS data may also appear in rcs.db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89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Encryption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No message E2EE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No message E2EE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E2EE only for supported RCS chats; version/service dependent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89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Forensic caution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Default SMS app can write to provider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Calibri"/>
                        </a:rPr>
                        <a:t>Attachments may live outside database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00000"/>
                          </a:solidFill>
                          <a:latin typeface="Calibri"/>
                        </a:rPr>
                        <a:t>Verify schema on the actual image; Google schemas are app-version dependent</a:t>
                      </a:r>
                    </a:p>
                  </a:txBody>
                  <a:tcPr marL="45720" marR="45720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94360" y="5618636"/>
            <a:ext cx="10698480" cy="502920"/>
          </a:xfrm>
          <a:prstGeom prst="roundRect">
            <a:avLst/>
          </a:prstGeom>
          <a:solidFill>
            <a:srgbClr val="FFF2CC"/>
          </a:solidFill>
          <a:ln w="1778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dirty="0">
                <a:solidFill>
                  <a:srgbClr val="003366"/>
                </a:solidFill>
                <a:latin typeface="Arial"/>
              </a:rPr>
              <a:t>Report the observed database fields first; avoid assuming one database contains every layer of the message stack.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89475-DF24-5EC1-AFF6-D5FBBF4DE534}"/>
              </a:ext>
            </a:extLst>
          </p:cNvPr>
          <p:cNvSpPr txBox="1"/>
          <p:nvPr/>
        </p:nvSpPr>
        <p:spPr>
          <a:xfrm>
            <a:off x="701471" y="1159498"/>
            <a:ext cx="10296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RCS </a:t>
            </a:r>
            <a:r>
              <a:rPr lang="en-GB" dirty="0"/>
              <a:t>(Rich Communication Services): it’s a next-generation messaging protocol designed to replace traditional SMS and MMS on mobile phones.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312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D762FA-2B8D-C15A-FFAF-EC9C9839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3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CFA6CD-9831-3CE6-BD0E-482073C9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8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B11A0D-1076-EBD6-D6CA-56209BE7C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955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42C03-9D67-4FA3-B3A8-5623A3A9B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83810" cy="37560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2400" b="0">
                <a:solidFill>
                  <a:srgbClr val="000000"/>
                </a:solidFill>
                <a:latin typeface="Arial"/>
              </a:rPr>
              <a:t>What message content was received around Jan. 29, 2020 at 6:20:45 PM?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Which conversation/thread does that message belong to?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Which participant/sender record is associated with it?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What do the raw read/seen/status fields indicate?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504939-98DB-43A7-B52D-E7C08D7C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Investigation Questions</a:t>
            </a:r>
          </a:p>
        </p:txBody>
      </p:sp>
    </p:spTree>
    <p:extLst>
      <p:ext uri="{BB962C8B-B14F-4D97-AF65-F5344CB8AC3E}">
        <p14:creationId xmlns:p14="http://schemas.microsoft.com/office/powerpoint/2010/main" val="3154763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FABA4C-0167-9B56-F58E-61F7B3AE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Google Messages: Directory 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91E18-9427-FEAD-1069-71E758883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843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26761E-DCB1-4209-8B9B-7451C5DA9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41" y="1762903"/>
            <a:ext cx="9082181" cy="333219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0E4C85C-66BB-494C-BBE9-8D4863380919}"/>
              </a:ext>
            </a:extLst>
          </p:cNvPr>
          <p:cNvSpPr/>
          <p:nvPr/>
        </p:nvSpPr>
        <p:spPr>
          <a:xfrm>
            <a:off x="1564306" y="2173519"/>
            <a:ext cx="8520546" cy="3186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8F9109D-7414-49D5-A1D2-03B4A49EDABA}"/>
              </a:ext>
            </a:extLst>
          </p:cNvPr>
          <p:cNvSpPr txBox="1"/>
          <p:nvPr/>
        </p:nvSpPr>
        <p:spPr>
          <a:xfrm>
            <a:off x="8210637" y="1411401"/>
            <a:ext cx="1829524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 dirty="0">
                <a:solidFill>
                  <a:srgbClr val="000000"/>
                </a:solidFill>
                <a:latin typeface="Arial"/>
              </a:rPr>
              <a:t>-L controls tree depth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C0C1E-4EB2-4D84-9FDC-557BDA690067}"/>
              </a:ext>
            </a:extLst>
          </p:cNvPr>
          <p:cNvSpPr txBox="1"/>
          <p:nvPr/>
        </p:nvSpPr>
        <p:spPr>
          <a:xfrm>
            <a:off x="1014641" y="1393571"/>
            <a:ext cx="474251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sz="1700" b="0">
                <a:solidFill>
                  <a:srgbClr val="000000"/>
                </a:solidFill>
                <a:latin typeface="Arial"/>
              </a:rPr>
              <a:t>Inspect the Google Messages app directory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264C7-6670-E875-AC66-C0FBDB5EF4D0}"/>
              </a:ext>
            </a:extLst>
          </p:cNvPr>
          <p:cNvSpPr txBox="1"/>
          <p:nvPr/>
        </p:nvSpPr>
        <p:spPr>
          <a:xfrm>
            <a:off x="4593493" y="3593122"/>
            <a:ext cx="5324230" cy="553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500" b="0" dirty="0">
                <a:solidFill>
                  <a:srgbClr val="000000"/>
                </a:solidFill>
                <a:latin typeface="Arial"/>
              </a:rPr>
              <a:t>Non-database artifacts can still matter: attachments, cached media, preferences, config files, and temporary files.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270AF1-2A54-8056-08CE-4BF9A01F88CF}"/>
              </a:ext>
            </a:extLst>
          </p:cNvPr>
          <p:cNvCxnSpPr/>
          <p:nvPr/>
        </p:nvCxnSpPr>
        <p:spPr>
          <a:xfrm flipH="1" flipV="1">
            <a:off x="2428631" y="3736284"/>
            <a:ext cx="2102338" cy="31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17D23A-DFEB-D732-C83B-2012421B5F4B}"/>
              </a:ext>
            </a:extLst>
          </p:cNvPr>
          <p:cNvSpPr txBox="1"/>
          <p:nvPr/>
        </p:nvSpPr>
        <p:spPr>
          <a:xfrm>
            <a:off x="4593492" y="2902790"/>
            <a:ext cx="5324231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Arial"/>
              </a:rPr>
              <a:t>subdirectories may include databases, files, cache, and attachments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AE7550-821A-B846-1270-C8DE83460E21}"/>
              </a:ext>
            </a:extLst>
          </p:cNvPr>
          <p:cNvCxnSpPr/>
          <p:nvPr/>
        </p:nvCxnSpPr>
        <p:spPr>
          <a:xfrm flipH="1">
            <a:off x="2889739" y="3153783"/>
            <a:ext cx="1641230" cy="275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3919" y="5311991"/>
            <a:ext cx="996696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Forensic habit: document the path first; later conclusions should identify the exact file and table/row used.</a:t>
            </a:r>
          </a:p>
        </p:txBody>
      </p:sp>
    </p:spTree>
    <p:extLst>
      <p:ext uri="{BB962C8B-B14F-4D97-AF65-F5344CB8AC3E}">
        <p14:creationId xmlns:p14="http://schemas.microsoft.com/office/powerpoint/2010/main" val="1091736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A3694F0-AEA2-41AD-AA40-7E421D379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395" y="1232046"/>
            <a:ext cx="8915494" cy="35850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E9260D-ABD0-44FF-984F-9DE07BB61D64}"/>
              </a:ext>
            </a:extLst>
          </p:cNvPr>
          <p:cNvSpPr/>
          <p:nvPr/>
        </p:nvSpPr>
        <p:spPr>
          <a:xfrm>
            <a:off x="1848652" y="1646974"/>
            <a:ext cx="8409708" cy="2770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4AB0D-7084-455B-934B-562182051960}"/>
              </a:ext>
            </a:extLst>
          </p:cNvPr>
          <p:cNvSpPr/>
          <p:nvPr/>
        </p:nvSpPr>
        <p:spPr>
          <a:xfrm>
            <a:off x="1852981" y="2939777"/>
            <a:ext cx="1080653" cy="2909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25113-9E95-43C5-BC3B-6A8F00B59593}"/>
              </a:ext>
            </a:extLst>
          </p:cNvPr>
          <p:cNvSpPr txBox="1"/>
          <p:nvPr/>
        </p:nvSpPr>
        <p:spPr>
          <a:xfrm>
            <a:off x="1346396" y="862714"/>
            <a:ext cx="5599528" cy="353943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700" b="0" dirty="0">
                <a:solidFill>
                  <a:srgbClr val="000000"/>
                </a:solidFill>
                <a:latin typeface="Arial"/>
              </a:rPr>
              <a:t>Locate the Google Messages databases directory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342866" y="4897960"/>
            <a:ext cx="8915494" cy="853909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b="0" dirty="0">
                <a:solidFill>
                  <a:srgbClr val="000000"/>
                </a:solidFill>
                <a:latin typeface="Arial"/>
              </a:rPr>
              <a:t>The presence and names of databases can vary by app version; verify the extracted image rather than assuming a fixed schema.</a:t>
            </a:r>
          </a:p>
        </p:txBody>
      </p:sp>
    </p:spTree>
    <p:extLst>
      <p:ext uri="{BB962C8B-B14F-4D97-AF65-F5344CB8AC3E}">
        <p14:creationId xmlns:p14="http://schemas.microsoft.com/office/powerpoint/2010/main" val="319479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7FCD-012D-D0F6-893E-5BBF9D48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56CA39-10FA-7712-D04E-013657DA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2"/>
                </a:solidFill>
                <a:latin typeface="Arial"/>
              </a:rPr>
              <a:t>bugle_db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1FB8CF-C13B-8325-5F61-370BC605F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474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1D1957-A387-90C5-F7A4-5D7BD697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73152" rIns="73152"/>
          <a:lstStyle/>
          <a:p>
            <a:r>
              <a:rPr sz="3400" b="0">
                <a:solidFill>
                  <a:srgbClr val="202020"/>
                </a:solidFill>
                <a:latin typeface="Arial"/>
              </a:rPr>
              <a:t>Purpose of bugle_db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C182E9-222E-5C8D-FFD9-3ECD5D386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50720"/>
          </a:xfrm>
        </p:spPr>
        <p:txBody>
          <a:bodyPr wrap="square" lIns="73152" rIns="73152">
            <a:normAutofit/>
          </a:bodyPr>
          <a:lstStyle/>
          <a:p>
            <a:r>
              <a:rPr sz="1900" b="0" dirty="0" err="1">
                <a:solidFill>
                  <a:srgbClr val="202020"/>
                </a:solidFill>
                <a:latin typeface="Arial"/>
              </a:rPr>
              <a:t>bugle_db</a:t>
            </a:r>
            <a:r>
              <a:rPr sz="1900" b="0" dirty="0">
                <a:solidFill>
                  <a:srgbClr val="202020"/>
                </a:solidFill>
                <a:latin typeface="Arial"/>
              </a:rPr>
              <a:t> is the Google Messages app-level database/cache. It helps the app present SMS, MMS, and RCS conversations in one interface.</a:t>
            </a:r>
          </a:p>
          <a:p>
            <a:pPr lvl="1"/>
            <a:r>
              <a:rPr lang="en-GB" sz="1500" b="0" dirty="0">
                <a:solidFill>
                  <a:srgbClr val="202020"/>
                </a:solidFill>
                <a:latin typeface="Arial"/>
              </a:rPr>
              <a:t>aggregates and mirrors messages from these multiple sources </a:t>
            </a:r>
            <a:endParaRPr sz="1500" b="0" dirty="0">
              <a:solidFill>
                <a:srgbClr val="202020"/>
              </a:solidFill>
              <a:latin typeface="Arial"/>
            </a:endParaRPr>
          </a:p>
          <a:p>
            <a:r>
              <a:rPr sz="1900" b="0" dirty="0">
                <a:solidFill>
                  <a:srgbClr val="202020"/>
                </a:solidFill>
                <a:latin typeface="Arial"/>
              </a:rPr>
              <a:t>Forensic caution: its schema is internal and app-version dependent. Validate table names and columns on the extracted image before making conclusions.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0BB297-0D38-7E41-EC20-A06249691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904961"/>
              </p:ext>
            </p:extLst>
          </p:nvPr>
        </p:nvGraphicFramePr>
        <p:xfrm>
          <a:off x="838200" y="3643594"/>
          <a:ext cx="10725473" cy="1950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8862">
                  <a:extLst>
                    <a:ext uri="{9D8B030D-6E8A-4147-A177-3AD203B41FA5}">
                      <a16:colId xmlns:a16="http://schemas.microsoft.com/office/drawing/2014/main" val="2682642178"/>
                    </a:ext>
                  </a:extLst>
                </a:gridCol>
                <a:gridCol w="1424353">
                  <a:extLst>
                    <a:ext uri="{9D8B030D-6E8A-4147-A177-3AD203B41FA5}">
                      <a16:colId xmlns:a16="http://schemas.microsoft.com/office/drawing/2014/main" val="1856289695"/>
                    </a:ext>
                  </a:extLst>
                </a:gridCol>
                <a:gridCol w="3912577">
                  <a:extLst>
                    <a:ext uri="{9D8B030D-6E8A-4147-A177-3AD203B41FA5}">
                      <a16:colId xmlns:a16="http://schemas.microsoft.com/office/drawing/2014/main" val="2944757681"/>
                    </a:ext>
                  </a:extLst>
                </a:gridCol>
                <a:gridCol w="4239681">
                  <a:extLst>
                    <a:ext uri="{9D8B030D-6E8A-4147-A177-3AD203B41FA5}">
                      <a16:colId xmlns:a16="http://schemas.microsoft.com/office/drawing/2014/main" val="4111740027"/>
                    </a:ext>
                  </a:extLst>
                </a:gridCol>
              </a:tblGrid>
              <a:tr h="203092"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Primary evidence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How Google Messages uses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09987"/>
                  </a:ext>
                </a:extLst>
              </a:tr>
              <a:tr h="186168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Carrier 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mmssms.db / 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May mirror/reference in bugle_db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085143"/>
                  </a:ext>
                </a:extLst>
              </a:tr>
              <a:tr h="186168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Carrier MMS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mmssms.db / pdu/part/addr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May mirror metadata and attachments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828446"/>
                  </a:ext>
                </a:extLst>
              </a:tr>
              <a:tr h="321562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RCS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IP-based RCS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bugle_db + Carrier/IMS data such as rcs.db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Displayed in Google Messages conversation 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394816"/>
                  </a:ext>
                </a:extLst>
              </a:tr>
              <a:tr h="321562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App metadata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bugle_db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latin typeface="Calibri"/>
                        </a:rPr>
                        <a:t>Conversation state, drafts, participants, UI/cache metadata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914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050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EED7-D2F2-4B9F-B732-308804123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066"/>
            <a:ext cx="10515600" cy="1325563"/>
          </a:xfrm>
        </p:spPr>
        <p:txBody>
          <a:bodyPr>
            <a:normAutofit/>
          </a:bodyPr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Inspecting Tables in bugle_db</a:t>
            </a:r>
            <a:endParaRPr lang="en-US" dirty="0"/>
          </a:p>
        </p:txBody>
      </p:sp>
      <p:pic>
        <p:nvPicPr>
          <p:cNvPr id="5" name="Picture 6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172F5DF-E6FC-47E2-9AE9-E525F6D31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07034"/>
            <a:ext cx="9598618" cy="666368"/>
          </a:xfrm>
          <a:prstGeom prst="rect">
            <a:avLst/>
          </a:prstGeom>
        </p:spPr>
      </p:pic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F71DF641-C37F-443A-BACA-93CF11169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494" y="2499548"/>
            <a:ext cx="4124324" cy="34540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BB418A-D788-4AF2-83A8-8EF87E3885D2}"/>
              </a:ext>
            </a:extLst>
          </p:cNvPr>
          <p:cNvSpPr/>
          <p:nvPr/>
        </p:nvSpPr>
        <p:spPr>
          <a:xfrm>
            <a:off x="1305143" y="1992775"/>
            <a:ext cx="9131675" cy="2806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7045F9-4A52-4517-93E5-4E91DC3165DA}"/>
              </a:ext>
            </a:extLst>
          </p:cNvPr>
          <p:cNvSpPr/>
          <p:nvPr/>
        </p:nvSpPr>
        <p:spPr>
          <a:xfrm>
            <a:off x="6917955" y="3066881"/>
            <a:ext cx="886692" cy="2493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FAEDAA-5498-4C2B-8632-0C655FDB5233}"/>
              </a:ext>
            </a:extLst>
          </p:cNvPr>
          <p:cNvSpPr/>
          <p:nvPr/>
        </p:nvSpPr>
        <p:spPr>
          <a:xfrm>
            <a:off x="6911893" y="5073407"/>
            <a:ext cx="664585" cy="1727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3FA180-4FEF-4081-AA1E-72A89125FCA8}"/>
              </a:ext>
            </a:extLst>
          </p:cNvPr>
          <p:cNvSpPr/>
          <p:nvPr/>
        </p:nvSpPr>
        <p:spPr>
          <a:xfrm>
            <a:off x="6911893" y="5586026"/>
            <a:ext cx="761567" cy="2143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DAEE8B-8DA1-4AE7-97B4-F9B1B2798999}"/>
              </a:ext>
            </a:extLst>
          </p:cNvPr>
          <p:cNvCxnSpPr>
            <a:cxnSpLocks/>
          </p:cNvCxnSpPr>
          <p:nvPr/>
        </p:nvCxnSpPr>
        <p:spPr>
          <a:xfrm>
            <a:off x="4483956" y="4830804"/>
            <a:ext cx="2307106" cy="2355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AEBD117-8D92-421B-8246-C072D990ADDE}"/>
              </a:ext>
            </a:extLst>
          </p:cNvPr>
          <p:cNvSpPr txBox="1"/>
          <p:nvPr/>
        </p:nvSpPr>
        <p:spPr>
          <a:xfrm>
            <a:off x="838200" y="4354859"/>
            <a:ext cx="3825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b="0" dirty="0">
                <a:solidFill>
                  <a:srgbClr val="000000"/>
                </a:solidFill>
                <a:latin typeface="Arial"/>
              </a:rPr>
              <a:t>messages: message-level rows and metadata</a:t>
            </a:r>
          </a:p>
          <a:p>
            <a:r>
              <a:rPr sz="1400" b="0" dirty="0">
                <a:solidFill>
                  <a:srgbClr val="000000"/>
                </a:solidFill>
                <a:latin typeface="Arial"/>
              </a:rPr>
              <a:t>(e.g., timestamps, protocol/status fields)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C09B31-2C3D-49DB-8FFC-D6002182B177}"/>
              </a:ext>
            </a:extLst>
          </p:cNvPr>
          <p:cNvSpPr txBox="1"/>
          <p:nvPr/>
        </p:nvSpPr>
        <p:spPr>
          <a:xfrm>
            <a:off x="829755" y="3146966"/>
            <a:ext cx="364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0" dirty="0">
                <a:solidFill>
                  <a:srgbClr val="000000"/>
                </a:solidFill>
                <a:latin typeface="Arial"/>
              </a:rPr>
              <a:t>conversations: thread-level grouping for messages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8820C4-6284-427A-8813-A632BDEA2137}"/>
              </a:ext>
            </a:extLst>
          </p:cNvPr>
          <p:cNvCxnSpPr>
            <a:cxnSpLocks/>
          </p:cNvCxnSpPr>
          <p:nvPr/>
        </p:nvCxnSpPr>
        <p:spPr>
          <a:xfrm flipV="1">
            <a:off x="3938647" y="3259021"/>
            <a:ext cx="3098486" cy="679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0216" y="6094646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Use sqlite_master and PRAGMA table_info(...) to confirm the exact schema before interpreting column values.</a:t>
            </a:r>
          </a:p>
        </p:txBody>
      </p:sp>
    </p:spTree>
    <p:extLst>
      <p:ext uri="{BB962C8B-B14F-4D97-AF65-F5344CB8AC3E}">
        <p14:creationId xmlns:p14="http://schemas.microsoft.com/office/powerpoint/2010/main" val="3986757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3200" b="0" dirty="0">
                <a:solidFill>
                  <a:srgbClr val="202020"/>
                </a:solidFill>
                <a:latin typeface="Arial"/>
              </a:rPr>
              <a:t>Key </a:t>
            </a:r>
            <a:r>
              <a:rPr sz="3200" b="0" dirty="0" err="1">
                <a:solidFill>
                  <a:srgbClr val="202020"/>
                </a:solidFill>
                <a:latin typeface="Arial"/>
              </a:rPr>
              <a:t>bugle_db</a:t>
            </a:r>
            <a:r>
              <a:rPr sz="3200" b="0" dirty="0">
                <a:solidFill>
                  <a:srgbClr val="202020"/>
                </a:solidFill>
                <a:latin typeface="Arial"/>
              </a:rPr>
              <a:t> tables to inspect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63395"/>
            <a:ext cx="10607040" cy="50292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 dirty="0">
                <a:solidFill>
                  <a:srgbClr val="202020"/>
                </a:solidFill>
                <a:latin typeface="Arial"/>
              </a:rPr>
              <a:t>Exact names and columns are Google Messages version-dependent. Use the screenshot and SQLite schema from the extracted image.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78453"/>
              </p:ext>
            </p:extLst>
          </p:nvPr>
        </p:nvGraphicFramePr>
        <p:xfrm>
          <a:off x="777240" y="2001547"/>
          <a:ext cx="10607040" cy="3341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6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69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Table / group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Evidence focus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Calibri"/>
                        </a:rPr>
                        <a:t>How to use it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6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messages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Message body, timestamp fields, sender_id, conversation_id, protocol/status fields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Starting point for user-visible message records.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6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conversations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Thread/chat metadata, title/name, latest message, archived/pinned/muted flags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Use conversation_id to reconstruct the conversation context.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6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participants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Phone numbers, names, contact-match values, RCS capability or account metadata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Use sender_id/participant links to identify senders and recipients.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attachments / parts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Media references, MIME types, thumbnails, file paths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Recover or explain photos, videos, audio, and other MMS/RCS media.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6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RCS-related tables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Receipts, sessions, file-transfer state, encryption/status fields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Version-dependent; corroborate with Carrier/IMS service data when present.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69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draft/composition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Unsent text or composition state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Calibri"/>
                        </a:rPr>
                        <a:t>May show intent, partial messages, or unsent content.</a:t>
                      </a:r>
                    </a:p>
                  </a:txBody>
                  <a:tcPr marL="54864" marR="54864" marT="27432" marB="274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" y="5683348"/>
            <a:ext cx="10332720" cy="7315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 dirty="0">
                <a:solidFill>
                  <a:srgbClr val="202020"/>
                </a:solidFill>
                <a:latin typeface="Arial"/>
              </a:rPr>
              <a:t>Forensic rule: preserve raw values first; only then translate status, read/seen, protocol, and contact-match fields.</a:t>
            </a:r>
          </a:p>
        </p:txBody>
      </p:sp>
    </p:spTree>
    <p:extLst>
      <p:ext uri="{BB962C8B-B14F-4D97-AF65-F5344CB8AC3E}">
        <p14:creationId xmlns:p14="http://schemas.microsoft.com/office/powerpoint/2010/main" val="244718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10D371-5C4E-B11C-D49F-B5BA631C4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72" y="708485"/>
            <a:ext cx="9916743" cy="50636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81D907-A68F-FF9B-F534-6B9C02587AE5}"/>
              </a:ext>
            </a:extLst>
          </p:cNvPr>
          <p:cNvSpPr txBox="1"/>
          <p:nvPr/>
        </p:nvSpPr>
        <p:spPr>
          <a:xfrm>
            <a:off x="6345615" y="3516923"/>
            <a:ext cx="516351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000000"/>
                </a:solidFill>
                <a:latin typeface="Arial"/>
              </a:rPr>
              <a:t>sms_message_uri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can point back to the source SMS row in the Android Telephony Provider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(e.g., 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mmssms.db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/ content://</a:t>
            </a:r>
            <a:r>
              <a:rPr sz="1200" b="0" dirty="0" err="1">
                <a:solidFill>
                  <a:srgbClr val="000000"/>
                </a:solidFill>
                <a:latin typeface="Arial"/>
              </a:rPr>
              <a:t>sms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/...).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" y="5979776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Do not stop at the app cache. If a URI or source identifier exists, pivot back to the provider database and compare raw timestamps/status fields.</a:t>
            </a:r>
          </a:p>
        </p:txBody>
      </p:sp>
    </p:spTree>
    <p:extLst>
      <p:ext uri="{BB962C8B-B14F-4D97-AF65-F5344CB8AC3E}">
        <p14:creationId xmlns:p14="http://schemas.microsoft.com/office/powerpoint/2010/main" val="158929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64A0DD-90BE-A53F-23F0-EDEFE3E1E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29" y="1455306"/>
            <a:ext cx="10247659" cy="34595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320040"/>
            <a:ext cx="10972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r>
              <a:rPr sz="2600" b="0" dirty="0">
                <a:solidFill>
                  <a:srgbClr val="000000"/>
                </a:solidFill>
                <a:latin typeface="Arial"/>
              </a:rPr>
              <a:t>participants table: people and contact-match metadata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Use participant IDs to resolve sender/recipient context. Contact match fields may be missing, stale, or app-generated; preserve raw values.</a:t>
            </a:r>
          </a:p>
        </p:txBody>
      </p:sp>
    </p:spTree>
    <p:extLst>
      <p:ext uri="{BB962C8B-B14F-4D97-AF65-F5344CB8AC3E}">
        <p14:creationId xmlns:p14="http://schemas.microsoft.com/office/powerpoint/2010/main" val="745563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876FD9-D1A9-B4B5-30B7-00F423E2C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46" y="1602005"/>
            <a:ext cx="9753868" cy="29604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384048"/>
            <a:ext cx="10972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r>
              <a:rPr sz="2600" b="0" dirty="0">
                <a:solidFill>
                  <a:srgbClr val="000000"/>
                </a:solidFill>
                <a:latin typeface="Arial"/>
              </a:rPr>
              <a:t>conversations table: thread-level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Use conversation_id to group message rows into the displayed thread. Then inspect the latest-message and state fields cautiously.</a:t>
            </a:r>
          </a:p>
        </p:txBody>
      </p:sp>
    </p:spTree>
    <p:extLst>
      <p:ext uri="{BB962C8B-B14F-4D97-AF65-F5344CB8AC3E}">
        <p14:creationId xmlns:p14="http://schemas.microsoft.com/office/powerpoint/2010/main" val="1166793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069F4-04B4-1435-92A9-438BB663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B00B26-C9CB-9443-2D82-0D77F49B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messages Table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3CF22-FB97-7B13-B4A5-1BB3A2E34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20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F2E396-2D2D-9C12-0347-C24929351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87" y="1782548"/>
            <a:ext cx="1969863" cy="3714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7D0BE-5E0D-882D-6F8C-B344F8A4D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281" y="1782548"/>
            <a:ext cx="2084529" cy="371410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3A11B63-7247-E450-C788-A253F64D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73152" rIns="73152"/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messages table: high-value fields (1)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31E52E-C639-4D0A-6818-DF2453601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5232" y="1782547"/>
            <a:ext cx="5267568" cy="4081799"/>
          </a:xfrm>
        </p:spPr>
        <p:txBody>
          <a:bodyPr wrap="square" lIns="73152" rIns="73152">
            <a:normAutofit/>
          </a:bodyPr>
          <a:lstStyle/>
          <a:p>
            <a:r>
              <a:rPr sz="1800" b="0" dirty="0" err="1">
                <a:solidFill>
                  <a:srgbClr val="000000"/>
                </a:solidFill>
                <a:latin typeface="Arial"/>
              </a:rPr>
              <a:t>conversation_id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: groups the row into a conversation/thread.</a:t>
            </a:r>
          </a:p>
          <a:p>
            <a:r>
              <a:rPr sz="1800" b="0" dirty="0" err="1">
                <a:solidFill>
                  <a:srgbClr val="000000"/>
                </a:solidFill>
                <a:latin typeface="Arial"/>
              </a:rPr>
              <a:t>sender_id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: points to the participant/sender record.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timestamp fields: preserve raw values and convert carefully with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timezone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context.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protocol/source fields: help distinguish SMS, MMS, and RCS-related records.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status/read/seen fields: interpret using the extracted schema, not assumptions from the UI.</a:t>
            </a:r>
          </a:p>
        </p:txBody>
      </p:sp>
    </p:spTree>
    <p:extLst>
      <p:ext uri="{BB962C8B-B14F-4D97-AF65-F5344CB8AC3E}">
        <p14:creationId xmlns:p14="http://schemas.microsoft.com/office/powerpoint/2010/main" val="2410910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D6C8-3435-2214-FE3F-76BD83AD1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73152" rIns="73152"/>
          <a:lstStyle/>
          <a:p>
            <a:r>
              <a:rPr sz="3400" b="0">
                <a:solidFill>
                  <a:srgbClr val="000000"/>
                </a:solidFill>
                <a:latin typeface="Arial"/>
              </a:rPr>
              <a:t>messages table: high-value fields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B7E0-DC1E-2B15-9434-E2AAD45A9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73152" rIns="73152">
            <a:normAutofit/>
          </a:bodyPr>
          <a:lstStyle/>
          <a:p>
            <a:r>
              <a:rPr sz="2100" b="0">
                <a:solidFill>
                  <a:srgbClr val="000000"/>
                </a:solidFill>
                <a:latin typeface="Arial"/>
              </a:rPr>
              <a:t>sms_message_uri: may point back to a Telephony Provider SMS row, such as content://sms/123.</a:t>
            </a:r>
          </a:p>
          <a:p>
            <a:r>
              <a:rPr sz="2100" b="0">
                <a:solidFill>
                  <a:srgbClr val="000000"/>
                </a:solidFill>
                <a:latin typeface="Arial"/>
              </a:rPr>
              <a:t>MMS metadata: subject/content-location/media fields may require attachment or part-table review.</a:t>
            </a:r>
          </a:p>
          <a:p>
            <a:r>
              <a:rPr sz="2100" b="0">
                <a:solidFill>
                  <a:srgbClr val="000000"/>
                </a:solidFill>
                <a:latin typeface="Arial"/>
              </a:rPr>
              <a:t>RCS identifiers/status fields: app-version specific; verify the schema and corroborate with available service artifacts.</a:t>
            </a:r>
          </a:p>
          <a:p>
            <a:r>
              <a:rPr sz="2100" b="0">
                <a:solidFill>
                  <a:srgbClr val="000000"/>
                </a:solidFill>
                <a:latin typeface="Arial"/>
              </a:rPr>
              <a:t>Raw status values: preserve before translating into sent/delivered/read/failed categories.</a:t>
            </a:r>
          </a:p>
          <a:p>
            <a:r>
              <a:rPr sz="2100" b="0">
                <a:solidFill>
                  <a:srgbClr val="000000"/>
                </a:solidFill>
                <a:latin typeface="Arial"/>
              </a:rPr>
              <a:t>App cache warning: bugle_db reflects the Google Messages view; it should be corroborated with source artifacts when possible.</a:t>
            </a:r>
          </a:p>
        </p:txBody>
      </p:sp>
    </p:spTree>
    <p:extLst>
      <p:ext uri="{BB962C8B-B14F-4D97-AF65-F5344CB8AC3E}">
        <p14:creationId xmlns:p14="http://schemas.microsoft.com/office/powerpoint/2010/main" val="3963690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1AF3-A1FF-415B-9CD1-5D9B90286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3400" b="0">
                <a:solidFill>
                  <a:srgbClr val="000000"/>
                </a:solidFill>
                <a:latin typeface="Arial"/>
              </a:rPr>
              <a:t>messages Table Content: Source Pointer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07CE5-033D-F539-AF67-909458912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12" y="1465445"/>
            <a:ext cx="8105177" cy="2576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565745-185F-2BF6-4473-057533FB97CC}"/>
              </a:ext>
            </a:extLst>
          </p:cNvPr>
          <p:cNvSpPr txBox="1"/>
          <p:nvPr/>
        </p:nvSpPr>
        <p:spPr>
          <a:xfrm>
            <a:off x="270180" y="2954681"/>
            <a:ext cx="2952836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000000"/>
                </a:solidFill>
                <a:latin typeface="Arial"/>
              </a:rPr>
              <a:t>The highlighted value points to a source SMS row in the Android Telephony Provider</a:t>
            </a:r>
          </a:p>
          <a:p>
            <a:r>
              <a:rPr sz="1400" b="0" dirty="0">
                <a:solidFill>
                  <a:srgbClr val="000000"/>
                </a:solidFill>
                <a:latin typeface="Arial"/>
              </a:rPr>
              <a:t>(</a:t>
            </a:r>
            <a:r>
              <a:rPr sz="1400" b="0" dirty="0" err="1">
                <a:solidFill>
                  <a:srgbClr val="000000"/>
                </a:solidFill>
                <a:latin typeface="Arial"/>
              </a:rPr>
              <a:t>com.android.providers.telephony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/ </a:t>
            </a:r>
            <a:r>
              <a:rPr sz="1400" b="0" dirty="0" err="1">
                <a:solidFill>
                  <a:srgbClr val="000000"/>
                </a:solidFill>
                <a:latin typeface="Arial"/>
              </a:rPr>
              <a:t>mmssms.db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68C82F-0FB2-480D-7200-993E7E98B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80" y="4411315"/>
            <a:ext cx="11591024" cy="128789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9E912AB-D6AC-257D-9120-B519E5385983}"/>
              </a:ext>
            </a:extLst>
          </p:cNvPr>
          <p:cNvGrpSpPr/>
          <p:nvPr/>
        </p:nvGrpSpPr>
        <p:grpSpPr>
          <a:xfrm>
            <a:off x="492369" y="2465757"/>
            <a:ext cx="6643968" cy="2754546"/>
            <a:chOff x="295700" y="3501296"/>
            <a:chExt cx="6699960" cy="277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EC5ABE3-A28F-1C57-E137-1F55663CB7AD}"/>
                    </a:ext>
                  </a:extLst>
                </p14:cNvPr>
                <p14:cNvContentPartPr/>
                <p14:nvPr/>
              </p14:nvContentPartPr>
              <p14:xfrm>
                <a:off x="295700" y="3501296"/>
                <a:ext cx="6699960" cy="2756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EC5ABE3-A28F-1C57-E137-1F55663CB7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6700" y="3492656"/>
                  <a:ext cx="6717600" cy="27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92829F-0335-CECA-A780-CE48C8D5CEE1}"/>
                    </a:ext>
                  </a:extLst>
                </p14:cNvPr>
                <p14:cNvContentPartPr/>
                <p14:nvPr/>
              </p14:nvContentPartPr>
              <p14:xfrm>
                <a:off x="602060" y="6181856"/>
                <a:ext cx="115200" cy="97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92829F-0335-CECA-A780-CE48C8D5CE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3060" y="6172856"/>
                  <a:ext cx="132840" cy="114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Rounded Rectangle 19"/>
          <p:cNvSpPr/>
          <p:nvPr/>
        </p:nvSpPr>
        <p:spPr>
          <a:xfrm>
            <a:off x="742737" y="5849083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Forensic action: use the URI/source pointer to compare the Google Messages cache with the underlying SMS/MMS record.</a:t>
            </a:r>
          </a:p>
        </p:txBody>
      </p:sp>
    </p:spTree>
    <p:extLst>
      <p:ext uri="{BB962C8B-B14F-4D97-AF65-F5344CB8AC3E}">
        <p14:creationId xmlns:p14="http://schemas.microsoft.com/office/powerpoint/2010/main" val="496711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A90C8-DB07-11CE-D080-F7B15B65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F6EF97E-ECFA-6FB9-A129-B5300245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86" y="1467751"/>
            <a:ext cx="10744199" cy="1961249"/>
          </a:xfrm>
          <a:prstGeom prst="rect">
            <a:avLst/>
          </a:prstGeom>
        </p:spPr>
      </p:pic>
      <p:pic>
        <p:nvPicPr>
          <p:cNvPr id="7" name="Picture 7" descr="Text&#10;&#10;Description automatically generated">
            <a:extLst>
              <a:ext uri="{FF2B5EF4-FFF2-40B4-BE49-F238E27FC236}">
                <a16:creationId xmlns:a16="http://schemas.microsoft.com/office/drawing/2014/main" id="{DA5D3F30-A656-AB39-561B-63754C992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417" y="4439815"/>
            <a:ext cx="3910012" cy="10177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444C2B-4A55-218E-AF42-D6964E2BF829}"/>
              </a:ext>
            </a:extLst>
          </p:cNvPr>
          <p:cNvSpPr txBox="1"/>
          <p:nvPr/>
        </p:nvSpPr>
        <p:spPr>
          <a:xfrm>
            <a:off x="6956092" y="3850006"/>
            <a:ext cx="391001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400" b="0" dirty="0">
                <a:solidFill>
                  <a:srgbClr val="000000"/>
                </a:solidFill>
                <a:latin typeface="Arial"/>
              </a:rPr>
              <a:t>Received timestamp: preserve the raw value, then convert to local time and UTC as needed.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C88DAC-2C84-30C6-363B-9CF13D0EF47A}"/>
              </a:ext>
            </a:extLst>
          </p:cNvPr>
          <p:cNvCxnSpPr>
            <a:cxnSpLocks/>
          </p:cNvCxnSpPr>
          <p:nvPr/>
        </p:nvCxnSpPr>
        <p:spPr>
          <a:xfrm>
            <a:off x="6213598" y="2592442"/>
            <a:ext cx="1462087" cy="14263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33F3F53-0800-EB21-934A-7EAAC8EE6743}"/>
              </a:ext>
            </a:extLst>
          </p:cNvPr>
          <p:cNvSpPr/>
          <p:nvPr/>
        </p:nvSpPr>
        <p:spPr>
          <a:xfrm>
            <a:off x="5587224" y="1841773"/>
            <a:ext cx="1368868" cy="2407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27185" y="5636221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Answer the question with both the raw timestamp field and the converted time; note timezone assumptions explicitly.</a:t>
            </a:r>
          </a:p>
        </p:txBody>
      </p:sp>
    </p:spTree>
    <p:extLst>
      <p:ext uri="{BB962C8B-B14F-4D97-AF65-F5344CB8AC3E}">
        <p14:creationId xmlns:p14="http://schemas.microsoft.com/office/powerpoint/2010/main" val="4096275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A0746832-3177-4A29-871B-A639415D4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94" y="1904502"/>
            <a:ext cx="10744199" cy="19612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4BC0D9-4CF6-4EE9-9E12-47A071E542E5}"/>
              </a:ext>
            </a:extLst>
          </p:cNvPr>
          <p:cNvSpPr txBox="1"/>
          <p:nvPr/>
        </p:nvSpPr>
        <p:spPr>
          <a:xfrm>
            <a:off x="618394" y="1500929"/>
            <a:ext cx="2441330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Find the </a:t>
            </a:r>
            <a:r>
              <a:rPr sz="1600" b="0" dirty="0" err="1">
                <a:solidFill>
                  <a:srgbClr val="000000"/>
                </a:solidFill>
                <a:latin typeface="Arial"/>
              </a:rPr>
              <a:t>conversation_id</a:t>
            </a:r>
            <a:endParaRPr sz="16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064693-170D-4C45-BB64-837C4C804CC2}"/>
              </a:ext>
            </a:extLst>
          </p:cNvPr>
          <p:cNvSpPr/>
          <p:nvPr/>
        </p:nvSpPr>
        <p:spPr>
          <a:xfrm>
            <a:off x="5692732" y="2278524"/>
            <a:ext cx="1368868" cy="2407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2A854F-1913-490D-8AD7-1EBAEE79E09D}"/>
              </a:ext>
            </a:extLst>
          </p:cNvPr>
          <p:cNvSpPr/>
          <p:nvPr/>
        </p:nvSpPr>
        <p:spPr>
          <a:xfrm>
            <a:off x="1165790" y="2247765"/>
            <a:ext cx="1139605" cy="24075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6A4087-CA54-4087-AE93-14E59CE91D78}"/>
              </a:ext>
            </a:extLst>
          </p:cNvPr>
          <p:cNvCxnSpPr>
            <a:cxnSpLocks/>
          </p:cNvCxnSpPr>
          <p:nvPr/>
        </p:nvCxnSpPr>
        <p:spPr>
          <a:xfrm flipH="1">
            <a:off x="2235158" y="1904502"/>
            <a:ext cx="341906" cy="355293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9FCCE1-E1EB-4E36-90B6-A68B3D2D02F7}"/>
              </a:ext>
            </a:extLst>
          </p:cNvPr>
          <p:cNvSpPr txBox="1"/>
          <p:nvPr/>
        </p:nvSpPr>
        <p:spPr>
          <a:xfrm>
            <a:off x="1151509" y="4434326"/>
            <a:ext cx="1908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Arial"/>
              </a:rPr>
              <a:t>conversation_id = 2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B0C0A4-840C-46AE-A4E6-940821FF4BAB}"/>
              </a:ext>
            </a:extLst>
          </p:cNvPr>
          <p:cNvCxnSpPr>
            <a:cxnSpLocks/>
          </p:cNvCxnSpPr>
          <p:nvPr/>
        </p:nvCxnSpPr>
        <p:spPr>
          <a:xfrm flipH="1" flipV="1">
            <a:off x="2235159" y="2951005"/>
            <a:ext cx="244272" cy="15594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394" y="4933321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Pivot: message row → conversation_id → conversations table. This connects one message to the displayed thread.</a:t>
            </a:r>
          </a:p>
        </p:txBody>
      </p:sp>
    </p:spTree>
    <p:extLst>
      <p:ext uri="{BB962C8B-B14F-4D97-AF65-F5344CB8AC3E}">
        <p14:creationId xmlns:p14="http://schemas.microsoft.com/office/powerpoint/2010/main" val="1108814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39DCA148-79F8-4EC2-BEBF-24092D16F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34" y="2122626"/>
            <a:ext cx="10041731" cy="31355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E8EBFE-DE16-4671-90B9-432CA262DD4D}"/>
              </a:ext>
            </a:extLst>
          </p:cNvPr>
          <p:cNvSpPr/>
          <p:nvPr/>
        </p:nvSpPr>
        <p:spPr>
          <a:xfrm>
            <a:off x="1385607" y="2661699"/>
            <a:ext cx="409514" cy="2024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6038A2-524F-46E6-A65C-47C4B0C7ADAC}"/>
              </a:ext>
            </a:extLst>
          </p:cNvPr>
          <p:cNvSpPr/>
          <p:nvPr/>
        </p:nvSpPr>
        <p:spPr>
          <a:xfrm>
            <a:off x="3382564" y="2649793"/>
            <a:ext cx="595313" cy="2143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73623-575B-4098-82AE-FE69A5F72985}"/>
              </a:ext>
            </a:extLst>
          </p:cNvPr>
          <p:cNvSpPr/>
          <p:nvPr/>
        </p:nvSpPr>
        <p:spPr>
          <a:xfrm>
            <a:off x="8764189" y="2661699"/>
            <a:ext cx="1131094" cy="2024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D13A52-00A5-4144-849D-5EBAA3837CE0}"/>
              </a:ext>
            </a:extLst>
          </p:cNvPr>
          <p:cNvSpPr/>
          <p:nvPr/>
        </p:nvSpPr>
        <p:spPr>
          <a:xfrm>
            <a:off x="1453751" y="3257012"/>
            <a:ext cx="9655967" cy="297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47D58-4CAE-4DF2-A772-A4DB3C912145}"/>
              </a:ext>
            </a:extLst>
          </p:cNvPr>
          <p:cNvSpPr txBox="1"/>
          <p:nvPr/>
        </p:nvSpPr>
        <p:spPr>
          <a:xfrm>
            <a:off x="1075134" y="1741507"/>
            <a:ext cx="326153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Arial"/>
              </a:rPr>
              <a:t>Look up conversation _id =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1385FF-D8AE-403D-93BD-7E9A7C6FEE0F}"/>
              </a:ext>
            </a:extLst>
          </p:cNvPr>
          <p:cNvSpPr txBox="1"/>
          <p:nvPr/>
        </p:nvSpPr>
        <p:spPr>
          <a:xfrm>
            <a:off x="6030514" y="827815"/>
            <a:ext cx="3261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Arial"/>
              </a:rPr>
              <a:t>Conversation context for the message received around Jan. 29, 2020 at 6:20 PM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58DED7-078D-4BF2-A1AC-AAAA34178690}"/>
              </a:ext>
            </a:extLst>
          </p:cNvPr>
          <p:cNvCxnSpPr>
            <a:cxnSpLocks/>
          </p:cNvCxnSpPr>
          <p:nvPr/>
        </p:nvCxnSpPr>
        <p:spPr>
          <a:xfrm>
            <a:off x="7823413" y="1534817"/>
            <a:ext cx="1468634" cy="17221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50C1F38-6997-9923-B73A-C3C219552C89}"/>
              </a:ext>
            </a:extLst>
          </p:cNvPr>
          <p:cNvSpPr txBox="1"/>
          <p:nvPr/>
        </p:nvSpPr>
        <p:spPr>
          <a:xfrm>
            <a:off x="2049454" y="827815"/>
            <a:ext cx="276044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conversation name/title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153A99-CC9A-48EB-16CB-8C0154319808}"/>
              </a:ext>
            </a:extLst>
          </p:cNvPr>
          <p:cNvCxnSpPr>
            <a:stCxn id="2" idx="2"/>
          </p:cNvCxnSpPr>
          <p:nvPr/>
        </p:nvCxnSpPr>
        <p:spPr>
          <a:xfrm>
            <a:off x="3429674" y="1197147"/>
            <a:ext cx="168453" cy="1367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5532120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Do not confuse the message timestamp with the conversation timestamp; verify which column is being displayed.</a:t>
            </a:r>
          </a:p>
        </p:txBody>
      </p:sp>
    </p:spTree>
    <p:extLst>
      <p:ext uri="{BB962C8B-B14F-4D97-AF65-F5344CB8AC3E}">
        <p14:creationId xmlns:p14="http://schemas.microsoft.com/office/powerpoint/2010/main" val="1516792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141F3DF6-7102-4565-B86A-FBA61B1A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93" y="1467751"/>
            <a:ext cx="10744199" cy="1961249"/>
          </a:xfrm>
          <a:prstGeom prst="rect">
            <a:avLst/>
          </a:prstGeom>
        </p:spPr>
      </p:pic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F5CE2D43-C0ED-4B5A-AAE7-D2B7A9D34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768" y="4434288"/>
            <a:ext cx="3671887" cy="969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59AE4A-7BDB-408C-9766-B458C64F948E}"/>
              </a:ext>
            </a:extLst>
          </p:cNvPr>
          <p:cNvSpPr txBox="1"/>
          <p:nvPr/>
        </p:nvSpPr>
        <p:spPr>
          <a:xfrm>
            <a:off x="1713767" y="4059290"/>
            <a:ext cx="319302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Sender/remote timestamp field</a:t>
            </a:r>
            <a:endParaRPr lang="en-US">
              <a:solidFill>
                <a:srgbClr val="FF0000"/>
              </a:solidFill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54865A-7239-4014-AE02-26967C9B842E}"/>
              </a:ext>
            </a:extLst>
          </p:cNvPr>
          <p:cNvCxnSpPr/>
          <p:nvPr/>
        </p:nvCxnSpPr>
        <p:spPr>
          <a:xfrm flipH="1">
            <a:off x="3090130" y="2580534"/>
            <a:ext cx="478632" cy="14501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AD03C4F-CE08-4F3F-9BFB-B22296B4DC42}"/>
              </a:ext>
            </a:extLst>
          </p:cNvPr>
          <p:cNvSpPr txBox="1"/>
          <p:nvPr/>
        </p:nvSpPr>
        <p:spPr>
          <a:xfrm>
            <a:off x="618393" y="1064178"/>
            <a:ext cx="487293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Arial"/>
              </a:rPr>
              <a:t>When was the message sent by the other party?</a:t>
            </a:r>
            <a:endParaRPr lang="en-US" dirty="0"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88EB17-7859-4CEC-940A-B251E3F40BEE}"/>
              </a:ext>
            </a:extLst>
          </p:cNvPr>
          <p:cNvSpPr/>
          <p:nvPr/>
        </p:nvSpPr>
        <p:spPr>
          <a:xfrm>
            <a:off x="2900498" y="1823044"/>
            <a:ext cx="1139605" cy="2407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97644" y="5554524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Compare receive time and send time when both exist. A delay can be meaningful, but it must be supported by the raw fields.</a:t>
            </a:r>
          </a:p>
        </p:txBody>
      </p:sp>
    </p:spTree>
    <p:extLst>
      <p:ext uri="{BB962C8B-B14F-4D97-AF65-F5344CB8AC3E}">
        <p14:creationId xmlns:p14="http://schemas.microsoft.com/office/powerpoint/2010/main" val="305400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956F4D52-617F-2A19-74B5-10FEE3D81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6" y="2288639"/>
            <a:ext cx="10744199" cy="196124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E75C3F-FB97-4E50-A713-0CFCC39CC59C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2850314" y="1641535"/>
            <a:ext cx="830209" cy="9562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4703BB-F7C6-46BD-BD1D-0E63054B5263}"/>
              </a:ext>
            </a:extLst>
          </p:cNvPr>
          <p:cNvSpPr txBox="1"/>
          <p:nvPr/>
        </p:nvSpPr>
        <p:spPr>
          <a:xfrm>
            <a:off x="2317978" y="1272203"/>
            <a:ext cx="2725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Arial"/>
              </a:rPr>
              <a:t>Join to participant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B662A4-16D6-9308-89B5-1F41E1A8EE25}"/>
              </a:ext>
            </a:extLst>
          </p:cNvPr>
          <p:cNvSpPr/>
          <p:nvPr/>
        </p:nvSpPr>
        <p:spPr>
          <a:xfrm>
            <a:off x="2188179" y="2643932"/>
            <a:ext cx="817934" cy="2407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FDAF8-7DC6-297D-78BC-E38AEC559DEE}"/>
              </a:ext>
            </a:extLst>
          </p:cNvPr>
          <p:cNvSpPr txBox="1"/>
          <p:nvPr/>
        </p:nvSpPr>
        <p:spPr>
          <a:xfrm>
            <a:off x="611746" y="1912288"/>
            <a:ext cx="242803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Arial"/>
              </a:rPr>
              <a:t>Who sent the message?</a:t>
            </a:r>
            <a:endParaRPr lang="en-US" dirty="0"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1485" y="4776905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Pivot: messages.sender_id → participants._id. Use participant fields to identify the sender/phone/address shown by the app.</a:t>
            </a:r>
          </a:p>
        </p:txBody>
      </p:sp>
    </p:spTree>
    <p:extLst>
      <p:ext uri="{BB962C8B-B14F-4D97-AF65-F5344CB8AC3E}">
        <p14:creationId xmlns:p14="http://schemas.microsoft.com/office/powerpoint/2010/main" val="1298092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D0FA30-26AC-52F9-0C41-9F09725A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575" y="905285"/>
            <a:ext cx="10418849" cy="5047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549C0E-02E1-4FFD-651D-F7013230B7E1}"/>
              </a:ext>
            </a:extLst>
          </p:cNvPr>
          <p:cNvSpPr txBox="1"/>
          <p:nvPr/>
        </p:nvSpPr>
        <p:spPr>
          <a:xfrm>
            <a:off x="1867828" y="199491"/>
            <a:ext cx="230272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Arial"/>
              </a:rPr>
              <a:t>normalized / international format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68717-79DA-9558-3A92-55286CDA464B}"/>
              </a:ext>
            </a:extLst>
          </p:cNvPr>
          <p:cNvSpPr txBox="1"/>
          <p:nvPr/>
        </p:nvSpPr>
        <p:spPr>
          <a:xfrm>
            <a:off x="8465633" y="3065052"/>
            <a:ext cx="2302728" cy="29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000000"/>
                </a:solidFill>
                <a:latin typeface="Arial"/>
              </a:rPr>
              <a:t>-2 : </a:t>
            </a:r>
            <a:r>
              <a:rPr sz="1300" b="0" dirty="0">
                <a:solidFill>
                  <a:srgbClr val="000000"/>
                </a:solidFill>
                <a:latin typeface="Arial"/>
              </a:rPr>
              <a:t>no local contact match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DB5B9-E8DA-1F22-F2E9-3327E2D8250F}"/>
              </a:ext>
            </a:extLst>
          </p:cNvPr>
          <p:cNvSpPr txBox="1"/>
          <p:nvPr/>
        </p:nvSpPr>
        <p:spPr>
          <a:xfrm>
            <a:off x="5135136" y="188441"/>
            <a:ext cx="230272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Arial"/>
              </a:rPr>
              <a:t>display-friendly format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2E7B5D-7E10-FAEF-9D96-33FAA7BD32C4}"/>
              </a:ext>
            </a:extLst>
          </p:cNvPr>
          <p:cNvCxnSpPr>
            <a:stCxn id="8" idx="2"/>
          </p:cNvCxnSpPr>
          <p:nvPr/>
        </p:nvCxnSpPr>
        <p:spPr>
          <a:xfrm>
            <a:off x="3019192" y="568823"/>
            <a:ext cx="155188" cy="605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97BD04-264A-4EDA-D66A-94E93E232982}"/>
              </a:ext>
            </a:extLst>
          </p:cNvPr>
          <p:cNvCxnSpPr>
            <a:stCxn id="10" idx="2"/>
          </p:cNvCxnSpPr>
          <p:nvPr/>
        </p:nvCxnSpPr>
        <p:spPr>
          <a:xfrm flipH="1">
            <a:off x="5969620" y="557773"/>
            <a:ext cx="316880" cy="579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204F5E4-45B3-9A65-6587-6CADC87B1472}"/>
              </a:ext>
            </a:extLst>
          </p:cNvPr>
          <p:cNvSpPr/>
          <p:nvPr/>
        </p:nvSpPr>
        <p:spPr>
          <a:xfrm>
            <a:off x="5463905" y="1226648"/>
            <a:ext cx="1070709" cy="2407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CE4E76-2573-3C84-53F9-5DE9FA59AFB4}"/>
              </a:ext>
            </a:extLst>
          </p:cNvPr>
          <p:cNvSpPr/>
          <p:nvPr/>
        </p:nvSpPr>
        <p:spPr>
          <a:xfrm>
            <a:off x="2702133" y="1252671"/>
            <a:ext cx="1408950" cy="2407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838199" y="6080644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Interpret contact-match fields carefully. A missing contact match does not mean the number is unknown; it means the app did not link it to a local contact record.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1BA6B20-0226-54BD-2A1F-A069B4780183}"/>
              </a:ext>
            </a:extLst>
          </p:cNvPr>
          <p:cNvCxnSpPr/>
          <p:nvPr/>
        </p:nvCxnSpPr>
        <p:spPr>
          <a:xfrm flipV="1">
            <a:off x="10101943" y="2598057"/>
            <a:ext cx="428171" cy="466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014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72CE26-7C09-41FF-B8D2-C4CD4ABC9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61" y="2500622"/>
            <a:ext cx="10744199" cy="1961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119DDC-3CE1-458C-9A01-916A98BB611E}"/>
              </a:ext>
            </a:extLst>
          </p:cNvPr>
          <p:cNvSpPr txBox="1"/>
          <p:nvPr/>
        </p:nvSpPr>
        <p:spPr>
          <a:xfrm>
            <a:off x="532761" y="2097049"/>
            <a:ext cx="3596554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Arial"/>
              </a:rPr>
              <a:t>Has the message been seen or read?</a:t>
            </a:r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D5AD2-F3F7-466C-A9F2-414207EA8FCF}"/>
              </a:ext>
            </a:extLst>
          </p:cNvPr>
          <p:cNvSpPr/>
          <p:nvPr/>
        </p:nvSpPr>
        <p:spPr>
          <a:xfrm>
            <a:off x="10851136" y="2847749"/>
            <a:ext cx="425824" cy="2574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0B2B6-1203-45BF-A120-C5E2552381F3}"/>
              </a:ext>
            </a:extLst>
          </p:cNvPr>
          <p:cNvSpPr txBox="1"/>
          <p:nvPr/>
        </p:nvSpPr>
        <p:spPr>
          <a:xfrm>
            <a:off x="6785429" y="1283243"/>
            <a:ext cx="4491531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>
                <a:solidFill>
                  <a:srgbClr val="000000"/>
                </a:solidFill>
                <a:latin typeface="Arial"/>
              </a:rPr>
              <a:t>Seen flag in this table:</a:t>
            </a:r>
          </a:p>
          <a:p>
            <a:r>
              <a:rPr sz="1300" b="0" dirty="0">
                <a:solidFill>
                  <a:srgbClr val="000000"/>
                </a:solidFill>
                <a:latin typeface="Arial"/>
              </a:rPr>
              <a:t>0 = not seen by the user interface</a:t>
            </a:r>
          </a:p>
          <a:p>
            <a:r>
              <a:rPr sz="1300" b="0" dirty="0">
                <a:solidFill>
                  <a:srgbClr val="000000"/>
                </a:solidFill>
                <a:latin typeface="Arial"/>
              </a:rPr>
              <a:t>1 = shown/seen in the user interface</a:t>
            </a:r>
          </a:p>
          <a:p>
            <a:endParaRPr sz="1300" b="0" dirty="0">
              <a:solidFill>
                <a:srgbClr val="000000"/>
              </a:solidFill>
              <a:latin typeface="Arial"/>
            </a:endParaRPr>
          </a:p>
          <a:p>
            <a:r>
              <a:rPr sz="1300" b="0" dirty="0">
                <a:solidFill>
                  <a:srgbClr val="000000"/>
                </a:solidFill>
                <a:latin typeface="Arial"/>
              </a:rPr>
              <a:t>Read receipts may require separate RCS/status fields.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EF0BBE-CBE1-4CA8-A4D8-500CF6A8BDF9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031195" y="2375850"/>
            <a:ext cx="1819941" cy="4290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504" y="4920749"/>
            <a:ext cx="10515600" cy="43891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Do not overstate “seen” as proof of human reading. Report the flag and explain what the app/database field supports.</a:t>
            </a:r>
          </a:p>
        </p:txBody>
      </p:sp>
    </p:spTree>
    <p:extLst>
      <p:ext uri="{BB962C8B-B14F-4D97-AF65-F5344CB8AC3E}">
        <p14:creationId xmlns:p14="http://schemas.microsoft.com/office/powerpoint/2010/main" val="1640694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954F-8F63-43FB-8D70-9858217E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73152" rIns="73152"/>
          <a:lstStyle/>
          <a:p>
            <a:r>
              <a:rPr sz="3000" b="0">
                <a:solidFill>
                  <a:srgbClr val="202020"/>
                </a:solidFill>
                <a:latin typeface="Arial"/>
              </a:rPr>
              <a:t>Summary: GMS Messaging Investigation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36431-E946-4244-AB44-1B51F1ACA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73152" tIns="45720" rIns="73152" bIns="45720" rtlCol="0" anchor="t">
            <a:normAutofit/>
          </a:bodyPr>
          <a:lstStyle/>
          <a:p>
            <a:r>
              <a:rPr sz="1800" b="0" dirty="0">
                <a:solidFill>
                  <a:srgbClr val="000000"/>
                </a:solidFill>
                <a:latin typeface="Arial"/>
              </a:rPr>
              <a:t>Understand the application role: Google Messages is the UI/cache, not the only evidence source.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Locate app data: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com.google.android.apps.messaging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Open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bugle_db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and verify the schema on the extracted image.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Explore messages, conversations, participants, attachments, and protocol/status fields.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Use source pointers such as </a:t>
            </a:r>
            <a:r>
              <a:rPr sz="1800" b="0" dirty="0" err="1">
                <a:solidFill>
                  <a:srgbClr val="000000"/>
                </a:solidFill>
                <a:latin typeface="Arial"/>
              </a:rPr>
              <a:t>sms_message_uri</a:t>
            </a:r>
            <a:r>
              <a:rPr sz="1800" b="0" dirty="0">
                <a:solidFill>
                  <a:srgbClr val="000000"/>
                </a:solidFill>
                <a:latin typeface="Arial"/>
              </a:rPr>
              <a:t> to pivot back to system SMS/MMS artifacts.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Corroborate timestamps, sender identity, status/read flags, and media with source databases/files.</a:t>
            </a:r>
          </a:p>
          <a:p>
            <a:r>
              <a:rPr sz="1800" b="0" dirty="0">
                <a:solidFill>
                  <a:srgbClr val="000000"/>
                </a:solidFill>
                <a:latin typeface="Arial"/>
              </a:rPr>
              <a:t>State conclusions as database-supported interpretations, not assumptions about user intent.</a:t>
            </a:r>
          </a:p>
        </p:txBody>
      </p:sp>
    </p:spTree>
    <p:extLst>
      <p:ext uri="{BB962C8B-B14F-4D97-AF65-F5344CB8AC3E}">
        <p14:creationId xmlns:p14="http://schemas.microsoft.com/office/powerpoint/2010/main" val="1673974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5E1F3-8C96-28CF-E23A-99BBAE873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4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2262</Words>
  <Application>Microsoft Office PowerPoint</Application>
  <PresentationFormat>Widescreen</PresentationFormat>
  <Paragraphs>232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Pixel 3 GMS App Investigations</vt:lpstr>
      <vt:lpstr>Google Mobile Services </vt:lpstr>
      <vt:lpstr>Google Mobile Services (GMS)</vt:lpstr>
      <vt:lpstr>Identify Google / GMS App Packages (com.google.*)</vt:lpstr>
      <vt:lpstr>GMS App Investigation Targets</vt:lpstr>
      <vt:lpstr>Investigating Google Messages</vt:lpstr>
      <vt:lpstr>Google Messages: User-Visible Messaging App</vt:lpstr>
      <vt:lpstr>Google Messages vs. AOSP Telephony Provider</vt:lpstr>
      <vt:lpstr>PowerPoint Presentation</vt:lpstr>
      <vt:lpstr>PowerPoint Presentation</vt:lpstr>
      <vt:lpstr>PowerPoint Presentation</vt:lpstr>
      <vt:lpstr>PowerPoint Presentation</vt:lpstr>
      <vt:lpstr>Investigation Questions</vt:lpstr>
      <vt:lpstr>Google Messages: Directory Structure</vt:lpstr>
      <vt:lpstr>PowerPoint Presentation</vt:lpstr>
      <vt:lpstr>PowerPoint Presentation</vt:lpstr>
      <vt:lpstr>bugle_db</vt:lpstr>
      <vt:lpstr>Purpose of bugle_db</vt:lpstr>
      <vt:lpstr>Inspecting Tables in bugle_db</vt:lpstr>
      <vt:lpstr>PowerPoint Presentation</vt:lpstr>
      <vt:lpstr>PowerPoint Presentation</vt:lpstr>
      <vt:lpstr>PowerPoint Presentation</vt:lpstr>
      <vt:lpstr>PowerPoint Presentation</vt:lpstr>
      <vt:lpstr>messages Table</vt:lpstr>
      <vt:lpstr>messages table: high-value fields (1)</vt:lpstr>
      <vt:lpstr>messages table: high-value fields (2)</vt:lpstr>
      <vt:lpstr>messages Table Content: Source Pointer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Summary: GMS Messaging Investigation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Visual Studio Code</dc:title>
  <dc:creator>Weifeng Xu</dc:creator>
  <cp:lastModifiedBy>Weifeng Xu</cp:lastModifiedBy>
  <cp:revision>48</cp:revision>
  <dcterms:created xsi:type="dcterms:W3CDTF">2021-01-18T02:02:41Z</dcterms:created>
  <dcterms:modified xsi:type="dcterms:W3CDTF">2026-09-17T15:36:20Z</dcterms:modified>
</cp:coreProperties>
</file>